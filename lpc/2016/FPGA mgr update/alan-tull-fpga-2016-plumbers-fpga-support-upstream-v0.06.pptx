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3.xml" ContentType="application/vnd.openxmlformats-officedocument.theme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4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theme/theme8.xml" ContentType="application/vnd.openxmlformats-officedocument.theme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5"/>
    <p:sldMasterId id="2147483669" r:id="rId6"/>
    <p:sldMasterId id="2147483685" r:id="rId7"/>
    <p:sldMasterId id="2147483712" r:id="rId8"/>
    <p:sldMasterId id="2147483788" r:id="rId9"/>
    <p:sldMasterId id="2147483820" r:id="rId10"/>
    <p:sldMasterId id="2147483824" r:id="rId11"/>
    <p:sldMasterId id="2147483997" r:id="rId12"/>
    <p:sldMasterId id="2147484130" r:id="rId13"/>
  </p:sldMasterIdLst>
  <p:notesMasterIdLst>
    <p:notesMasterId r:id="rId27"/>
  </p:notesMasterIdLst>
  <p:handoutMasterIdLst>
    <p:handoutMasterId r:id="rId28"/>
  </p:handoutMasterIdLst>
  <p:sldIdLst>
    <p:sldId id="483" r:id="rId14"/>
    <p:sldId id="1019" r:id="rId15"/>
    <p:sldId id="1010" r:id="rId16"/>
    <p:sldId id="1014" r:id="rId17"/>
    <p:sldId id="1018" r:id="rId18"/>
    <p:sldId id="1015" r:id="rId19"/>
    <p:sldId id="1020" r:id="rId20"/>
    <p:sldId id="1013" r:id="rId21"/>
    <p:sldId id="1016" r:id="rId22"/>
    <p:sldId id="889" r:id="rId23"/>
    <p:sldId id="1008" r:id="rId24"/>
    <p:sldId id="1011" r:id="rId25"/>
    <p:sldId id="976" r:id="rId26"/>
  </p:sldIdLst>
  <p:sldSz cx="9144000" cy="5143500" type="screen16x9"/>
  <p:notesSz cx="7019925" cy="930592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56">
          <p15:clr>
            <a:srgbClr val="A4A3A4"/>
          </p15:clr>
        </p15:guide>
        <p15:guide id="2" orient="horz" pos="1618">
          <p15:clr>
            <a:srgbClr val="A4A3A4"/>
          </p15:clr>
        </p15:guide>
        <p15:guide id="3" orient="horz" pos="2048">
          <p15:clr>
            <a:srgbClr val="A4A3A4"/>
          </p15:clr>
        </p15:guide>
        <p15:guide id="4" orient="horz" pos="323">
          <p15:clr>
            <a:srgbClr val="A4A3A4"/>
          </p15:clr>
        </p15:guide>
        <p15:guide id="5" pos="5470">
          <p15:clr>
            <a:srgbClr val="A4A3A4"/>
          </p15:clr>
        </p15:guide>
        <p15:guide id="6" pos="28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2931">
          <p15:clr>
            <a:srgbClr val="A4A3A4"/>
          </p15:clr>
        </p15:guide>
        <p15:guide id="4" pos="221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ister, Merlin D" initials="KMD" lastIdx="1" clrIdx="0">
    <p:extLst/>
  </p:cmAuthor>
  <p:cmAuthor id="2" name="Deaner, Bryan W" initials="DBW" lastIdx="6" clrIdx="1"/>
  <p:cmAuthor id="3" name="Shannon D. Smith" initials="sds" lastIdx="4" clrIdx="2"/>
  <p:cmAuthor id="4" name="Kelley, Carolyn" initials="KC" lastIdx="0" clrIdx="3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00FF"/>
    <a:srgbClr val="ED1C24"/>
    <a:srgbClr val="FFFF00"/>
    <a:srgbClr val="FF0000"/>
    <a:srgbClr val="808080"/>
    <a:srgbClr val="FFF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5" autoAdjust="0"/>
    <p:restoredTop sz="94343" autoAdjust="0"/>
  </p:normalViewPr>
  <p:slideViewPr>
    <p:cSldViewPr snapToGrid="0">
      <p:cViewPr varScale="1">
        <p:scale>
          <a:sx n="90" d="100"/>
          <a:sy n="90" d="100"/>
        </p:scale>
        <p:origin x="432" y="44"/>
      </p:cViewPr>
      <p:guideLst>
        <p:guide orient="horz" pos="756"/>
        <p:guide orient="horz" pos="1618"/>
        <p:guide orient="horz" pos="2048"/>
        <p:guide orient="horz" pos="323"/>
        <p:guide pos="5470"/>
        <p:guide pos="28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-2910" y="-96"/>
      </p:cViewPr>
      <p:guideLst>
        <p:guide orient="horz" pos="2880"/>
        <p:guide pos="2160"/>
        <p:guide orient="horz" pos="2931"/>
        <p:guide pos="221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slideMaster" Target="slideMasters/slideMaster9.xml"/><Relationship Id="rId18" Type="http://schemas.openxmlformats.org/officeDocument/2006/relationships/slide" Target="slides/slide5.xml"/><Relationship Id="rId26" Type="http://schemas.openxmlformats.org/officeDocument/2006/relationships/slide" Target="slides/slide13.xml"/><Relationship Id="rId3" Type="http://schemas.openxmlformats.org/officeDocument/2006/relationships/customXml" Target="../customXml/item3.xml"/><Relationship Id="rId21" Type="http://schemas.openxmlformats.org/officeDocument/2006/relationships/slide" Target="slides/slide8.xml"/><Relationship Id="rId7" Type="http://schemas.openxmlformats.org/officeDocument/2006/relationships/slideMaster" Target="slideMasters/slideMaster3.xml"/><Relationship Id="rId12" Type="http://schemas.openxmlformats.org/officeDocument/2006/relationships/slideMaster" Target="slideMasters/slideMaster8.xml"/><Relationship Id="rId17" Type="http://schemas.openxmlformats.org/officeDocument/2006/relationships/slide" Target="slides/slide4.xml"/><Relationship Id="rId25" Type="http://schemas.openxmlformats.org/officeDocument/2006/relationships/slide" Target="slides/slide12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3.xml"/><Relationship Id="rId20" Type="http://schemas.openxmlformats.org/officeDocument/2006/relationships/slide" Target="slides/slide7.xml"/><Relationship Id="rId29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Master" Target="slideMasters/slideMaster7.xml"/><Relationship Id="rId24" Type="http://schemas.openxmlformats.org/officeDocument/2006/relationships/slide" Target="slides/slide11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2.xml"/><Relationship Id="rId23" Type="http://schemas.openxmlformats.org/officeDocument/2006/relationships/slide" Target="slides/slide10.xml"/><Relationship Id="rId28" Type="http://schemas.openxmlformats.org/officeDocument/2006/relationships/handoutMaster" Target="handoutMasters/handoutMaster1.xml"/><Relationship Id="rId10" Type="http://schemas.openxmlformats.org/officeDocument/2006/relationships/slideMaster" Target="slideMasters/slideMaster6.xml"/><Relationship Id="rId19" Type="http://schemas.openxmlformats.org/officeDocument/2006/relationships/slide" Target="slides/slide6.xml"/><Relationship Id="rId31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slideMaster" Target="slideMasters/slideMaster5.xml"/><Relationship Id="rId14" Type="http://schemas.openxmlformats.org/officeDocument/2006/relationships/slide" Target="slides/slide1.xml"/><Relationship Id="rId22" Type="http://schemas.openxmlformats.org/officeDocument/2006/relationships/slide" Target="slides/slide9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1968" cy="465296"/>
          </a:xfrm>
          <a:prstGeom prst="rect">
            <a:avLst/>
          </a:prstGeom>
        </p:spPr>
        <p:txBody>
          <a:bodyPr vert="horz" lIns="93277" tIns="46639" rIns="93277" bIns="4663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6333" y="0"/>
            <a:ext cx="3041968" cy="465296"/>
          </a:xfrm>
          <a:prstGeom prst="rect">
            <a:avLst/>
          </a:prstGeom>
        </p:spPr>
        <p:txBody>
          <a:bodyPr vert="horz" lIns="93277" tIns="46639" rIns="93277" bIns="46639" rtlCol="0"/>
          <a:lstStyle>
            <a:lvl1pPr algn="r">
              <a:defRPr sz="1200"/>
            </a:lvl1pPr>
          </a:lstStyle>
          <a:p>
            <a:fld id="{5ACFD7B2-88A6-E34E-8EF8-CB0C7BA47ADD}" type="datetimeFigureOut">
              <a:rPr lang="en-US" smtClean="0"/>
              <a:pPr/>
              <a:t>11/3/2016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39014"/>
            <a:ext cx="3041968" cy="465296"/>
          </a:xfrm>
          <a:prstGeom prst="rect">
            <a:avLst/>
          </a:prstGeom>
        </p:spPr>
        <p:txBody>
          <a:bodyPr vert="horz" lIns="93277" tIns="46639" rIns="93277" bIns="4663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6333" y="8839014"/>
            <a:ext cx="3041968" cy="465296"/>
          </a:xfrm>
          <a:prstGeom prst="rect">
            <a:avLst/>
          </a:prstGeom>
        </p:spPr>
        <p:txBody>
          <a:bodyPr vert="horz" lIns="93277" tIns="46639" rIns="93277" bIns="46639" rtlCol="0" anchor="b"/>
          <a:lstStyle>
            <a:lvl1pPr algn="r">
              <a:defRPr sz="1200"/>
            </a:lvl1pPr>
          </a:lstStyle>
          <a:p>
            <a:fld id="{296CFA4E-18EB-6D49-8DE2-7A74038C2C1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99412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1968" cy="465296"/>
          </a:xfrm>
          <a:prstGeom prst="rect">
            <a:avLst/>
          </a:prstGeom>
        </p:spPr>
        <p:txBody>
          <a:bodyPr vert="horz" lIns="93277" tIns="46639" rIns="93277" bIns="4663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6333" y="0"/>
            <a:ext cx="3041968" cy="465296"/>
          </a:xfrm>
          <a:prstGeom prst="rect">
            <a:avLst/>
          </a:prstGeom>
        </p:spPr>
        <p:txBody>
          <a:bodyPr vert="horz" lIns="93277" tIns="46639" rIns="93277" bIns="46639" rtlCol="0"/>
          <a:lstStyle>
            <a:lvl1pPr algn="r">
              <a:defRPr sz="1200"/>
            </a:lvl1pPr>
          </a:lstStyle>
          <a:p>
            <a:fld id="{ED7FC5FE-6F0D-D34A-8EE6-C95B4F5F4DC8}" type="datetimeFigureOut">
              <a:rPr lang="en-US" smtClean="0"/>
              <a:pPr/>
              <a:t>11/3/2016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8500"/>
            <a:ext cx="6203950" cy="34893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277" tIns="46639" rIns="93277" bIns="4663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993" y="4420315"/>
            <a:ext cx="5615940" cy="4187666"/>
          </a:xfrm>
          <a:prstGeom prst="rect">
            <a:avLst/>
          </a:prstGeom>
        </p:spPr>
        <p:txBody>
          <a:bodyPr vert="horz" lIns="93277" tIns="46639" rIns="93277" bIns="4663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39014"/>
            <a:ext cx="3041968" cy="465296"/>
          </a:xfrm>
          <a:prstGeom prst="rect">
            <a:avLst/>
          </a:prstGeom>
        </p:spPr>
        <p:txBody>
          <a:bodyPr vert="horz" lIns="93277" tIns="46639" rIns="93277" bIns="4663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6333" y="8839014"/>
            <a:ext cx="3041968" cy="465296"/>
          </a:xfrm>
          <a:prstGeom prst="rect">
            <a:avLst/>
          </a:prstGeom>
        </p:spPr>
        <p:txBody>
          <a:bodyPr vert="horz" lIns="93277" tIns="46639" rIns="93277" bIns="46639" rtlCol="0" anchor="b"/>
          <a:lstStyle>
            <a:lvl1pPr algn="r">
              <a:defRPr sz="1200"/>
            </a:lvl1pPr>
          </a:lstStyle>
          <a:p>
            <a:fld id="{D61C8689-8455-3546-ADF9-3B7273760F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42922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8500"/>
            <a:ext cx="6203950" cy="34893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41344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75147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8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8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8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8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8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8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9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9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9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9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5613" y="2243216"/>
            <a:ext cx="7686686" cy="1102519"/>
          </a:xfrm>
        </p:spPr>
        <p:txBody>
          <a:bodyPr lIns="0" rIns="0" anchor="b" anchorCtr="0">
            <a:normAutofit/>
          </a:bodyPr>
          <a:lstStyle>
            <a:lvl1pPr>
              <a:defRPr sz="2800" baseline="0">
                <a:solidFill>
                  <a:schemeClr val="bg1"/>
                </a:solidFill>
                <a:latin typeface="Neo Sans Intel Light"/>
                <a:cs typeface="Neo Sans Intel Light"/>
              </a:defRPr>
            </a:lvl1pPr>
          </a:lstStyle>
          <a:p>
            <a:r>
              <a:rPr lang="en-US" dirty="0"/>
              <a:t>28pt Light Title of Presentation</a:t>
            </a:r>
            <a:br>
              <a:rPr lang="en-US" dirty="0"/>
            </a:br>
            <a:r>
              <a:rPr lang="en-US" dirty="0"/>
              <a:t>Title of Presentation Line Two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3488724"/>
            <a:ext cx="6330212" cy="925360"/>
          </a:xfrm>
        </p:spPr>
        <p:txBody>
          <a:bodyPr lIns="0" rIns="0">
            <a:normAutofit/>
          </a:bodyPr>
          <a:lstStyle>
            <a:lvl1pPr marL="0" indent="0" algn="l">
              <a:buNone/>
              <a:defRPr sz="1200" baseline="0">
                <a:solidFill>
                  <a:schemeClr val="bg1"/>
                </a:solidFill>
                <a:latin typeface="Neo Sans Intel Medium"/>
                <a:cs typeface="Neo Sans Intel Medium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12pt Medium Subhead, Date, Etc.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455640" y="4774489"/>
            <a:ext cx="76302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l" rtl="0"/>
            <a:r>
              <a:rPr lang="en-US" sz="800" b="0" i="0" u="none" strike="noStrike" kern="1200" baseline="0" dirty="0">
                <a:solidFill>
                  <a:schemeClr val="accent3"/>
                </a:solidFill>
                <a:latin typeface="Neo Sans Intel"/>
                <a:ea typeface="+mn-ea"/>
                <a:cs typeface="Neo Sans Intel"/>
              </a:rPr>
              <a:t>Intel Corporation</a:t>
            </a:r>
          </a:p>
        </p:txBody>
      </p:sp>
      <p:pic>
        <p:nvPicPr>
          <p:cNvPr id="8" name="Picture 7" descr="int_lookins_hrz_rgb_wht_24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6572" y="1447525"/>
            <a:ext cx="1969926" cy="579489"/>
          </a:xfrm>
          <a:prstGeom prst="rect">
            <a:avLst/>
          </a:prstGeom>
        </p:spPr>
      </p:pic>
      <p:pic>
        <p:nvPicPr>
          <p:cNvPr id="10" name="Picture 3" descr="W:\Clients\Intel\PRODUCTION\2012_13_Production\ASSETS_LOGOS_2012-13\Assets_Complete_2012-13\ PEEL AWAY\Intel_Peels\Intel_Peels_RGB\Peel_rgb_png\peel_rt_btm_drkBlue_rgb_216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17535" y="4035649"/>
            <a:ext cx="1426464" cy="110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971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5613" y="2355710"/>
            <a:ext cx="7686686" cy="1102519"/>
          </a:xfrm>
        </p:spPr>
        <p:txBody>
          <a:bodyPr lIns="0" rIns="0" anchor="b" anchorCtr="0">
            <a:normAutofit/>
          </a:bodyPr>
          <a:lstStyle>
            <a:lvl1pPr>
              <a:defRPr sz="2800" baseline="0">
                <a:solidFill>
                  <a:schemeClr val="bg1"/>
                </a:solidFill>
                <a:latin typeface="Neo Sans Intel Light"/>
                <a:cs typeface="Neo Sans Intel Light"/>
              </a:defRPr>
            </a:lvl1pPr>
          </a:lstStyle>
          <a:p>
            <a:r>
              <a:rPr lang="en-US" dirty="0"/>
              <a:t>28pt Light Title of Presentation</a:t>
            </a:r>
            <a:br>
              <a:rPr lang="en-US" dirty="0"/>
            </a:br>
            <a:r>
              <a:rPr lang="en-US" dirty="0"/>
              <a:t>Title of Presentation Line Two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3623202"/>
            <a:ext cx="6330212" cy="925360"/>
          </a:xfrm>
        </p:spPr>
        <p:txBody>
          <a:bodyPr lIns="0" rIns="0">
            <a:normAutofit/>
          </a:bodyPr>
          <a:lstStyle>
            <a:lvl1pPr marL="0" indent="0" algn="l">
              <a:buNone/>
              <a:defRPr sz="1200" baseline="0">
                <a:solidFill>
                  <a:srgbClr val="FFDA00"/>
                </a:solidFill>
                <a:latin typeface="Neo Sans Intel Medium"/>
                <a:cs typeface="Neo Sans Intel Medium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12pt Medium Subhead, Date, Etc.</a:t>
            </a:r>
          </a:p>
        </p:txBody>
      </p:sp>
      <p:sp>
        <p:nvSpPr>
          <p:cNvPr id="5" name="Freeform 4"/>
          <p:cNvSpPr/>
          <p:nvPr userDrawn="1"/>
        </p:nvSpPr>
        <p:spPr>
          <a:xfrm>
            <a:off x="-7470" y="-10994"/>
            <a:ext cx="9152065" cy="531704"/>
          </a:xfrm>
          <a:custGeom>
            <a:avLst/>
            <a:gdLst>
              <a:gd name="connsiteX0" fmla="*/ 7471 w 9158942"/>
              <a:gd name="connsiteY0" fmla="*/ 0 h 911412"/>
              <a:gd name="connsiteX1" fmla="*/ 0 w 9158942"/>
              <a:gd name="connsiteY1" fmla="*/ 903941 h 911412"/>
              <a:gd name="connsiteX2" fmla="*/ 5393765 w 9158942"/>
              <a:gd name="connsiteY2" fmla="*/ 911412 h 911412"/>
              <a:gd name="connsiteX3" fmla="*/ 5909236 w 9158942"/>
              <a:gd name="connsiteY3" fmla="*/ 597647 h 911412"/>
              <a:gd name="connsiteX4" fmla="*/ 9151471 w 9158942"/>
              <a:gd name="connsiteY4" fmla="*/ 605118 h 911412"/>
              <a:gd name="connsiteX5" fmla="*/ 9158942 w 9158942"/>
              <a:gd name="connsiteY5" fmla="*/ 0 h 911412"/>
              <a:gd name="connsiteX6" fmla="*/ 7471 w 9158942"/>
              <a:gd name="connsiteY6" fmla="*/ 0 h 911412"/>
              <a:gd name="connsiteX0" fmla="*/ 7471 w 9158942"/>
              <a:gd name="connsiteY0" fmla="*/ 0 h 911412"/>
              <a:gd name="connsiteX1" fmla="*/ 0 w 9158942"/>
              <a:gd name="connsiteY1" fmla="*/ 903941 h 911412"/>
              <a:gd name="connsiteX2" fmla="*/ 5393765 w 9158942"/>
              <a:gd name="connsiteY2" fmla="*/ 911412 h 911412"/>
              <a:gd name="connsiteX3" fmla="*/ 5909236 w 9158942"/>
              <a:gd name="connsiteY3" fmla="*/ 597647 h 911412"/>
              <a:gd name="connsiteX4" fmla="*/ 9151471 w 9158942"/>
              <a:gd name="connsiteY4" fmla="*/ 591991 h 911412"/>
              <a:gd name="connsiteX5" fmla="*/ 9158942 w 9158942"/>
              <a:gd name="connsiteY5" fmla="*/ 0 h 911412"/>
              <a:gd name="connsiteX6" fmla="*/ 7471 w 9158942"/>
              <a:gd name="connsiteY6" fmla="*/ 0 h 911412"/>
              <a:gd name="connsiteX0" fmla="*/ 7471 w 9158942"/>
              <a:gd name="connsiteY0" fmla="*/ 0 h 911412"/>
              <a:gd name="connsiteX1" fmla="*/ 0 w 9158942"/>
              <a:gd name="connsiteY1" fmla="*/ 903941 h 911412"/>
              <a:gd name="connsiteX2" fmla="*/ 5393765 w 9158942"/>
              <a:gd name="connsiteY2" fmla="*/ 911412 h 911412"/>
              <a:gd name="connsiteX3" fmla="*/ 5909236 w 9158942"/>
              <a:gd name="connsiteY3" fmla="*/ 597647 h 911412"/>
              <a:gd name="connsiteX4" fmla="*/ 9148189 w 9158942"/>
              <a:gd name="connsiteY4" fmla="*/ 601837 h 911412"/>
              <a:gd name="connsiteX5" fmla="*/ 9158942 w 9158942"/>
              <a:gd name="connsiteY5" fmla="*/ 0 h 911412"/>
              <a:gd name="connsiteX6" fmla="*/ 7471 w 9158942"/>
              <a:gd name="connsiteY6" fmla="*/ 0 h 911412"/>
              <a:gd name="connsiteX0" fmla="*/ 7471 w 9148711"/>
              <a:gd name="connsiteY0" fmla="*/ 0 h 911412"/>
              <a:gd name="connsiteX1" fmla="*/ 0 w 9148711"/>
              <a:gd name="connsiteY1" fmla="*/ 903941 h 911412"/>
              <a:gd name="connsiteX2" fmla="*/ 5393765 w 9148711"/>
              <a:gd name="connsiteY2" fmla="*/ 911412 h 911412"/>
              <a:gd name="connsiteX3" fmla="*/ 5909236 w 9148711"/>
              <a:gd name="connsiteY3" fmla="*/ 597647 h 911412"/>
              <a:gd name="connsiteX4" fmla="*/ 9148189 w 9148711"/>
              <a:gd name="connsiteY4" fmla="*/ 601837 h 911412"/>
              <a:gd name="connsiteX5" fmla="*/ 9145816 w 9148711"/>
              <a:gd name="connsiteY5" fmla="*/ 0 h 911412"/>
              <a:gd name="connsiteX6" fmla="*/ 7471 w 9148711"/>
              <a:gd name="connsiteY6" fmla="*/ 0 h 911412"/>
              <a:gd name="connsiteX0" fmla="*/ 7471 w 9155661"/>
              <a:gd name="connsiteY0" fmla="*/ 0 h 911412"/>
              <a:gd name="connsiteX1" fmla="*/ 0 w 9155661"/>
              <a:gd name="connsiteY1" fmla="*/ 903941 h 911412"/>
              <a:gd name="connsiteX2" fmla="*/ 5393765 w 9155661"/>
              <a:gd name="connsiteY2" fmla="*/ 911412 h 911412"/>
              <a:gd name="connsiteX3" fmla="*/ 5909236 w 9155661"/>
              <a:gd name="connsiteY3" fmla="*/ 597647 h 911412"/>
              <a:gd name="connsiteX4" fmla="*/ 9148189 w 9155661"/>
              <a:gd name="connsiteY4" fmla="*/ 601837 h 911412"/>
              <a:gd name="connsiteX5" fmla="*/ 9155661 w 9155661"/>
              <a:gd name="connsiteY5" fmla="*/ 0 h 911412"/>
              <a:gd name="connsiteX6" fmla="*/ 7471 w 9155661"/>
              <a:gd name="connsiteY6" fmla="*/ 0 h 911412"/>
              <a:gd name="connsiteX0" fmla="*/ 7471 w 9158556"/>
              <a:gd name="connsiteY0" fmla="*/ 0 h 911412"/>
              <a:gd name="connsiteX1" fmla="*/ 0 w 9158556"/>
              <a:gd name="connsiteY1" fmla="*/ 903941 h 911412"/>
              <a:gd name="connsiteX2" fmla="*/ 5393765 w 9158556"/>
              <a:gd name="connsiteY2" fmla="*/ 911412 h 911412"/>
              <a:gd name="connsiteX3" fmla="*/ 5909236 w 9158556"/>
              <a:gd name="connsiteY3" fmla="*/ 597647 h 911412"/>
              <a:gd name="connsiteX4" fmla="*/ 9158034 w 9158556"/>
              <a:gd name="connsiteY4" fmla="*/ 598555 h 911412"/>
              <a:gd name="connsiteX5" fmla="*/ 9155661 w 9158556"/>
              <a:gd name="connsiteY5" fmla="*/ 0 h 911412"/>
              <a:gd name="connsiteX6" fmla="*/ 7471 w 9158556"/>
              <a:gd name="connsiteY6" fmla="*/ 0 h 911412"/>
              <a:gd name="connsiteX0" fmla="*/ 7471 w 9155661"/>
              <a:gd name="connsiteY0" fmla="*/ 0 h 911412"/>
              <a:gd name="connsiteX1" fmla="*/ 0 w 9155661"/>
              <a:gd name="connsiteY1" fmla="*/ 903941 h 911412"/>
              <a:gd name="connsiteX2" fmla="*/ 5393765 w 9155661"/>
              <a:gd name="connsiteY2" fmla="*/ 911412 h 911412"/>
              <a:gd name="connsiteX3" fmla="*/ 5909236 w 9155661"/>
              <a:gd name="connsiteY3" fmla="*/ 597647 h 911412"/>
              <a:gd name="connsiteX4" fmla="*/ 9151470 w 9155661"/>
              <a:gd name="connsiteY4" fmla="*/ 595274 h 911412"/>
              <a:gd name="connsiteX5" fmla="*/ 9155661 w 9155661"/>
              <a:gd name="connsiteY5" fmla="*/ 0 h 911412"/>
              <a:gd name="connsiteX6" fmla="*/ 7471 w 9155661"/>
              <a:gd name="connsiteY6" fmla="*/ 0 h 911412"/>
              <a:gd name="connsiteX0" fmla="*/ 522 w 9158557"/>
              <a:gd name="connsiteY0" fmla="*/ 0 h 911412"/>
              <a:gd name="connsiteX1" fmla="*/ 2896 w 9158557"/>
              <a:gd name="connsiteY1" fmla="*/ 903941 h 911412"/>
              <a:gd name="connsiteX2" fmla="*/ 5396661 w 9158557"/>
              <a:gd name="connsiteY2" fmla="*/ 911412 h 911412"/>
              <a:gd name="connsiteX3" fmla="*/ 5912132 w 9158557"/>
              <a:gd name="connsiteY3" fmla="*/ 597647 h 911412"/>
              <a:gd name="connsiteX4" fmla="*/ 9154366 w 9158557"/>
              <a:gd name="connsiteY4" fmla="*/ 595274 h 911412"/>
              <a:gd name="connsiteX5" fmla="*/ 9158557 w 9158557"/>
              <a:gd name="connsiteY5" fmla="*/ 0 h 911412"/>
              <a:gd name="connsiteX6" fmla="*/ 522 w 9158557"/>
              <a:gd name="connsiteY6" fmla="*/ 0 h 911412"/>
              <a:gd name="connsiteX0" fmla="*/ 522 w 9158557"/>
              <a:gd name="connsiteY0" fmla="*/ 0 h 917068"/>
              <a:gd name="connsiteX1" fmla="*/ 2896 w 9158557"/>
              <a:gd name="connsiteY1" fmla="*/ 917068 h 917068"/>
              <a:gd name="connsiteX2" fmla="*/ 5396661 w 9158557"/>
              <a:gd name="connsiteY2" fmla="*/ 911412 h 917068"/>
              <a:gd name="connsiteX3" fmla="*/ 5912132 w 9158557"/>
              <a:gd name="connsiteY3" fmla="*/ 597647 h 917068"/>
              <a:gd name="connsiteX4" fmla="*/ 9154366 w 9158557"/>
              <a:gd name="connsiteY4" fmla="*/ 595274 h 917068"/>
              <a:gd name="connsiteX5" fmla="*/ 9158557 w 9158557"/>
              <a:gd name="connsiteY5" fmla="*/ 0 h 917068"/>
              <a:gd name="connsiteX6" fmla="*/ 522 w 9158557"/>
              <a:gd name="connsiteY6" fmla="*/ 0 h 917068"/>
              <a:gd name="connsiteX0" fmla="*/ 522 w 9158557"/>
              <a:gd name="connsiteY0" fmla="*/ 0 h 911412"/>
              <a:gd name="connsiteX1" fmla="*/ 2896 w 9158557"/>
              <a:gd name="connsiteY1" fmla="*/ 910555 h 911412"/>
              <a:gd name="connsiteX2" fmla="*/ 5396661 w 9158557"/>
              <a:gd name="connsiteY2" fmla="*/ 911412 h 911412"/>
              <a:gd name="connsiteX3" fmla="*/ 5912132 w 9158557"/>
              <a:gd name="connsiteY3" fmla="*/ 597647 h 911412"/>
              <a:gd name="connsiteX4" fmla="*/ 9154366 w 9158557"/>
              <a:gd name="connsiteY4" fmla="*/ 595274 h 911412"/>
              <a:gd name="connsiteX5" fmla="*/ 9158557 w 9158557"/>
              <a:gd name="connsiteY5" fmla="*/ 0 h 911412"/>
              <a:gd name="connsiteX6" fmla="*/ 522 w 9158557"/>
              <a:gd name="connsiteY6" fmla="*/ 0 h 911412"/>
              <a:gd name="connsiteX0" fmla="*/ 80091 w 9155661"/>
              <a:gd name="connsiteY0" fmla="*/ 241917 h 911412"/>
              <a:gd name="connsiteX1" fmla="*/ 0 w 9155661"/>
              <a:gd name="connsiteY1" fmla="*/ 910555 h 911412"/>
              <a:gd name="connsiteX2" fmla="*/ 5393765 w 9155661"/>
              <a:gd name="connsiteY2" fmla="*/ 911412 h 911412"/>
              <a:gd name="connsiteX3" fmla="*/ 5909236 w 9155661"/>
              <a:gd name="connsiteY3" fmla="*/ 597647 h 911412"/>
              <a:gd name="connsiteX4" fmla="*/ 9151470 w 9155661"/>
              <a:gd name="connsiteY4" fmla="*/ 595274 h 911412"/>
              <a:gd name="connsiteX5" fmla="*/ 9155661 w 9155661"/>
              <a:gd name="connsiteY5" fmla="*/ 0 h 911412"/>
              <a:gd name="connsiteX6" fmla="*/ 80091 w 9155661"/>
              <a:gd name="connsiteY6" fmla="*/ 241917 h 911412"/>
              <a:gd name="connsiteX0" fmla="*/ 3124 w 9155661"/>
              <a:gd name="connsiteY0" fmla="*/ 175940 h 911412"/>
              <a:gd name="connsiteX1" fmla="*/ 0 w 9155661"/>
              <a:gd name="connsiteY1" fmla="*/ 910555 h 911412"/>
              <a:gd name="connsiteX2" fmla="*/ 5393765 w 9155661"/>
              <a:gd name="connsiteY2" fmla="*/ 911412 h 911412"/>
              <a:gd name="connsiteX3" fmla="*/ 5909236 w 9155661"/>
              <a:gd name="connsiteY3" fmla="*/ 597647 h 911412"/>
              <a:gd name="connsiteX4" fmla="*/ 9151470 w 9155661"/>
              <a:gd name="connsiteY4" fmla="*/ 595274 h 911412"/>
              <a:gd name="connsiteX5" fmla="*/ 9155661 w 9155661"/>
              <a:gd name="connsiteY5" fmla="*/ 0 h 911412"/>
              <a:gd name="connsiteX6" fmla="*/ 3124 w 9155661"/>
              <a:gd name="connsiteY6" fmla="*/ 175940 h 911412"/>
              <a:gd name="connsiteX0" fmla="*/ 3124 w 9155661"/>
              <a:gd name="connsiteY0" fmla="*/ 146617 h 911412"/>
              <a:gd name="connsiteX1" fmla="*/ 0 w 9155661"/>
              <a:gd name="connsiteY1" fmla="*/ 910555 h 911412"/>
              <a:gd name="connsiteX2" fmla="*/ 5393765 w 9155661"/>
              <a:gd name="connsiteY2" fmla="*/ 911412 h 911412"/>
              <a:gd name="connsiteX3" fmla="*/ 5909236 w 9155661"/>
              <a:gd name="connsiteY3" fmla="*/ 597647 h 911412"/>
              <a:gd name="connsiteX4" fmla="*/ 9151470 w 9155661"/>
              <a:gd name="connsiteY4" fmla="*/ 595274 h 911412"/>
              <a:gd name="connsiteX5" fmla="*/ 9155661 w 9155661"/>
              <a:gd name="connsiteY5" fmla="*/ 0 h 911412"/>
              <a:gd name="connsiteX6" fmla="*/ 3124 w 9155661"/>
              <a:gd name="connsiteY6" fmla="*/ 146617 h 911412"/>
              <a:gd name="connsiteX0" fmla="*/ 3124 w 9151521"/>
              <a:gd name="connsiteY0" fmla="*/ 0 h 764795"/>
              <a:gd name="connsiteX1" fmla="*/ 0 w 9151521"/>
              <a:gd name="connsiteY1" fmla="*/ 763938 h 764795"/>
              <a:gd name="connsiteX2" fmla="*/ 5393765 w 9151521"/>
              <a:gd name="connsiteY2" fmla="*/ 764795 h 764795"/>
              <a:gd name="connsiteX3" fmla="*/ 5909236 w 9151521"/>
              <a:gd name="connsiteY3" fmla="*/ 451030 h 764795"/>
              <a:gd name="connsiteX4" fmla="*/ 9151470 w 9151521"/>
              <a:gd name="connsiteY4" fmla="*/ 448657 h 764795"/>
              <a:gd name="connsiteX5" fmla="*/ 9067698 w 9151521"/>
              <a:gd name="connsiteY5" fmla="*/ 21992 h 764795"/>
              <a:gd name="connsiteX6" fmla="*/ 3124 w 9151521"/>
              <a:gd name="connsiteY6" fmla="*/ 0 h 764795"/>
              <a:gd name="connsiteX0" fmla="*/ 3124 w 9152065"/>
              <a:gd name="connsiteY0" fmla="*/ 0 h 764795"/>
              <a:gd name="connsiteX1" fmla="*/ 0 w 9152065"/>
              <a:gd name="connsiteY1" fmla="*/ 763938 h 764795"/>
              <a:gd name="connsiteX2" fmla="*/ 5393765 w 9152065"/>
              <a:gd name="connsiteY2" fmla="*/ 764795 h 764795"/>
              <a:gd name="connsiteX3" fmla="*/ 5909236 w 9152065"/>
              <a:gd name="connsiteY3" fmla="*/ 451030 h 764795"/>
              <a:gd name="connsiteX4" fmla="*/ 9151470 w 9152065"/>
              <a:gd name="connsiteY4" fmla="*/ 448657 h 764795"/>
              <a:gd name="connsiteX5" fmla="*/ 9150163 w 9152065"/>
              <a:gd name="connsiteY5" fmla="*/ 14661 h 764795"/>
              <a:gd name="connsiteX6" fmla="*/ 3124 w 9152065"/>
              <a:gd name="connsiteY6" fmla="*/ 0 h 764795"/>
              <a:gd name="connsiteX0" fmla="*/ 3124 w 9152065"/>
              <a:gd name="connsiteY0" fmla="*/ 0 h 764795"/>
              <a:gd name="connsiteX1" fmla="*/ 0 w 9152065"/>
              <a:gd name="connsiteY1" fmla="*/ 697960 h 764795"/>
              <a:gd name="connsiteX2" fmla="*/ 5393765 w 9152065"/>
              <a:gd name="connsiteY2" fmla="*/ 764795 h 764795"/>
              <a:gd name="connsiteX3" fmla="*/ 5909236 w 9152065"/>
              <a:gd name="connsiteY3" fmla="*/ 451030 h 764795"/>
              <a:gd name="connsiteX4" fmla="*/ 9151470 w 9152065"/>
              <a:gd name="connsiteY4" fmla="*/ 448657 h 764795"/>
              <a:gd name="connsiteX5" fmla="*/ 9150163 w 9152065"/>
              <a:gd name="connsiteY5" fmla="*/ 14661 h 764795"/>
              <a:gd name="connsiteX6" fmla="*/ 3124 w 9152065"/>
              <a:gd name="connsiteY6" fmla="*/ 0 h 764795"/>
              <a:gd name="connsiteX0" fmla="*/ 3124 w 9152065"/>
              <a:gd name="connsiteY0" fmla="*/ 0 h 706148"/>
              <a:gd name="connsiteX1" fmla="*/ 0 w 9152065"/>
              <a:gd name="connsiteY1" fmla="*/ 697960 h 706148"/>
              <a:gd name="connsiteX2" fmla="*/ 5476230 w 9152065"/>
              <a:gd name="connsiteY2" fmla="*/ 706148 h 706148"/>
              <a:gd name="connsiteX3" fmla="*/ 5909236 w 9152065"/>
              <a:gd name="connsiteY3" fmla="*/ 451030 h 706148"/>
              <a:gd name="connsiteX4" fmla="*/ 9151470 w 9152065"/>
              <a:gd name="connsiteY4" fmla="*/ 448657 h 706148"/>
              <a:gd name="connsiteX5" fmla="*/ 9150163 w 9152065"/>
              <a:gd name="connsiteY5" fmla="*/ 14661 h 706148"/>
              <a:gd name="connsiteX6" fmla="*/ 3124 w 9152065"/>
              <a:gd name="connsiteY6" fmla="*/ 0 h 706148"/>
              <a:gd name="connsiteX0" fmla="*/ 3124 w 9152065"/>
              <a:gd name="connsiteY0" fmla="*/ 7331 h 713479"/>
              <a:gd name="connsiteX1" fmla="*/ 0 w 9152065"/>
              <a:gd name="connsiteY1" fmla="*/ 705291 h 713479"/>
              <a:gd name="connsiteX2" fmla="*/ 5476230 w 9152065"/>
              <a:gd name="connsiteY2" fmla="*/ 713479 h 713479"/>
              <a:gd name="connsiteX3" fmla="*/ 5909236 w 9152065"/>
              <a:gd name="connsiteY3" fmla="*/ 458361 h 713479"/>
              <a:gd name="connsiteX4" fmla="*/ 9151470 w 9152065"/>
              <a:gd name="connsiteY4" fmla="*/ 455988 h 713479"/>
              <a:gd name="connsiteX5" fmla="*/ 9150163 w 9152065"/>
              <a:gd name="connsiteY5" fmla="*/ 0 h 713479"/>
              <a:gd name="connsiteX6" fmla="*/ 3124 w 9152065"/>
              <a:gd name="connsiteY6" fmla="*/ 7331 h 713479"/>
              <a:gd name="connsiteX0" fmla="*/ 3124 w 9152065"/>
              <a:gd name="connsiteY0" fmla="*/ 7331 h 705291"/>
              <a:gd name="connsiteX1" fmla="*/ 0 w 9152065"/>
              <a:gd name="connsiteY1" fmla="*/ 705291 h 705291"/>
              <a:gd name="connsiteX2" fmla="*/ 5487226 w 9152065"/>
              <a:gd name="connsiteY2" fmla="*/ 691487 h 705291"/>
              <a:gd name="connsiteX3" fmla="*/ 5909236 w 9152065"/>
              <a:gd name="connsiteY3" fmla="*/ 458361 h 705291"/>
              <a:gd name="connsiteX4" fmla="*/ 9151470 w 9152065"/>
              <a:gd name="connsiteY4" fmla="*/ 455988 h 705291"/>
              <a:gd name="connsiteX5" fmla="*/ 9150163 w 9152065"/>
              <a:gd name="connsiteY5" fmla="*/ 0 h 705291"/>
              <a:gd name="connsiteX6" fmla="*/ 3124 w 9152065"/>
              <a:gd name="connsiteY6" fmla="*/ 7331 h 705291"/>
              <a:gd name="connsiteX0" fmla="*/ 3124 w 9152065"/>
              <a:gd name="connsiteY0" fmla="*/ 7331 h 713479"/>
              <a:gd name="connsiteX1" fmla="*/ 0 w 9152065"/>
              <a:gd name="connsiteY1" fmla="*/ 705291 h 713479"/>
              <a:gd name="connsiteX2" fmla="*/ 5470733 w 9152065"/>
              <a:gd name="connsiteY2" fmla="*/ 713479 h 713479"/>
              <a:gd name="connsiteX3" fmla="*/ 5909236 w 9152065"/>
              <a:gd name="connsiteY3" fmla="*/ 458361 h 713479"/>
              <a:gd name="connsiteX4" fmla="*/ 9151470 w 9152065"/>
              <a:gd name="connsiteY4" fmla="*/ 455988 h 713479"/>
              <a:gd name="connsiteX5" fmla="*/ 9150163 w 9152065"/>
              <a:gd name="connsiteY5" fmla="*/ 0 h 713479"/>
              <a:gd name="connsiteX6" fmla="*/ 3124 w 9152065"/>
              <a:gd name="connsiteY6" fmla="*/ 7331 h 713479"/>
              <a:gd name="connsiteX0" fmla="*/ 3124 w 9152065"/>
              <a:gd name="connsiteY0" fmla="*/ 7331 h 705291"/>
              <a:gd name="connsiteX1" fmla="*/ 0 w 9152065"/>
              <a:gd name="connsiteY1" fmla="*/ 705291 h 705291"/>
              <a:gd name="connsiteX2" fmla="*/ 5470733 w 9152065"/>
              <a:gd name="connsiteY2" fmla="*/ 695319 h 705291"/>
              <a:gd name="connsiteX3" fmla="*/ 5909236 w 9152065"/>
              <a:gd name="connsiteY3" fmla="*/ 458361 h 705291"/>
              <a:gd name="connsiteX4" fmla="*/ 9151470 w 9152065"/>
              <a:gd name="connsiteY4" fmla="*/ 455988 h 705291"/>
              <a:gd name="connsiteX5" fmla="*/ 9150163 w 9152065"/>
              <a:gd name="connsiteY5" fmla="*/ 0 h 705291"/>
              <a:gd name="connsiteX6" fmla="*/ 3124 w 9152065"/>
              <a:gd name="connsiteY6" fmla="*/ 7331 h 705291"/>
              <a:gd name="connsiteX0" fmla="*/ 3124 w 9152065"/>
              <a:gd name="connsiteY0" fmla="*/ 7331 h 708939"/>
              <a:gd name="connsiteX1" fmla="*/ 0 w 9152065"/>
              <a:gd name="connsiteY1" fmla="*/ 705291 h 708939"/>
              <a:gd name="connsiteX2" fmla="*/ 5467329 w 9152065"/>
              <a:gd name="connsiteY2" fmla="*/ 708939 h 708939"/>
              <a:gd name="connsiteX3" fmla="*/ 5909236 w 9152065"/>
              <a:gd name="connsiteY3" fmla="*/ 458361 h 708939"/>
              <a:gd name="connsiteX4" fmla="*/ 9151470 w 9152065"/>
              <a:gd name="connsiteY4" fmla="*/ 455988 h 708939"/>
              <a:gd name="connsiteX5" fmla="*/ 9150163 w 9152065"/>
              <a:gd name="connsiteY5" fmla="*/ 0 h 708939"/>
              <a:gd name="connsiteX6" fmla="*/ 3124 w 9152065"/>
              <a:gd name="connsiteY6" fmla="*/ 7331 h 708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52065" h="708939">
                <a:moveTo>
                  <a:pt x="3124" y="7331"/>
                </a:moveTo>
                <a:cubicBezTo>
                  <a:pt x="634" y="308645"/>
                  <a:pt x="2490" y="403977"/>
                  <a:pt x="0" y="705291"/>
                </a:cubicBezTo>
                <a:lnTo>
                  <a:pt x="5467329" y="708939"/>
                </a:lnTo>
                <a:lnTo>
                  <a:pt x="5909236" y="458361"/>
                </a:lnTo>
                <a:lnTo>
                  <a:pt x="9151470" y="455988"/>
                </a:lnTo>
                <a:cubicBezTo>
                  <a:pt x="9153960" y="254282"/>
                  <a:pt x="9147673" y="201706"/>
                  <a:pt x="9150163" y="0"/>
                </a:cubicBezTo>
                <a:lnTo>
                  <a:pt x="3124" y="733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455618" y="4774489"/>
            <a:ext cx="1569340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l" rtl="0"/>
            <a:r>
              <a:rPr lang="en-US" sz="800" b="0" i="0" u="none" strike="noStrike" kern="1200" baseline="0" dirty="0">
                <a:solidFill>
                  <a:schemeClr val="accent3"/>
                </a:solidFill>
                <a:latin typeface="Neo Sans Intel"/>
                <a:ea typeface="+mn-ea"/>
                <a:cs typeface="Neo Sans Intel"/>
              </a:rPr>
              <a:t>Intel Confidential — Do Not Forward</a:t>
            </a:r>
          </a:p>
        </p:txBody>
      </p:sp>
      <p:pic>
        <p:nvPicPr>
          <p:cNvPr id="7" name="Picture 6" descr="int_lookins_hrz_rgb_wht_24.png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5800" y="1291837"/>
            <a:ext cx="1252119" cy="791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813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183337"/>
            <a:ext cx="8229600" cy="741560"/>
          </a:xfrm>
        </p:spPr>
        <p:txBody>
          <a:bodyPr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28pt Light headline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lIns="91440" tIns="45720" rIns="91440" bIns="45720"/>
          <a:lstStyle/>
          <a:p>
            <a:fld id="{3966F50F-74B7-8640-8DA3-AAAA0044A327}" type="datetime1">
              <a:rPr lang="en-US" smtClean="0"/>
              <a:pPr/>
              <a:t>11/3/2016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idx="1"/>
          </p:nvPr>
        </p:nvSpPr>
        <p:spPr>
          <a:xfrm>
            <a:off x="455646" y="1200158"/>
            <a:ext cx="8167047" cy="346991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840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ig Bullet 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183337"/>
            <a:ext cx="8229600" cy="741560"/>
          </a:xfrm>
        </p:spPr>
        <p:txBody>
          <a:bodyPr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28pt Light headline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200152"/>
            <a:ext cx="8229600" cy="3468849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</a:lstStyle>
          <a:p>
            <a:pPr lvl="0"/>
            <a:r>
              <a:rPr lang="en-US" dirty="0"/>
              <a:t>18pt Medium Sub Line</a:t>
            </a:r>
          </a:p>
          <a:p>
            <a:pPr lvl="1"/>
            <a:r>
              <a:rPr lang="en-US" dirty="0"/>
              <a:t>18pt Regular Big Bullet One</a:t>
            </a:r>
          </a:p>
          <a:p>
            <a:pPr lvl="2"/>
            <a:r>
              <a:rPr lang="en-US" dirty="0"/>
              <a:t>Sub-bullet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lIns="91440" tIns="45720" rIns="91440" bIns="45720"/>
          <a:lstStyle/>
          <a:p>
            <a:fld id="{3966F50F-74B7-8640-8DA3-AAAA0044A327}" type="datetime1">
              <a:rPr lang="en-US" smtClean="0"/>
              <a:pPr/>
              <a:t>11/3/2016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8511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 and Attribu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2800" b="0" i="0" u="none" strike="noStrike" baseline="0" smtClean="0"/>
            </a:lvl1pPr>
          </a:lstStyle>
          <a:p>
            <a:r>
              <a:rPr lang="en-US" dirty="0"/>
              <a:t>28pt Light headline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 anchor="ctr" anchorCtr="0"/>
          <a:lstStyle>
            <a:lvl1pPr marL="173038" indent="-173038">
              <a:lnSpc>
                <a:spcPct val="90000"/>
              </a:lnSpc>
              <a:defRPr sz="4400" baseline="0">
                <a:solidFill>
                  <a:schemeClr val="accent2"/>
                </a:solidFill>
                <a:latin typeface="Neo Sans Intel Light"/>
                <a:cs typeface="Neo Sans Intel Light"/>
              </a:defRPr>
            </a:lvl1pPr>
            <a:lvl2pPr marL="400050" indent="-225425">
              <a:buFont typeface="Lucida Grande"/>
              <a:buChar char="−"/>
              <a:defRPr sz="1200">
                <a:latin typeface="Neo Sans Intel Medium"/>
                <a:cs typeface="Neo Sans Intel Medium"/>
              </a:defRPr>
            </a:lvl2pPr>
            <a:lvl3pPr marL="685800" indent="-228600">
              <a:defRPr sz="1100"/>
            </a:lvl3pPr>
            <a:lvl4pPr>
              <a:defRPr sz="1100"/>
            </a:lvl4pPr>
            <a:lvl5pPr>
              <a:defRPr sz="1000"/>
            </a:lvl5pPr>
          </a:lstStyle>
          <a:p>
            <a:pPr lvl="0"/>
            <a:r>
              <a:rPr lang="en-US" dirty="0"/>
              <a:t>44pt Light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lIns="91440" tIns="45720" rIns="91440" bIns="45720"/>
          <a:lstStyle/>
          <a:p>
            <a:fld id="{6FEA138E-B478-4D47-9F13-076A10A3FA8C}" type="datetime1">
              <a:rPr lang="en-US" smtClean="0"/>
              <a:pPr/>
              <a:t>11/3/2016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2946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Brea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5612" y="2761179"/>
            <a:ext cx="8220076" cy="1764587"/>
          </a:xfrm>
        </p:spPr>
        <p:txBody>
          <a:bodyPr anchor="t" anchorCtr="0"/>
          <a:lstStyle>
            <a:lvl1pPr marL="173038" indent="-173038">
              <a:defRPr sz="3600" baseline="0">
                <a:solidFill>
                  <a:schemeClr val="accent1"/>
                </a:solidFill>
                <a:latin typeface="Neo Sans Intel Light"/>
                <a:cs typeface="Neo Sans Intel Light"/>
              </a:defRPr>
            </a:lvl1pPr>
            <a:lvl2pPr marL="0" indent="0">
              <a:buFont typeface="Lucida Grande"/>
              <a:buNone/>
              <a:defRPr sz="1200">
                <a:solidFill>
                  <a:schemeClr val="accent2"/>
                </a:solidFill>
                <a:latin typeface="Neo Sans Intel Medium"/>
                <a:cs typeface="Neo Sans Intel Medium"/>
              </a:defRPr>
            </a:lvl2pPr>
            <a:lvl3pPr marL="685800" indent="-228600"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1"/>
            <a:r>
              <a:rPr lang="en-US" dirty="0"/>
              <a:t>12 point medium subhead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511970"/>
            <a:ext cx="8229600" cy="2133130"/>
          </a:xfrm>
        </p:spPr>
        <p:txBody>
          <a:bodyPr anchor="b" anchorCtr="0"/>
          <a:lstStyle/>
          <a:p>
            <a:pPr lvl="0"/>
            <a:r>
              <a:rPr lang="en-US" dirty="0"/>
              <a:t>28pt Light Text</a:t>
            </a:r>
          </a:p>
        </p:txBody>
      </p:sp>
    </p:spTree>
    <p:extLst>
      <p:ext uri="{BB962C8B-B14F-4D97-AF65-F5344CB8AC3E}">
        <p14:creationId xmlns:p14="http://schemas.microsoft.com/office/powerpoint/2010/main" val="1825633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17" y="1200150"/>
            <a:ext cx="4032621" cy="3461820"/>
          </a:xfrm>
        </p:spPr>
        <p:txBody>
          <a:bodyPr/>
          <a:lstStyle>
            <a:lvl1pPr>
              <a:lnSpc>
                <a:spcPct val="110000"/>
              </a:lnSpc>
              <a:defRPr sz="1800"/>
            </a:lvl1pPr>
            <a:lvl2pPr>
              <a:spcBef>
                <a:spcPts val="800"/>
              </a:spcBef>
              <a:defRPr sz="1600"/>
            </a:lvl2pPr>
            <a:lvl3pPr>
              <a:spcBef>
                <a:spcPts val="400"/>
              </a:spcBef>
              <a:defRPr sz="1600"/>
            </a:lvl3pPr>
            <a:lvl4pPr>
              <a:spcBef>
                <a:spcPts val="400"/>
              </a:spcBef>
              <a:defRPr sz="1400"/>
            </a:lvl4pPr>
            <a:lvl5pPr>
              <a:spcBef>
                <a:spcPts val="400"/>
              </a:spcBef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40022" y="1200150"/>
            <a:ext cx="3946833" cy="3461820"/>
          </a:xfrm>
        </p:spPr>
        <p:txBody>
          <a:bodyPr/>
          <a:lstStyle>
            <a:lvl1pPr>
              <a:lnSpc>
                <a:spcPct val="110000"/>
              </a:lnSpc>
              <a:defRPr sz="1800"/>
            </a:lvl1pPr>
            <a:lvl2pPr>
              <a:spcBef>
                <a:spcPts val="800"/>
              </a:spcBef>
              <a:defRPr sz="1600"/>
            </a:lvl2pPr>
            <a:lvl3pPr>
              <a:spcBef>
                <a:spcPts val="400"/>
              </a:spcBef>
              <a:defRPr sz="1600"/>
            </a:lvl3pPr>
            <a:lvl4pPr>
              <a:spcBef>
                <a:spcPts val="400"/>
              </a:spcBef>
              <a:defRPr sz="1400"/>
            </a:lvl4pPr>
            <a:lvl5pPr>
              <a:spcBef>
                <a:spcPts val="400"/>
              </a:spcBef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lIns="91440" tIns="45720" rIns="91440" bIns="4572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063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lang="en-US" sz="2400" kern="1200" dirty="0">
                <a:solidFill>
                  <a:schemeClr val="accent1"/>
                </a:solidFill>
                <a:latin typeface="Neo Sans Intel" panose="020B05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16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961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ack Cov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335037" y="4935262"/>
            <a:ext cx="1569340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l" rtl="0"/>
            <a:r>
              <a:rPr lang="en-US" sz="800" b="0" i="0" u="none" strike="noStrike" kern="1200" baseline="0" dirty="0">
                <a:solidFill>
                  <a:schemeClr val="accent3"/>
                </a:solidFill>
                <a:latin typeface="Neo Sans Intel"/>
                <a:ea typeface="+mn-ea"/>
                <a:cs typeface="Neo Sans Intel"/>
              </a:rPr>
              <a:t>Intel Confidential — Do Not Forward</a:t>
            </a:r>
          </a:p>
        </p:txBody>
      </p:sp>
    </p:spTree>
    <p:extLst>
      <p:ext uri="{BB962C8B-B14F-4D97-AF65-F5344CB8AC3E}">
        <p14:creationId xmlns:p14="http://schemas.microsoft.com/office/powerpoint/2010/main" val="804063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lue Section Brea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 userDrawn="1"/>
        </p:nvSpPr>
        <p:spPr>
          <a:xfrm>
            <a:off x="0" y="4798071"/>
            <a:ext cx="9144000" cy="345430"/>
          </a:xfrm>
          <a:custGeom>
            <a:avLst/>
            <a:gdLst>
              <a:gd name="connsiteX0" fmla="*/ 9155339 w 9162317"/>
              <a:gd name="connsiteY0" fmla="*/ 0 h 460573"/>
              <a:gd name="connsiteX1" fmla="*/ 8352851 w 9162317"/>
              <a:gd name="connsiteY1" fmla="*/ 6978 h 460573"/>
              <a:gd name="connsiteX2" fmla="*/ 7829490 w 9162317"/>
              <a:gd name="connsiteY2" fmla="*/ 314027 h 460573"/>
              <a:gd name="connsiteX3" fmla="*/ 0 w 9162317"/>
              <a:gd name="connsiteY3" fmla="*/ 307048 h 460573"/>
              <a:gd name="connsiteX4" fmla="*/ 0 w 9162317"/>
              <a:gd name="connsiteY4" fmla="*/ 460573 h 460573"/>
              <a:gd name="connsiteX5" fmla="*/ 9162317 w 9162317"/>
              <a:gd name="connsiteY5" fmla="*/ 453594 h 460573"/>
              <a:gd name="connsiteX6" fmla="*/ 9155339 w 9162317"/>
              <a:gd name="connsiteY6" fmla="*/ 0 h 460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62317" h="460573">
                <a:moveTo>
                  <a:pt x="9155339" y="0"/>
                </a:moveTo>
                <a:lnTo>
                  <a:pt x="8352851" y="6978"/>
                </a:lnTo>
                <a:lnTo>
                  <a:pt x="7829490" y="314027"/>
                </a:lnTo>
                <a:lnTo>
                  <a:pt x="0" y="307048"/>
                </a:lnTo>
                <a:lnTo>
                  <a:pt x="0" y="460573"/>
                </a:lnTo>
                <a:lnTo>
                  <a:pt x="9162317" y="453594"/>
                </a:lnTo>
                <a:lnTo>
                  <a:pt x="9155339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1619587"/>
            <a:ext cx="7772400" cy="1021556"/>
          </a:xfrm>
        </p:spPr>
        <p:txBody>
          <a:bodyPr anchor="b" anchorCtr="0">
            <a:normAutofit/>
          </a:bodyPr>
          <a:lstStyle>
            <a:lvl1pPr algn="l">
              <a:defRPr sz="2800" b="0" cap="none">
                <a:solidFill>
                  <a:schemeClr val="bg1"/>
                </a:solidFill>
                <a:latin typeface="Neo Sans Intel Light"/>
                <a:cs typeface="Neo Sans Intel Light"/>
              </a:defRPr>
            </a:lvl1pPr>
          </a:lstStyle>
          <a:p>
            <a:r>
              <a:rPr lang="en-US" dirty="0"/>
              <a:t>28pt Light Text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5613" y="2752675"/>
            <a:ext cx="7772400" cy="112514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200">
                <a:solidFill>
                  <a:schemeClr val="accent3"/>
                </a:solidFill>
                <a:latin typeface="Neo Sans Intel Medium"/>
                <a:cs typeface="Neo Sans Intel Medium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12pt Medium Subhead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7439" y="4818851"/>
            <a:ext cx="505132" cy="319371"/>
          </a:xfrm>
          <a:prstGeom prst="rect">
            <a:avLst/>
          </a:prstGeom>
        </p:spPr>
        <p:txBody>
          <a:bodyPr lIns="91440" tIns="45720" rIns="91440" bIns="4572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8686800" y="4867275"/>
            <a:ext cx="0" cy="178594"/>
          </a:xfrm>
          <a:prstGeom prst="line">
            <a:avLst/>
          </a:prstGeom>
          <a:ln w="3175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int_lookins_hrz_rgb_blue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58347" y="4848258"/>
            <a:ext cx="349092" cy="228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1123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lue Section Break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 userDrawn="1"/>
        </p:nvSpPr>
        <p:spPr>
          <a:xfrm>
            <a:off x="0" y="4798071"/>
            <a:ext cx="9144000" cy="345430"/>
          </a:xfrm>
          <a:custGeom>
            <a:avLst/>
            <a:gdLst>
              <a:gd name="connsiteX0" fmla="*/ 9155339 w 9162317"/>
              <a:gd name="connsiteY0" fmla="*/ 0 h 460573"/>
              <a:gd name="connsiteX1" fmla="*/ 8352851 w 9162317"/>
              <a:gd name="connsiteY1" fmla="*/ 6978 h 460573"/>
              <a:gd name="connsiteX2" fmla="*/ 7829490 w 9162317"/>
              <a:gd name="connsiteY2" fmla="*/ 314027 h 460573"/>
              <a:gd name="connsiteX3" fmla="*/ 0 w 9162317"/>
              <a:gd name="connsiteY3" fmla="*/ 307048 h 460573"/>
              <a:gd name="connsiteX4" fmla="*/ 0 w 9162317"/>
              <a:gd name="connsiteY4" fmla="*/ 460573 h 460573"/>
              <a:gd name="connsiteX5" fmla="*/ 9162317 w 9162317"/>
              <a:gd name="connsiteY5" fmla="*/ 453594 h 460573"/>
              <a:gd name="connsiteX6" fmla="*/ 9155339 w 9162317"/>
              <a:gd name="connsiteY6" fmla="*/ 0 h 460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62317" h="460573">
                <a:moveTo>
                  <a:pt x="9155339" y="0"/>
                </a:moveTo>
                <a:lnTo>
                  <a:pt x="8352851" y="6978"/>
                </a:lnTo>
                <a:lnTo>
                  <a:pt x="7829490" y="314027"/>
                </a:lnTo>
                <a:lnTo>
                  <a:pt x="0" y="307048"/>
                </a:lnTo>
                <a:lnTo>
                  <a:pt x="0" y="460573"/>
                </a:lnTo>
                <a:lnTo>
                  <a:pt x="9162317" y="453594"/>
                </a:lnTo>
                <a:lnTo>
                  <a:pt x="9155339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2153552"/>
            <a:ext cx="7772400" cy="1021556"/>
          </a:xfrm>
        </p:spPr>
        <p:txBody>
          <a:bodyPr anchor="b" anchorCtr="0">
            <a:normAutofit/>
          </a:bodyPr>
          <a:lstStyle>
            <a:lvl1pPr algn="l">
              <a:defRPr sz="2800" b="0" cap="none">
                <a:solidFill>
                  <a:schemeClr val="bg1"/>
                </a:solidFill>
                <a:latin typeface="Neo Sans Intel Light"/>
                <a:cs typeface="Neo Sans Intel Light"/>
              </a:defRPr>
            </a:lvl1pPr>
          </a:lstStyle>
          <a:p>
            <a:r>
              <a:rPr lang="en-US" dirty="0"/>
              <a:t>28pt Light Text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5613" y="3286642"/>
            <a:ext cx="7772400" cy="112514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200">
                <a:solidFill>
                  <a:schemeClr val="accent3"/>
                </a:solidFill>
                <a:latin typeface="Neo Sans Intel Medium"/>
                <a:cs typeface="Neo Sans Intel Medium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12pt Medium Subhead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2352" y="4843599"/>
            <a:ext cx="2133600" cy="273844"/>
          </a:xfrm>
          <a:prstGeom prst="rect">
            <a:avLst/>
          </a:prstGeom>
        </p:spPr>
        <p:txBody>
          <a:bodyPr lIns="91440" tIns="45720" rIns="91440" bIns="4572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8686800" y="4867275"/>
            <a:ext cx="0" cy="178594"/>
          </a:xfrm>
          <a:prstGeom prst="line">
            <a:avLst/>
          </a:prstGeom>
          <a:ln w="3175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int_lookins_hrz_rgb_blue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58347" y="4848258"/>
            <a:ext cx="349092" cy="228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7621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ack Cov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Intel_LookInside_white.png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77432" y="1875130"/>
            <a:ext cx="2256638" cy="1386890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455618" y="4774489"/>
            <a:ext cx="76302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l" rtl="0"/>
            <a:r>
              <a:rPr lang="en-US" sz="800" b="0" i="0" u="none" strike="noStrike" kern="1200" baseline="0" dirty="0">
                <a:solidFill>
                  <a:schemeClr val="accent3"/>
                </a:solidFill>
                <a:latin typeface="Neo Sans Intel"/>
                <a:ea typeface="+mn-ea"/>
                <a:cs typeface="Neo Sans Intel"/>
              </a:rPr>
              <a:t>Intel Corporation</a:t>
            </a:r>
          </a:p>
        </p:txBody>
      </p:sp>
    </p:spTree>
    <p:extLst>
      <p:ext uri="{BB962C8B-B14F-4D97-AF65-F5344CB8AC3E}">
        <p14:creationId xmlns:p14="http://schemas.microsoft.com/office/powerpoint/2010/main" val="24136368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>
            <a:spLocks noGrp="1"/>
          </p:cNvSpPr>
          <p:nvPr>
            <p:ph type="sldNum" sz="quarter" idx="2"/>
          </p:nvPr>
        </p:nvSpPr>
        <p:spPr>
          <a:xfrm>
            <a:off x="8824767" y="4768796"/>
            <a:ext cx="153964" cy="114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33" name="Shape 3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4" name="Shape 34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2933798891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PTCovers-01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259030"/>
            <a:ext cx="8269500" cy="2866740"/>
          </a:xfrm>
          <a:prstGeom prst="rect">
            <a:avLst/>
          </a:prstGeom>
        </p:spPr>
      </p:pic>
      <p:sp>
        <p:nvSpPr>
          <p:cNvPr id="12" name="Text Box 5"/>
          <p:cNvSpPr txBox="1">
            <a:spLocks noChangeArrowheads="1"/>
          </p:cNvSpPr>
          <p:nvPr userDrawn="1"/>
        </p:nvSpPr>
        <p:spPr bwMode="auto">
          <a:xfrm>
            <a:off x="524794" y="4983068"/>
            <a:ext cx="2890838" cy="92333"/>
          </a:xfrm>
          <a:prstGeom prst="rect">
            <a:avLst/>
          </a:prstGeom>
          <a:noFill/>
          <a:ln w="5080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>
            <a:spAutoFit/>
          </a:bodyPr>
          <a:lstStyle/>
          <a:p>
            <a:pPr defTabSz="685800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600" dirty="0">
                <a:solidFill>
                  <a:srgbClr val="939598"/>
                </a:solidFill>
                <a:latin typeface="Neo Sans Intel"/>
                <a:cs typeface="Neo Sans Intel"/>
              </a:rPr>
              <a:t>INTEL CONFIDENTIAL, 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57202" y="1964905"/>
            <a:ext cx="4594206" cy="446276"/>
          </a:xfrm>
        </p:spPr>
        <p:txBody>
          <a:bodyPr wrap="none" anchor="ctr" anchorCtr="0">
            <a:spAutoFit/>
          </a:bodyPr>
          <a:lstStyle>
            <a:lvl1pPr algn="l">
              <a:lnSpc>
                <a:spcPct val="100000"/>
              </a:lnSpc>
              <a:defRPr sz="29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altLang="ja-JP" dirty="0"/>
              <a:t>Click to edit Master title style</a:t>
            </a: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2378240" y="3265075"/>
            <a:ext cx="4466738" cy="748923"/>
          </a:xfrm>
        </p:spPr>
        <p:txBody>
          <a:bodyPr wrap="square">
            <a:spAutoFit/>
          </a:bodyPr>
          <a:lstStyle>
            <a:lvl1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500" b="0" i="0">
                <a:solidFill>
                  <a:schemeClr val="bg1"/>
                </a:solidFill>
                <a:latin typeface="Neo Sans Intel Medium"/>
                <a:cs typeface="Neo Sans Intel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dirty="0">
                <a:latin typeface="Verdana" charset="0"/>
              </a:rPr>
              <a:t>Subtitle</a:t>
            </a: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200" dirty="0">
                <a:latin typeface="Verdana" charset="0"/>
              </a:rPr>
              <a:t>Additional Info</a:t>
            </a:r>
            <a:endParaRPr lang="en-US" dirty="0">
              <a:latin typeface="Verdana" charset="0"/>
            </a:endParaRPr>
          </a:p>
          <a:p>
            <a:endParaRPr lang="en-US" dirty="0"/>
          </a:p>
        </p:txBody>
      </p:sp>
      <p:pic>
        <p:nvPicPr>
          <p:cNvPr id="14" name="Picture 13" descr="intel_rgb_3000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4399" y="226029"/>
            <a:ext cx="865548" cy="428014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5" y="4947296"/>
            <a:ext cx="317716" cy="184666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fld id="{435EC5FB-0C8E-4818-A81D-78796ABB4840}" type="slidenum">
              <a:rPr lang="en-US" sz="600" smtClean="0">
                <a:solidFill>
                  <a:srgbClr val="B4BAB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 defTabSz="6858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600" dirty="0">
              <a:solidFill>
                <a:srgbClr val="B4BABD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591859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PTCovers-02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219217"/>
            <a:ext cx="8257308" cy="3077059"/>
          </a:xfrm>
          <a:prstGeom prst="rect">
            <a:avLst/>
          </a:prstGeom>
        </p:spPr>
      </p:pic>
      <p:pic>
        <p:nvPicPr>
          <p:cNvPr id="9" name="Picture 8" descr="intel_rgb_3000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4399" y="226029"/>
            <a:ext cx="865548" cy="428014"/>
          </a:xfrm>
          <a:prstGeom prst="rect">
            <a:avLst/>
          </a:prstGeom>
        </p:spPr>
      </p:pic>
      <p:sp>
        <p:nvSpPr>
          <p:cNvPr id="7" name="Text Box 5"/>
          <p:cNvSpPr txBox="1">
            <a:spLocks noChangeArrowheads="1"/>
          </p:cNvSpPr>
          <p:nvPr userDrawn="1"/>
        </p:nvSpPr>
        <p:spPr bwMode="auto">
          <a:xfrm>
            <a:off x="524794" y="4983068"/>
            <a:ext cx="2890838" cy="92333"/>
          </a:xfrm>
          <a:prstGeom prst="rect">
            <a:avLst/>
          </a:prstGeom>
          <a:noFill/>
          <a:ln w="5080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>
            <a:spAutoFit/>
          </a:bodyPr>
          <a:lstStyle/>
          <a:p>
            <a:pPr defTabSz="685800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600" dirty="0">
                <a:solidFill>
                  <a:srgbClr val="939598"/>
                </a:solidFill>
                <a:latin typeface="Neo Sans Intel"/>
                <a:cs typeface="Neo Sans Intel"/>
              </a:rPr>
              <a:t>INTEL CONFIDENTIAL, FOR INTERNAL USE ONLY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57202" y="1769133"/>
            <a:ext cx="4594206" cy="446276"/>
          </a:xfrm>
        </p:spPr>
        <p:txBody>
          <a:bodyPr wrap="none" anchor="ctr" anchorCtr="0">
            <a:spAutoFit/>
          </a:bodyPr>
          <a:lstStyle>
            <a:lvl1pPr algn="l">
              <a:lnSpc>
                <a:spcPct val="100000"/>
              </a:lnSpc>
              <a:defRPr sz="29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altLang="ja-JP" dirty="0"/>
              <a:t>Click to edit Master title style</a:t>
            </a:r>
          </a:p>
        </p:txBody>
      </p:sp>
      <p:sp>
        <p:nvSpPr>
          <p:cNvPr id="10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60188" y="2448174"/>
            <a:ext cx="4343400" cy="569387"/>
          </a:xfrm>
        </p:spPr>
        <p:txBody>
          <a:bodyPr wrap="square">
            <a:spAutoFit/>
          </a:bodyPr>
          <a:lstStyle>
            <a:lvl1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5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b="0" i="0" dirty="0">
                <a:latin typeface="Neo Sans Intel"/>
                <a:cs typeface="Neo Sans Intel"/>
              </a:rPr>
              <a:t>Subtitle</a:t>
            </a:r>
            <a:endParaRPr lang="en-US" dirty="0">
              <a:latin typeface="Verdana" charset="0"/>
            </a:endParaRP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200" b="0" i="0" dirty="0">
                <a:latin typeface="Neo Sans Intel"/>
                <a:cs typeface="Neo Sans Intel"/>
              </a:rPr>
              <a:t>Additional Info</a:t>
            </a:r>
            <a:endParaRPr lang="en-US" sz="1200" dirty="0">
              <a:latin typeface="Verdana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5" y="4947296"/>
            <a:ext cx="317716" cy="184666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fld id="{435EC5FB-0C8E-4818-A81D-78796ABB4840}" type="slidenum">
              <a:rPr lang="en-US" sz="600" smtClean="0">
                <a:solidFill>
                  <a:srgbClr val="B4BAB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 defTabSz="6858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600" dirty="0">
              <a:solidFill>
                <a:srgbClr val="B4BABD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1343895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PTCovers-03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327166"/>
            <a:ext cx="8342654" cy="2178631"/>
          </a:xfrm>
          <a:prstGeom prst="rect">
            <a:avLst/>
          </a:prstGeom>
        </p:spPr>
      </p:pic>
      <p:pic>
        <p:nvPicPr>
          <p:cNvPr id="8" name="Picture 7" descr="intel_rgb_3000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4399" y="226029"/>
            <a:ext cx="865548" cy="428014"/>
          </a:xfrm>
          <a:prstGeom prst="rect">
            <a:avLst/>
          </a:prstGeom>
        </p:spPr>
      </p:pic>
      <p:sp>
        <p:nvSpPr>
          <p:cNvPr id="7" name="Text Box 5"/>
          <p:cNvSpPr txBox="1">
            <a:spLocks noChangeArrowheads="1"/>
          </p:cNvSpPr>
          <p:nvPr userDrawn="1"/>
        </p:nvSpPr>
        <p:spPr bwMode="auto">
          <a:xfrm>
            <a:off x="524794" y="4983068"/>
            <a:ext cx="2890838" cy="92333"/>
          </a:xfrm>
          <a:prstGeom prst="rect">
            <a:avLst/>
          </a:prstGeom>
          <a:noFill/>
          <a:ln w="5080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>
            <a:spAutoFit/>
          </a:bodyPr>
          <a:lstStyle/>
          <a:p>
            <a:pPr defTabSz="685800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600" dirty="0">
                <a:solidFill>
                  <a:srgbClr val="939598"/>
                </a:solidFill>
                <a:latin typeface="Neo Sans Intel"/>
                <a:cs typeface="Neo Sans Intel"/>
              </a:rPr>
              <a:t>INTEL CONFIDENTIAL, FOR INTERNAL USE ONLY</a:t>
            </a:r>
          </a:p>
        </p:txBody>
      </p:sp>
      <p:sp>
        <p:nvSpPr>
          <p:cNvPr id="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57202" y="2083068"/>
            <a:ext cx="6754008" cy="446276"/>
          </a:xfrm>
        </p:spPr>
        <p:txBody>
          <a:bodyPr wrap="square" anchor="ctr" anchorCtr="0">
            <a:spAutoFit/>
          </a:bodyPr>
          <a:lstStyle>
            <a:lvl1pPr algn="l">
              <a:lnSpc>
                <a:spcPct val="100000"/>
              </a:lnSpc>
              <a:defRPr sz="29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altLang="ja-JP" dirty="0"/>
              <a:t>Click to edit Master title style</a:t>
            </a:r>
          </a:p>
        </p:txBody>
      </p:sp>
      <p:sp>
        <p:nvSpPr>
          <p:cNvPr id="10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59957" y="2812617"/>
            <a:ext cx="4343400" cy="569387"/>
          </a:xfrm>
        </p:spPr>
        <p:txBody>
          <a:bodyPr wrap="square">
            <a:spAutoFit/>
          </a:bodyPr>
          <a:lstStyle>
            <a:lvl1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b="0" i="0" dirty="0">
                <a:latin typeface="Neo Sans Intel"/>
                <a:cs typeface="Neo Sans Intel"/>
              </a:rPr>
              <a:t>Subtitle</a:t>
            </a:r>
            <a:endParaRPr lang="en-US" dirty="0">
              <a:latin typeface="Verdana" charset="0"/>
            </a:endParaRP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200" b="0" i="0" dirty="0">
                <a:latin typeface="Neo Sans Intel"/>
                <a:cs typeface="Neo Sans Intel"/>
              </a:rPr>
              <a:t>Additional Info</a:t>
            </a:r>
            <a:endParaRPr lang="en-US" sz="1200" dirty="0">
              <a:latin typeface="Verdana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5" y="4947296"/>
            <a:ext cx="317716" cy="184666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fld id="{435EC5FB-0C8E-4818-A81D-78796ABB4840}" type="slidenum">
              <a:rPr lang="en-US" sz="600" smtClean="0">
                <a:solidFill>
                  <a:srgbClr val="B4BAB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 defTabSz="6858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600" dirty="0">
              <a:solidFill>
                <a:srgbClr val="B4BABD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6645255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PTCovers-04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" y="901913"/>
            <a:ext cx="8495059" cy="2793585"/>
          </a:xfrm>
          <a:prstGeom prst="rect">
            <a:avLst/>
          </a:prstGeom>
        </p:spPr>
      </p:pic>
      <p:pic>
        <p:nvPicPr>
          <p:cNvPr id="15" name="Picture 14" descr="intel_rgb_3000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4399" y="226029"/>
            <a:ext cx="865548" cy="428014"/>
          </a:xfrm>
          <a:prstGeom prst="rect">
            <a:avLst/>
          </a:prstGeom>
        </p:spPr>
      </p:pic>
      <p:sp>
        <p:nvSpPr>
          <p:cNvPr id="9" name="Text Box 5"/>
          <p:cNvSpPr txBox="1">
            <a:spLocks noChangeArrowheads="1"/>
          </p:cNvSpPr>
          <p:nvPr userDrawn="1"/>
        </p:nvSpPr>
        <p:spPr bwMode="auto">
          <a:xfrm>
            <a:off x="524794" y="4983068"/>
            <a:ext cx="2890838" cy="92333"/>
          </a:xfrm>
          <a:prstGeom prst="rect">
            <a:avLst/>
          </a:prstGeom>
          <a:noFill/>
          <a:ln w="5080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>
            <a:spAutoFit/>
          </a:bodyPr>
          <a:lstStyle/>
          <a:p>
            <a:pPr defTabSz="685800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600" dirty="0">
                <a:solidFill>
                  <a:srgbClr val="939598"/>
                </a:solidFill>
                <a:latin typeface="Neo Sans Intel"/>
                <a:cs typeface="Neo Sans Intel"/>
              </a:rPr>
              <a:t>INTEL CONFIDENTIAL, FOR INTERNAL USE ONLY</a:t>
            </a: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ctrTitle"/>
          </p:nvPr>
        </p:nvSpPr>
        <p:spPr>
          <a:xfrm>
            <a:off x="593532" y="2041840"/>
            <a:ext cx="4594206" cy="446276"/>
          </a:xfrm>
        </p:spPr>
        <p:txBody>
          <a:bodyPr wrap="none" anchor="ctr" anchorCtr="0">
            <a:spAutoFit/>
          </a:bodyPr>
          <a:lstStyle>
            <a:lvl1pPr algn="l">
              <a:lnSpc>
                <a:spcPct val="100000"/>
              </a:lnSpc>
              <a:defRPr sz="29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altLang="ja-JP" dirty="0"/>
              <a:t>Click to edit Master title style</a:t>
            </a:r>
          </a:p>
        </p:txBody>
      </p:sp>
      <p:sp>
        <p:nvSpPr>
          <p:cNvPr id="11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592333" y="2737397"/>
            <a:ext cx="4343400" cy="569387"/>
          </a:xfrm>
        </p:spPr>
        <p:txBody>
          <a:bodyPr wrap="square">
            <a:spAutoFit/>
          </a:bodyPr>
          <a:lstStyle>
            <a:lvl1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500" b="0" i="0">
                <a:solidFill>
                  <a:schemeClr val="bg1"/>
                </a:solidFill>
                <a:latin typeface="Neo Sans Intel Medium"/>
                <a:cs typeface="Neo Sans Intel Medium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b="0" i="0" dirty="0">
                <a:latin typeface="Neo Sans Intel"/>
                <a:cs typeface="Neo Sans Intel"/>
              </a:rPr>
              <a:t>Subtitle</a:t>
            </a:r>
            <a:endParaRPr lang="en-US" dirty="0">
              <a:latin typeface="Verdana" charset="0"/>
            </a:endParaRP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200" b="0" i="0" dirty="0">
                <a:latin typeface="Neo Sans Intel"/>
                <a:cs typeface="Neo Sans Intel"/>
              </a:rPr>
              <a:t>Additional Info</a:t>
            </a:r>
            <a:endParaRPr lang="en-US" sz="1200" dirty="0">
              <a:latin typeface="Verdana" charset="0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5" y="4947296"/>
            <a:ext cx="317716" cy="184666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fld id="{435EC5FB-0C8E-4818-A81D-78796ABB4840}" type="slidenum">
              <a:rPr lang="en-US" sz="600" smtClean="0">
                <a:solidFill>
                  <a:srgbClr val="B4BAB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 defTabSz="6858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600" dirty="0">
              <a:solidFill>
                <a:srgbClr val="B4BABD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7095657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1885951"/>
            <a:ext cx="6477000" cy="1021556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2900" b="0" i="0" cap="none">
                <a:solidFill>
                  <a:srgbClr val="FFFFFF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dirty="0"/>
              <a:t>Click To Edit Section Divider title Style</a:t>
            </a:r>
          </a:p>
        </p:txBody>
      </p:sp>
      <p:sp>
        <p:nvSpPr>
          <p:cNvPr id="14" name="Text Box 5"/>
          <p:cNvSpPr txBox="1">
            <a:spLocks noChangeArrowheads="1"/>
          </p:cNvSpPr>
          <p:nvPr userDrawn="1"/>
        </p:nvSpPr>
        <p:spPr bwMode="auto">
          <a:xfrm>
            <a:off x="524794" y="4983068"/>
            <a:ext cx="2890838" cy="92333"/>
          </a:xfrm>
          <a:prstGeom prst="rect">
            <a:avLst/>
          </a:prstGeom>
          <a:noFill/>
          <a:ln w="5080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>
            <a:spAutoFit/>
          </a:bodyPr>
          <a:lstStyle/>
          <a:p>
            <a:pPr defTabSz="685800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600" dirty="0">
                <a:solidFill>
                  <a:srgbClr val="FFFFFF"/>
                </a:solidFill>
                <a:latin typeface="Neo Sans Intel"/>
                <a:cs typeface="Neo Sans Intel"/>
              </a:rPr>
              <a:t>INTEL CONFIDENTIAL</a:t>
            </a:r>
          </a:p>
        </p:txBody>
      </p:sp>
      <p:sp>
        <p:nvSpPr>
          <p:cNvPr id="15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26" y="4914900"/>
            <a:ext cx="41592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6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B44C7BE5-B578-44C2-B697-AD60B2F34A37}" type="slidenum">
              <a:rPr lang="ja-JP" altLang="en-US" smtClean="0">
                <a:solidFill>
                  <a:srgbClr val="FFFFFF"/>
                </a:solidFill>
              </a:rPr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ja-JP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363518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-option 2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1885951"/>
            <a:ext cx="4627756" cy="1021556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2900" b="0" i="0" cap="none">
                <a:solidFill>
                  <a:srgbClr val="FFFFFF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dirty="0"/>
              <a:t>Click To Edit Section Divider title Style</a:t>
            </a:r>
          </a:p>
        </p:txBody>
      </p:sp>
      <p:sp>
        <p:nvSpPr>
          <p:cNvPr id="14" name="Text Box 5"/>
          <p:cNvSpPr txBox="1">
            <a:spLocks noChangeArrowheads="1"/>
          </p:cNvSpPr>
          <p:nvPr userDrawn="1"/>
        </p:nvSpPr>
        <p:spPr bwMode="auto">
          <a:xfrm>
            <a:off x="524794" y="4983068"/>
            <a:ext cx="2890838" cy="92333"/>
          </a:xfrm>
          <a:prstGeom prst="rect">
            <a:avLst/>
          </a:prstGeom>
          <a:noFill/>
          <a:ln w="5080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>
            <a:spAutoFit/>
          </a:bodyPr>
          <a:lstStyle/>
          <a:p>
            <a:pPr defTabSz="685800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600" dirty="0">
                <a:solidFill>
                  <a:srgbClr val="FFFFFF"/>
                </a:solidFill>
                <a:latin typeface="Neo Sans Intel"/>
                <a:cs typeface="Neo Sans Intel"/>
              </a:rPr>
              <a:t>INTEL CONFIDENTIAL</a:t>
            </a:r>
          </a:p>
        </p:txBody>
      </p:sp>
      <p:sp>
        <p:nvSpPr>
          <p:cNvPr id="15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26" y="4914900"/>
            <a:ext cx="41592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6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B44C7BE5-B578-44C2-B697-AD60B2F34A37}" type="slidenum">
              <a:rPr lang="ja-JP" altLang="en-US" smtClean="0">
                <a:solidFill>
                  <a:srgbClr val="FFFFFF"/>
                </a:solidFill>
              </a:rPr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ja-JP" dirty="0">
              <a:solidFill>
                <a:srgbClr val="FFFFFF"/>
              </a:solidFill>
            </a:endParaRP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5353050" y="0"/>
            <a:ext cx="3790950" cy="51435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887663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ivider-option 3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5"/>
          <p:cNvSpPr txBox="1">
            <a:spLocks noChangeArrowheads="1"/>
          </p:cNvSpPr>
          <p:nvPr userDrawn="1"/>
        </p:nvSpPr>
        <p:spPr bwMode="auto">
          <a:xfrm>
            <a:off x="524794" y="4983068"/>
            <a:ext cx="2890838" cy="92333"/>
          </a:xfrm>
          <a:prstGeom prst="rect">
            <a:avLst/>
          </a:prstGeom>
          <a:noFill/>
          <a:ln w="5080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>
            <a:spAutoFit/>
          </a:bodyPr>
          <a:lstStyle/>
          <a:p>
            <a:pPr defTabSz="685800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600" dirty="0">
                <a:solidFill>
                  <a:srgbClr val="FFFFFF"/>
                </a:solidFill>
                <a:latin typeface="Neo Sans Intel"/>
                <a:cs typeface="Neo Sans Intel"/>
              </a:rPr>
              <a:t>INTEL CONFIDENTIAL</a:t>
            </a:r>
          </a:p>
        </p:txBody>
      </p:sp>
      <p:sp>
        <p:nvSpPr>
          <p:cNvPr id="15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26" y="4914900"/>
            <a:ext cx="41592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6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B44C7BE5-B578-44C2-B697-AD60B2F34A37}" type="slidenum">
              <a:rPr lang="ja-JP" altLang="en-US" smtClean="0">
                <a:solidFill>
                  <a:srgbClr val="FFFFFF"/>
                </a:solidFill>
              </a:rPr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ja-JP" dirty="0">
              <a:solidFill>
                <a:srgbClr val="FFFFFF"/>
              </a:solidFill>
            </a:endParaRP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51435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62466" y="438151"/>
            <a:ext cx="4627756" cy="1021556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2700" b="0" i="0" cap="none">
                <a:solidFill>
                  <a:srgbClr val="FFFFFF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dirty="0"/>
              <a:t>Click To Edit Section Divider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84410608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85856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5613" y="1034656"/>
            <a:ext cx="4037012" cy="3402806"/>
          </a:xfrm>
        </p:spPr>
        <p:txBody>
          <a:bodyPr/>
          <a:lstStyle>
            <a:lvl1pPr marL="0" indent="0">
              <a:defRPr sz="15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025" y="1034656"/>
            <a:ext cx="4038600" cy="3402806"/>
          </a:xfrm>
        </p:spPr>
        <p:txBody>
          <a:bodyPr/>
          <a:lstStyle>
            <a:lvl1pPr marL="0" indent="0">
              <a:defRPr sz="15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8130245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60843004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9456357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1885951"/>
            <a:ext cx="6477000" cy="1021556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3000" b="0" i="0" cap="none">
                <a:solidFill>
                  <a:srgbClr val="FFFFFF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dirty="0"/>
              <a:t>Thank You</a:t>
            </a:r>
          </a:p>
        </p:txBody>
      </p:sp>
      <p:pic>
        <p:nvPicPr>
          <p:cNvPr id="5" name="Picture 4" descr="Intel_logo_white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0663" y="226030"/>
            <a:ext cx="869284" cy="429882"/>
          </a:xfrm>
          <a:prstGeom prst="rect">
            <a:avLst/>
          </a:prstGeom>
        </p:spPr>
      </p:pic>
      <p:sp>
        <p:nvSpPr>
          <p:cNvPr id="4" name="Text Box 5"/>
          <p:cNvSpPr txBox="1">
            <a:spLocks noChangeArrowheads="1"/>
          </p:cNvSpPr>
          <p:nvPr userDrawn="1"/>
        </p:nvSpPr>
        <p:spPr bwMode="auto">
          <a:xfrm>
            <a:off x="524794" y="4983068"/>
            <a:ext cx="2890838" cy="92333"/>
          </a:xfrm>
          <a:prstGeom prst="rect">
            <a:avLst/>
          </a:prstGeom>
          <a:noFill/>
          <a:ln w="5080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>
            <a:spAutoFit/>
          </a:bodyPr>
          <a:lstStyle/>
          <a:p>
            <a:pPr defTabSz="685800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600" dirty="0">
                <a:solidFill>
                  <a:srgbClr val="FFFFFF"/>
                </a:solidFill>
                <a:latin typeface="Neo Sans Intel"/>
                <a:cs typeface="Neo Sans Intel"/>
              </a:rPr>
              <a:t>INTEL CONFIDENTIAL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26" y="4914900"/>
            <a:ext cx="41592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6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B44C7BE5-B578-44C2-B697-AD60B2F34A37}" type="slidenum">
              <a:rPr lang="ja-JP" altLang="en-US" smtClean="0">
                <a:solidFill>
                  <a:srgbClr val="FFFFFF"/>
                </a:solidFill>
              </a:rPr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ja-JP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1836005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Slide with White Logo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ntel_wht_rgb_3000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22677" y="1855077"/>
            <a:ext cx="2898648" cy="1433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121201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Slide with Blu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ntel_rgb_3000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22677" y="1855077"/>
            <a:ext cx="2898648" cy="1433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939849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>
            <a:lvl1pPr algn="l">
              <a:defRPr sz="3000" b="1" cap="all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ctr" anchorCtr="0"/>
          <a:lstStyle>
            <a:lvl1pPr marL="0" indent="0">
              <a:buNone/>
              <a:defRPr sz="21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o Sans Intel Medium" pitchFamily="34" charset="0"/>
              </a:defRPr>
            </a:lvl1pPr>
            <a:lvl2pPr marL="342900" indent="0">
              <a:buNone/>
              <a:defRPr sz="1400"/>
            </a:lvl2pPr>
            <a:lvl3pPr marL="685800" indent="0">
              <a:buNone/>
              <a:defRPr sz="1200"/>
            </a:lvl3pPr>
            <a:lvl4pPr marL="1028700" indent="0">
              <a:buNone/>
              <a:defRPr sz="1100"/>
            </a:lvl4pPr>
            <a:lvl5pPr marL="1371600" indent="0">
              <a:buNone/>
              <a:defRPr sz="1100"/>
            </a:lvl5pPr>
            <a:lvl6pPr marL="1714500" indent="0">
              <a:buNone/>
              <a:defRPr sz="1100"/>
            </a:lvl6pPr>
            <a:lvl7pPr marL="2057400" indent="0">
              <a:buNone/>
              <a:defRPr sz="1100"/>
            </a:lvl7pPr>
            <a:lvl8pPr marL="2400300" indent="0">
              <a:buNone/>
              <a:defRPr sz="1100"/>
            </a:lvl8pPr>
            <a:lvl9pPr marL="2743200" indent="0">
              <a:buNone/>
              <a:defRPr sz="11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Rectangle 4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28140" y="4914900"/>
            <a:ext cx="41592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eaLnBrk="1" hangingPunct="1">
              <a:lnSpc>
                <a:spcPct val="100000"/>
              </a:lnSpc>
              <a:spcBef>
                <a:spcPct val="0"/>
              </a:spcBef>
              <a:defRPr sz="900" b="1">
                <a:solidFill>
                  <a:srgbClr val="FFFFFF"/>
                </a:solidFill>
                <a:latin typeface="Verdana" pitchFamily="34" charset="0"/>
                <a:cs typeface="+mn-cs"/>
              </a:defRPr>
            </a:lvl1pPr>
          </a:lstStyle>
          <a:p>
            <a:pPr defTabSz="685800" fontAlgn="base">
              <a:spcAft>
                <a:spcPct val="0"/>
              </a:spcAft>
              <a:defRPr/>
            </a:pPr>
            <a:fld id="{C7BB534C-3998-4730-B91F-3C976FEAD61C}" type="slidenum">
              <a:rPr lang="en-US" smtClean="0"/>
              <a:pPr defTabSz="685800" fontAlgn="base">
                <a:spcAft>
                  <a:spcPct val="0"/>
                </a:spcAft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764305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PTCovers-01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259030"/>
            <a:ext cx="8269500" cy="2866740"/>
          </a:xfrm>
          <a:prstGeom prst="rect">
            <a:avLst/>
          </a:prstGeom>
        </p:spPr>
      </p:pic>
      <p:sp>
        <p:nvSpPr>
          <p:cNvPr id="12" name="Text Box 5"/>
          <p:cNvSpPr txBox="1">
            <a:spLocks noChangeArrowheads="1"/>
          </p:cNvSpPr>
          <p:nvPr userDrawn="1"/>
        </p:nvSpPr>
        <p:spPr bwMode="auto">
          <a:xfrm>
            <a:off x="524794" y="4983068"/>
            <a:ext cx="2890838" cy="92333"/>
          </a:xfrm>
          <a:prstGeom prst="rect">
            <a:avLst/>
          </a:prstGeom>
          <a:noFill/>
          <a:ln w="5080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>
            <a:spAutoFit/>
          </a:bodyPr>
          <a:lstStyle/>
          <a:p>
            <a:pPr defTabSz="685800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600" dirty="0">
                <a:solidFill>
                  <a:srgbClr val="939598"/>
                </a:solidFill>
                <a:latin typeface="Neo Sans Intel"/>
                <a:cs typeface="Neo Sans Intel"/>
              </a:rPr>
              <a:t>INTEL CONFIDENTIAL, 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57202" y="1964905"/>
            <a:ext cx="4594206" cy="446276"/>
          </a:xfrm>
        </p:spPr>
        <p:txBody>
          <a:bodyPr wrap="none" anchor="ctr" anchorCtr="0">
            <a:spAutoFit/>
          </a:bodyPr>
          <a:lstStyle>
            <a:lvl1pPr algn="l">
              <a:lnSpc>
                <a:spcPct val="100000"/>
              </a:lnSpc>
              <a:defRPr sz="29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altLang="ja-JP" dirty="0"/>
              <a:t>Click to edit Master title style</a:t>
            </a: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2378240" y="3265075"/>
            <a:ext cx="4466738" cy="748923"/>
          </a:xfrm>
        </p:spPr>
        <p:txBody>
          <a:bodyPr wrap="square">
            <a:spAutoFit/>
          </a:bodyPr>
          <a:lstStyle>
            <a:lvl1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500" b="0" i="0">
                <a:solidFill>
                  <a:schemeClr val="bg1"/>
                </a:solidFill>
                <a:latin typeface="Neo Sans Intel Medium"/>
                <a:cs typeface="Neo Sans Intel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dirty="0">
                <a:latin typeface="Verdana" charset="0"/>
              </a:rPr>
              <a:t>Subtitle</a:t>
            </a: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200" dirty="0">
                <a:latin typeface="Verdana" charset="0"/>
              </a:rPr>
              <a:t>Additional Info</a:t>
            </a:r>
            <a:endParaRPr lang="en-US" dirty="0">
              <a:latin typeface="Verdana" charset="0"/>
            </a:endParaRPr>
          </a:p>
          <a:p>
            <a:endParaRPr lang="en-US" dirty="0"/>
          </a:p>
        </p:txBody>
      </p:sp>
      <p:pic>
        <p:nvPicPr>
          <p:cNvPr id="14" name="Picture 13" descr="intel_rgb_3000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4399" y="226029"/>
            <a:ext cx="865548" cy="428014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5" y="4947296"/>
            <a:ext cx="317716" cy="184666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fld id="{435EC5FB-0C8E-4818-A81D-78796ABB4840}" type="slidenum">
              <a:rPr lang="en-US" sz="600" smtClean="0">
                <a:solidFill>
                  <a:srgbClr val="B4BAB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 defTabSz="6858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600" dirty="0">
              <a:solidFill>
                <a:srgbClr val="B4BABD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789586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PTCovers-02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219217"/>
            <a:ext cx="8257308" cy="3077059"/>
          </a:xfrm>
          <a:prstGeom prst="rect">
            <a:avLst/>
          </a:prstGeom>
        </p:spPr>
      </p:pic>
      <p:pic>
        <p:nvPicPr>
          <p:cNvPr id="9" name="Picture 8" descr="intel_rgb_3000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4399" y="226029"/>
            <a:ext cx="865548" cy="428014"/>
          </a:xfrm>
          <a:prstGeom prst="rect">
            <a:avLst/>
          </a:prstGeom>
        </p:spPr>
      </p:pic>
      <p:sp>
        <p:nvSpPr>
          <p:cNvPr id="7" name="Text Box 5"/>
          <p:cNvSpPr txBox="1">
            <a:spLocks noChangeArrowheads="1"/>
          </p:cNvSpPr>
          <p:nvPr userDrawn="1"/>
        </p:nvSpPr>
        <p:spPr bwMode="auto">
          <a:xfrm>
            <a:off x="524794" y="4983068"/>
            <a:ext cx="2890838" cy="92333"/>
          </a:xfrm>
          <a:prstGeom prst="rect">
            <a:avLst/>
          </a:prstGeom>
          <a:noFill/>
          <a:ln w="5080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>
            <a:spAutoFit/>
          </a:bodyPr>
          <a:lstStyle/>
          <a:p>
            <a:pPr defTabSz="685800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600" dirty="0">
                <a:solidFill>
                  <a:srgbClr val="939598"/>
                </a:solidFill>
                <a:latin typeface="Neo Sans Intel"/>
                <a:cs typeface="Neo Sans Intel"/>
              </a:rPr>
              <a:t>INTEL CONFIDENTIAL, FOR INTERNAL USE ONLY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57202" y="1769133"/>
            <a:ext cx="4594206" cy="446276"/>
          </a:xfrm>
        </p:spPr>
        <p:txBody>
          <a:bodyPr wrap="none" anchor="ctr" anchorCtr="0">
            <a:spAutoFit/>
          </a:bodyPr>
          <a:lstStyle>
            <a:lvl1pPr algn="l">
              <a:lnSpc>
                <a:spcPct val="100000"/>
              </a:lnSpc>
              <a:defRPr sz="29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altLang="ja-JP" dirty="0"/>
              <a:t>Click to edit Master title style</a:t>
            </a:r>
          </a:p>
        </p:txBody>
      </p:sp>
      <p:sp>
        <p:nvSpPr>
          <p:cNvPr id="10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60188" y="2448174"/>
            <a:ext cx="4343400" cy="569387"/>
          </a:xfrm>
        </p:spPr>
        <p:txBody>
          <a:bodyPr wrap="square">
            <a:spAutoFit/>
          </a:bodyPr>
          <a:lstStyle>
            <a:lvl1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5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b="0" i="0" dirty="0">
                <a:latin typeface="Neo Sans Intel"/>
                <a:cs typeface="Neo Sans Intel"/>
              </a:rPr>
              <a:t>Subtitle</a:t>
            </a:r>
            <a:endParaRPr lang="en-US" dirty="0">
              <a:latin typeface="Verdana" charset="0"/>
            </a:endParaRP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200" b="0" i="0" dirty="0">
                <a:latin typeface="Neo Sans Intel"/>
                <a:cs typeface="Neo Sans Intel"/>
              </a:rPr>
              <a:t>Additional Info</a:t>
            </a:r>
            <a:endParaRPr lang="en-US" sz="1200" dirty="0">
              <a:latin typeface="Verdana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5" y="4947296"/>
            <a:ext cx="317716" cy="184666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fld id="{435EC5FB-0C8E-4818-A81D-78796ABB4840}" type="slidenum">
              <a:rPr lang="en-US" sz="600" smtClean="0">
                <a:solidFill>
                  <a:srgbClr val="B4BAB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 defTabSz="6858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600" dirty="0">
              <a:solidFill>
                <a:srgbClr val="B4BABD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3415987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PTCovers-03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327166"/>
            <a:ext cx="8342654" cy="2178631"/>
          </a:xfrm>
          <a:prstGeom prst="rect">
            <a:avLst/>
          </a:prstGeom>
        </p:spPr>
      </p:pic>
      <p:pic>
        <p:nvPicPr>
          <p:cNvPr id="8" name="Picture 7" descr="intel_rgb_3000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4399" y="226029"/>
            <a:ext cx="865548" cy="428014"/>
          </a:xfrm>
          <a:prstGeom prst="rect">
            <a:avLst/>
          </a:prstGeom>
        </p:spPr>
      </p:pic>
      <p:sp>
        <p:nvSpPr>
          <p:cNvPr id="7" name="Text Box 5"/>
          <p:cNvSpPr txBox="1">
            <a:spLocks noChangeArrowheads="1"/>
          </p:cNvSpPr>
          <p:nvPr userDrawn="1"/>
        </p:nvSpPr>
        <p:spPr bwMode="auto">
          <a:xfrm>
            <a:off x="524794" y="4983068"/>
            <a:ext cx="2890838" cy="92333"/>
          </a:xfrm>
          <a:prstGeom prst="rect">
            <a:avLst/>
          </a:prstGeom>
          <a:noFill/>
          <a:ln w="5080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>
            <a:spAutoFit/>
          </a:bodyPr>
          <a:lstStyle/>
          <a:p>
            <a:pPr defTabSz="685800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600" dirty="0">
                <a:solidFill>
                  <a:srgbClr val="939598"/>
                </a:solidFill>
                <a:latin typeface="Neo Sans Intel"/>
                <a:cs typeface="Neo Sans Intel"/>
              </a:rPr>
              <a:t>INTEL CONFIDENTIAL, FOR INTERNAL USE ONLY</a:t>
            </a:r>
          </a:p>
        </p:txBody>
      </p:sp>
      <p:sp>
        <p:nvSpPr>
          <p:cNvPr id="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57202" y="2083068"/>
            <a:ext cx="6754008" cy="446276"/>
          </a:xfrm>
        </p:spPr>
        <p:txBody>
          <a:bodyPr wrap="square" anchor="ctr" anchorCtr="0">
            <a:spAutoFit/>
          </a:bodyPr>
          <a:lstStyle>
            <a:lvl1pPr algn="l">
              <a:lnSpc>
                <a:spcPct val="100000"/>
              </a:lnSpc>
              <a:defRPr sz="29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altLang="ja-JP" dirty="0"/>
              <a:t>Click to edit Master title style</a:t>
            </a:r>
          </a:p>
        </p:txBody>
      </p:sp>
      <p:sp>
        <p:nvSpPr>
          <p:cNvPr id="10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59957" y="2812617"/>
            <a:ext cx="4343400" cy="569387"/>
          </a:xfrm>
        </p:spPr>
        <p:txBody>
          <a:bodyPr wrap="square">
            <a:spAutoFit/>
          </a:bodyPr>
          <a:lstStyle>
            <a:lvl1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b="0" i="0" dirty="0">
                <a:latin typeface="Neo Sans Intel"/>
                <a:cs typeface="Neo Sans Intel"/>
              </a:rPr>
              <a:t>Subtitle</a:t>
            </a:r>
            <a:endParaRPr lang="en-US" dirty="0">
              <a:latin typeface="Verdana" charset="0"/>
            </a:endParaRP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200" b="0" i="0" dirty="0">
                <a:latin typeface="Neo Sans Intel"/>
                <a:cs typeface="Neo Sans Intel"/>
              </a:rPr>
              <a:t>Additional Info</a:t>
            </a:r>
            <a:endParaRPr lang="en-US" sz="1200" dirty="0">
              <a:latin typeface="Verdana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5" y="4947296"/>
            <a:ext cx="317716" cy="184666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fld id="{435EC5FB-0C8E-4818-A81D-78796ABB4840}" type="slidenum">
              <a:rPr lang="en-US" sz="600" smtClean="0">
                <a:solidFill>
                  <a:srgbClr val="B4BAB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 defTabSz="6858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600" dirty="0">
              <a:solidFill>
                <a:srgbClr val="B4BABD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368135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PTCovers-04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" y="901913"/>
            <a:ext cx="8495059" cy="2793585"/>
          </a:xfrm>
          <a:prstGeom prst="rect">
            <a:avLst/>
          </a:prstGeom>
        </p:spPr>
      </p:pic>
      <p:pic>
        <p:nvPicPr>
          <p:cNvPr id="15" name="Picture 14" descr="intel_rgb_3000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4399" y="226029"/>
            <a:ext cx="865548" cy="428014"/>
          </a:xfrm>
          <a:prstGeom prst="rect">
            <a:avLst/>
          </a:prstGeom>
        </p:spPr>
      </p:pic>
      <p:sp>
        <p:nvSpPr>
          <p:cNvPr id="9" name="Text Box 5"/>
          <p:cNvSpPr txBox="1">
            <a:spLocks noChangeArrowheads="1"/>
          </p:cNvSpPr>
          <p:nvPr userDrawn="1"/>
        </p:nvSpPr>
        <p:spPr bwMode="auto">
          <a:xfrm>
            <a:off x="524794" y="4983068"/>
            <a:ext cx="2890838" cy="92333"/>
          </a:xfrm>
          <a:prstGeom prst="rect">
            <a:avLst/>
          </a:prstGeom>
          <a:noFill/>
          <a:ln w="5080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>
            <a:spAutoFit/>
          </a:bodyPr>
          <a:lstStyle/>
          <a:p>
            <a:pPr defTabSz="685800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600" dirty="0">
                <a:solidFill>
                  <a:srgbClr val="939598"/>
                </a:solidFill>
                <a:latin typeface="Neo Sans Intel"/>
                <a:cs typeface="Neo Sans Intel"/>
              </a:rPr>
              <a:t>INTEL CONFIDENTIAL, FOR INTERNAL USE ONLY</a:t>
            </a: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ctrTitle"/>
          </p:nvPr>
        </p:nvSpPr>
        <p:spPr>
          <a:xfrm>
            <a:off x="593532" y="2041840"/>
            <a:ext cx="4594206" cy="446276"/>
          </a:xfrm>
        </p:spPr>
        <p:txBody>
          <a:bodyPr wrap="none" anchor="ctr" anchorCtr="0">
            <a:spAutoFit/>
          </a:bodyPr>
          <a:lstStyle>
            <a:lvl1pPr algn="l">
              <a:lnSpc>
                <a:spcPct val="100000"/>
              </a:lnSpc>
              <a:defRPr sz="29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altLang="ja-JP" dirty="0"/>
              <a:t>Click to edit Master title style</a:t>
            </a:r>
          </a:p>
        </p:txBody>
      </p:sp>
      <p:sp>
        <p:nvSpPr>
          <p:cNvPr id="11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592333" y="2737397"/>
            <a:ext cx="4343400" cy="569387"/>
          </a:xfrm>
        </p:spPr>
        <p:txBody>
          <a:bodyPr wrap="square">
            <a:spAutoFit/>
          </a:bodyPr>
          <a:lstStyle>
            <a:lvl1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500" b="0" i="0">
                <a:solidFill>
                  <a:schemeClr val="bg1"/>
                </a:solidFill>
                <a:latin typeface="Neo Sans Intel Medium"/>
                <a:cs typeface="Neo Sans Intel Medium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b="0" i="0" dirty="0">
                <a:latin typeface="Neo Sans Intel"/>
                <a:cs typeface="Neo Sans Intel"/>
              </a:rPr>
              <a:t>Subtitle</a:t>
            </a:r>
            <a:endParaRPr lang="en-US" dirty="0">
              <a:latin typeface="Verdana" charset="0"/>
            </a:endParaRP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200" b="0" i="0" dirty="0">
                <a:latin typeface="Neo Sans Intel"/>
                <a:cs typeface="Neo Sans Intel"/>
              </a:rPr>
              <a:t>Additional Info</a:t>
            </a:r>
            <a:endParaRPr lang="en-US" sz="1200" dirty="0">
              <a:latin typeface="Verdana" charset="0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5" y="4947296"/>
            <a:ext cx="317716" cy="184666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fld id="{435EC5FB-0C8E-4818-A81D-78796ABB4840}" type="slidenum">
              <a:rPr lang="en-US" sz="600" smtClean="0">
                <a:solidFill>
                  <a:srgbClr val="B4BAB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 defTabSz="6858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600" dirty="0">
              <a:solidFill>
                <a:srgbClr val="B4BABD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9926200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1885951"/>
            <a:ext cx="6477000" cy="1021556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2900" b="0" i="0" cap="none">
                <a:solidFill>
                  <a:srgbClr val="FFFFFF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dirty="0"/>
              <a:t>Click To Edit Section Divider title Style</a:t>
            </a:r>
          </a:p>
        </p:txBody>
      </p:sp>
      <p:sp>
        <p:nvSpPr>
          <p:cNvPr id="14" name="Text Box 5"/>
          <p:cNvSpPr txBox="1">
            <a:spLocks noChangeArrowheads="1"/>
          </p:cNvSpPr>
          <p:nvPr userDrawn="1"/>
        </p:nvSpPr>
        <p:spPr bwMode="auto">
          <a:xfrm>
            <a:off x="524794" y="4983068"/>
            <a:ext cx="2890838" cy="92333"/>
          </a:xfrm>
          <a:prstGeom prst="rect">
            <a:avLst/>
          </a:prstGeom>
          <a:noFill/>
          <a:ln w="5080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>
            <a:spAutoFit/>
          </a:bodyPr>
          <a:lstStyle/>
          <a:p>
            <a:pPr defTabSz="685800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600" dirty="0">
                <a:solidFill>
                  <a:srgbClr val="FFFFFF"/>
                </a:solidFill>
                <a:latin typeface="Neo Sans Intel"/>
                <a:cs typeface="Neo Sans Intel"/>
              </a:rPr>
              <a:t>INTEL CONFIDENTIAL</a:t>
            </a:r>
          </a:p>
        </p:txBody>
      </p:sp>
      <p:sp>
        <p:nvSpPr>
          <p:cNvPr id="15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26" y="4914900"/>
            <a:ext cx="41592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6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B44C7BE5-B578-44C2-B697-AD60B2F34A37}" type="slidenum">
              <a:rPr lang="ja-JP" altLang="en-US" smtClean="0">
                <a:solidFill>
                  <a:srgbClr val="FFFFFF"/>
                </a:solidFill>
              </a:rPr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ja-JP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73639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-option 2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1885951"/>
            <a:ext cx="4627756" cy="1021556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2900" b="0" i="0" cap="none">
                <a:solidFill>
                  <a:srgbClr val="FFFFFF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dirty="0"/>
              <a:t>Click To Edit Section Divider title Style</a:t>
            </a:r>
          </a:p>
        </p:txBody>
      </p:sp>
      <p:sp>
        <p:nvSpPr>
          <p:cNvPr id="14" name="Text Box 5"/>
          <p:cNvSpPr txBox="1">
            <a:spLocks noChangeArrowheads="1"/>
          </p:cNvSpPr>
          <p:nvPr userDrawn="1"/>
        </p:nvSpPr>
        <p:spPr bwMode="auto">
          <a:xfrm>
            <a:off x="524794" y="4983068"/>
            <a:ext cx="2890838" cy="92333"/>
          </a:xfrm>
          <a:prstGeom prst="rect">
            <a:avLst/>
          </a:prstGeom>
          <a:noFill/>
          <a:ln w="5080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>
            <a:spAutoFit/>
          </a:bodyPr>
          <a:lstStyle/>
          <a:p>
            <a:pPr defTabSz="685800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600" dirty="0">
                <a:solidFill>
                  <a:srgbClr val="FFFFFF"/>
                </a:solidFill>
                <a:latin typeface="Neo Sans Intel"/>
                <a:cs typeface="Neo Sans Intel"/>
              </a:rPr>
              <a:t>INTEL CONFIDENTIAL</a:t>
            </a:r>
          </a:p>
        </p:txBody>
      </p:sp>
      <p:sp>
        <p:nvSpPr>
          <p:cNvPr id="15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26" y="4914900"/>
            <a:ext cx="41592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6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B44C7BE5-B578-44C2-B697-AD60B2F34A37}" type="slidenum">
              <a:rPr lang="ja-JP" altLang="en-US" smtClean="0">
                <a:solidFill>
                  <a:srgbClr val="FFFFFF"/>
                </a:solidFill>
              </a:rPr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ja-JP" dirty="0">
              <a:solidFill>
                <a:srgbClr val="FFFFFF"/>
              </a:solidFill>
            </a:endParaRP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5353050" y="0"/>
            <a:ext cx="3790950" cy="51435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6119746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ivider-option 3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5"/>
          <p:cNvSpPr txBox="1">
            <a:spLocks noChangeArrowheads="1"/>
          </p:cNvSpPr>
          <p:nvPr userDrawn="1"/>
        </p:nvSpPr>
        <p:spPr bwMode="auto">
          <a:xfrm>
            <a:off x="524794" y="4983068"/>
            <a:ext cx="2890838" cy="92333"/>
          </a:xfrm>
          <a:prstGeom prst="rect">
            <a:avLst/>
          </a:prstGeom>
          <a:noFill/>
          <a:ln w="5080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>
            <a:spAutoFit/>
          </a:bodyPr>
          <a:lstStyle/>
          <a:p>
            <a:pPr defTabSz="685800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600" dirty="0">
                <a:solidFill>
                  <a:srgbClr val="FFFFFF"/>
                </a:solidFill>
                <a:latin typeface="Neo Sans Intel"/>
                <a:cs typeface="Neo Sans Intel"/>
              </a:rPr>
              <a:t>INTEL CONFIDENTIAL</a:t>
            </a:r>
          </a:p>
        </p:txBody>
      </p:sp>
      <p:sp>
        <p:nvSpPr>
          <p:cNvPr id="15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26" y="4914900"/>
            <a:ext cx="41592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6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B44C7BE5-B578-44C2-B697-AD60B2F34A37}" type="slidenum">
              <a:rPr lang="ja-JP" altLang="en-US" smtClean="0">
                <a:solidFill>
                  <a:srgbClr val="FFFFFF"/>
                </a:solidFill>
              </a:rPr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ja-JP" dirty="0">
              <a:solidFill>
                <a:srgbClr val="FFFFFF"/>
              </a:solidFill>
            </a:endParaRP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51435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62466" y="438151"/>
            <a:ext cx="4627756" cy="1021556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2700" b="0" i="0" cap="none">
                <a:solidFill>
                  <a:srgbClr val="FFFFFF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dirty="0"/>
              <a:t>Click To Edit Section Divider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07701737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108582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5613" y="1034656"/>
            <a:ext cx="4037012" cy="3402806"/>
          </a:xfrm>
        </p:spPr>
        <p:txBody>
          <a:bodyPr/>
          <a:lstStyle>
            <a:lvl1pPr marL="0" indent="0">
              <a:defRPr sz="15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025" y="1034656"/>
            <a:ext cx="4038600" cy="3402806"/>
          </a:xfrm>
        </p:spPr>
        <p:txBody>
          <a:bodyPr/>
          <a:lstStyle>
            <a:lvl1pPr marL="0" indent="0">
              <a:defRPr sz="15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6453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58773184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636392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1885951"/>
            <a:ext cx="6477000" cy="1021556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3000" b="0" i="0" cap="none">
                <a:solidFill>
                  <a:srgbClr val="FFFFFF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dirty="0"/>
              <a:t>Thank You</a:t>
            </a:r>
          </a:p>
        </p:txBody>
      </p:sp>
      <p:pic>
        <p:nvPicPr>
          <p:cNvPr id="5" name="Picture 4" descr="Intel_logo_white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0663" y="226030"/>
            <a:ext cx="869284" cy="429882"/>
          </a:xfrm>
          <a:prstGeom prst="rect">
            <a:avLst/>
          </a:prstGeom>
        </p:spPr>
      </p:pic>
      <p:sp>
        <p:nvSpPr>
          <p:cNvPr id="4" name="Text Box 5"/>
          <p:cNvSpPr txBox="1">
            <a:spLocks noChangeArrowheads="1"/>
          </p:cNvSpPr>
          <p:nvPr userDrawn="1"/>
        </p:nvSpPr>
        <p:spPr bwMode="auto">
          <a:xfrm>
            <a:off x="524794" y="4983068"/>
            <a:ext cx="2890838" cy="92333"/>
          </a:xfrm>
          <a:prstGeom prst="rect">
            <a:avLst/>
          </a:prstGeom>
          <a:noFill/>
          <a:ln w="5080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>
            <a:spAutoFit/>
          </a:bodyPr>
          <a:lstStyle/>
          <a:p>
            <a:pPr defTabSz="685800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600" dirty="0">
                <a:solidFill>
                  <a:srgbClr val="FFFFFF"/>
                </a:solidFill>
                <a:latin typeface="Neo Sans Intel"/>
                <a:cs typeface="Neo Sans Intel"/>
              </a:rPr>
              <a:t>INTEL CONFIDENTIAL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26" y="4914900"/>
            <a:ext cx="41592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6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B44C7BE5-B578-44C2-B697-AD60B2F34A37}" type="slidenum">
              <a:rPr lang="ja-JP" altLang="en-US" smtClean="0">
                <a:solidFill>
                  <a:srgbClr val="FFFFFF"/>
                </a:solidFill>
              </a:rPr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ja-JP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6052378"/>
      </p:ext>
    </p:extLst>
  </p:cSld>
  <p:clrMapOvr>
    <a:masterClrMapping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Slide with White Logo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ntel_wht_rgb_3000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22677" y="1855077"/>
            <a:ext cx="2898648" cy="1433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601286"/>
      </p:ext>
    </p:extLst>
  </p:cSld>
  <p:clrMapOvr>
    <a:masterClrMapping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Slide with Blu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ntel_rgb_3000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22677" y="1855077"/>
            <a:ext cx="2898648" cy="1433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020505"/>
      </p:ext>
    </p:extLst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645" y="191157"/>
            <a:ext cx="941696" cy="484368"/>
          </a:xfrm>
          <a:prstGeom prst="rect">
            <a:avLst/>
          </a:prstGeom>
        </p:spPr>
      </p:pic>
      <p:pic>
        <p:nvPicPr>
          <p:cNvPr id="6" name="Picture 5" descr="PPTCovers-01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59030"/>
            <a:ext cx="8269500" cy="2866740"/>
          </a:xfrm>
          <a:prstGeom prst="rect">
            <a:avLst/>
          </a:prstGeom>
          <a:effectLst>
            <a:outerShdw blurRad="381000" dist="127000" dir="3000000" algn="ctr" rotWithShape="0">
              <a:srgbClr val="000000">
                <a:alpha val="43137"/>
              </a:srgbClr>
            </a:outerShdw>
          </a:effectLst>
        </p:spPr>
      </p:pic>
      <p:sp>
        <p:nvSpPr>
          <p:cNvPr id="4813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57224" y="1895654"/>
            <a:ext cx="6019277" cy="584775"/>
          </a:xfrm>
        </p:spPr>
        <p:txBody>
          <a:bodyPr wrap="none" anchor="ctr" anchorCtr="0">
            <a:spAutoFit/>
          </a:bodyPr>
          <a:lstStyle>
            <a:lvl1pPr algn="l">
              <a:lnSpc>
                <a:spcPct val="100000"/>
              </a:lnSpc>
              <a:defRPr sz="38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altLang="ja-JP" dirty="0"/>
              <a:t>Click to edit Master title style</a:t>
            </a: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2378240" y="3265039"/>
            <a:ext cx="4466738" cy="810478"/>
          </a:xfrm>
        </p:spPr>
        <p:txBody>
          <a:bodyPr wrap="square">
            <a:spAutoFit/>
          </a:bodyPr>
          <a:lstStyle>
            <a:lvl1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chemeClr val="bg1"/>
                </a:solidFill>
                <a:latin typeface="Neo Sans Intel Medium"/>
                <a:cs typeface="Neo Sans Intel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dirty="0">
                <a:latin typeface="Verdana" charset="0"/>
              </a:rPr>
              <a:t>Subtitle</a:t>
            </a: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600" dirty="0">
                <a:latin typeface="Verdana" charset="0"/>
              </a:rPr>
              <a:t>Additional Info</a:t>
            </a:r>
            <a:endParaRPr lang="en-US" dirty="0">
              <a:latin typeface="Verdana" charset="0"/>
            </a:endParaRPr>
          </a:p>
          <a:p>
            <a:endParaRPr lang="en-US" dirty="0"/>
          </a:p>
        </p:txBody>
      </p:sp>
      <p:sp>
        <p:nvSpPr>
          <p:cNvPr id="9" name="Text Box 5"/>
          <p:cNvSpPr txBox="1">
            <a:spLocks noChangeArrowheads="1"/>
          </p:cNvSpPr>
          <p:nvPr userDrawn="1"/>
        </p:nvSpPr>
        <p:spPr bwMode="auto">
          <a:xfrm>
            <a:off x="524794" y="4947346"/>
            <a:ext cx="2890838" cy="123111"/>
          </a:xfrm>
          <a:prstGeom prst="rect">
            <a:avLst/>
          </a:prstGeom>
          <a:noFill/>
          <a:ln w="5080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>
            <a:spAutoFit/>
          </a:bodyPr>
          <a:lstStyle/>
          <a:p>
            <a:pPr defTabSz="914354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800" dirty="0">
                <a:solidFill>
                  <a:srgbClr val="FFFFFF"/>
                </a:solidFill>
                <a:latin typeface="Neo Sans Intel"/>
                <a:cs typeface="Neo Sans Intel"/>
              </a:rPr>
              <a:t>INTEL CONFIDENTIAL – FOR INTERNAL USE ONLY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0" y="4911575"/>
            <a:ext cx="320912" cy="215440"/>
          </a:xfrm>
          <a:prstGeom prst="rect">
            <a:avLst/>
          </a:prstGeom>
          <a:noFill/>
        </p:spPr>
        <p:txBody>
          <a:bodyPr wrap="none" lIns="91435" tIns="45718" rIns="91435" bIns="45718" rtlCol="0">
            <a:spAutoFit/>
          </a:bodyPr>
          <a:lstStyle/>
          <a:p>
            <a:pPr defTabSz="914354" fontAlgn="base">
              <a:spcBef>
                <a:spcPct val="0"/>
              </a:spcBef>
              <a:spcAft>
                <a:spcPct val="0"/>
              </a:spcAft>
            </a:pPr>
            <a:fld id="{435EC5FB-0C8E-4818-A81D-78796ABB4840}" type="slidenum">
              <a:rPr lang="en-US" sz="800" smtClean="0">
                <a:solidFill>
                  <a:srgbClr val="FFFFFF"/>
                </a:solidFill>
                <a:latin typeface="Neo Sans Intel"/>
                <a:ea typeface="Verdana" pitchFamily="34" charset="0"/>
                <a:cs typeface="Neo Sans Intel"/>
              </a:rPr>
              <a:pPr defTabSz="914354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800" dirty="0">
              <a:solidFill>
                <a:srgbClr val="FFFFFF"/>
              </a:solidFill>
              <a:latin typeface="Neo Sans Intel"/>
              <a:ea typeface="Verdana" pitchFamily="34" charset="0"/>
              <a:cs typeface="Neo Sans Intel"/>
            </a:endParaRPr>
          </a:p>
        </p:txBody>
      </p:sp>
    </p:spTree>
    <p:extLst>
      <p:ext uri="{BB962C8B-B14F-4D97-AF65-F5344CB8AC3E}">
        <p14:creationId xmlns:p14="http://schemas.microsoft.com/office/powerpoint/2010/main" val="1971254923"/>
      </p:ext>
    </p:extLst>
  </p:cSld>
  <p:clrMapOvr>
    <a:masterClrMapping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PTCovers-02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19217"/>
            <a:ext cx="8257308" cy="3077059"/>
          </a:xfrm>
          <a:prstGeom prst="rect">
            <a:avLst/>
          </a:prstGeom>
        </p:spPr>
      </p:pic>
      <p:sp>
        <p:nvSpPr>
          <p:cNvPr id="8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57224" y="1699886"/>
            <a:ext cx="6019277" cy="584775"/>
          </a:xfrm>
        </p:spPr>
        <p:txBody>
          <a:bodyPr wrap="none" anchor="ctr" anchorCtr="0">
            <a:spAutoFit/>
          </a:bodyPr>
          <a:lstStyle>
            <a:lvl1pPr algn="l">
              <a:lnSpc>
                <a:spcPct val="100000"/>
              </a:lnSpc>
              <a:defRPr sz="38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altLang="ja-JP" dirty="0"/>
              <a:t>Click to edit Master title style</a:t>
            </a:r>
          </a:p>
        </p:txBody>
      </p:sp>
      <p:sp>
        <p:nvSpPr>
          <p:cNvPr id="10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60188" y="2448138"/>
            <a:ext cx="4343400" cy="630942"/>
          </a:xfrm>
        </p:spPr>
        <p:txBody>
          <a:bodyPr wrap="square">
            <a:spAutoFit/>
          </a:bodyPr>
          <a:lstStyle>
            <a:lvl1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b="0" i="0" dirty="0">
                <a:latin typeface="Neo Sans Intel"/>
                <a:cs typeface="Neo Sans Intel"/>
              </a:rPr>
              <a:t>Subtitle</a:t>
            </a:r>
            <a:endParaRPr lang="en-US" dirty="0">
              <a:latin typeface="Verdana" charset="0"/>
            </a:endParaRP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600" b="0" i="0" dirty="0">
                <a:latin typeface="Neo Sans Intel"/>
                <a:cs typeface="Neo Sans Intel"/>
              </a:rPr>
              <a:t>Additional Info</a:t>
            </a:r>
            <a:endParaRPr lang="en-US" sz="1600" dirty="0">
              <a:latin typeface="Verdana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645" y="191157"/>
            <a:ext cx="941696" cy="484368"/>
          </a:xfrm>
          <a:prstGeom prst="rect">
            <a:avLst/>
          </a:prstGeom>
        </p:spPr>
      </p:pic>
      <p:sp>
        <p:nvSpPr>
          <p:cNvPr id="13" name="Text Box 5"/>
          <p:cNvSpPr txBox="1">
            <a:spLocks noChangeArrowheads="1"/>
          </p:cNvSpPr>
          <p:nvPr userDrawn="1"/>
        </p:nvSpPr>
        <p:spPr bwMode="auto">
          <a:xfrm>
            <a:off x="524794" y="4947346"/>
            <a:ext cx="2890838" cy="123111"/>
          </a:xfrm>
          <a:prstGeom prst="rect">
            <a:avLst/>
          </a:prstGeom>
          <a:noFill/>
          <a:ln w="5080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>
            <a:spAutoFit/>
          </a:bodyPr>
          <a:lstStyle/>
          <a:p>
            <a:pPr defTabSz="914354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800" dirty="0">
                <a:solidFill>
                  <a:srgbClr val="FFFFFF"/>
                </a:solidFill>
                <a:latin typeface="Neo Sans Intel"/>
                <a:cs typeface="Neo Sans Intel"/>
              </a:rPr>
              <a:t>INTEL CONFIDENTIAL – FOR INTERNAL USE ONLY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0" y="4911575"/>
            <a:ext cx="320912" cy="215440"/>
          </a:xfrm>
          <a:prstGeom prst="rect">
            <a:avLst/>
          </a:prstGeom>
          <a:noFill/>
        </p:spPr>
        <p:txBody>
          <a:bodyPr wrap="none" lIns="91435" tIns="45718" rIns="91435" bIns="45718" rtlCol="0">
            <a:spAutoFit/>
          </a:bodyPr>
          <a:lstStyle/>
          <a:p>
            <a:pPr defTabSz="914354" fontAlgn="base">
              <a:spcBef>
                <a:spcPct val="0"/>
              </a:spcBef>
              <a:spcAft>
                <a:spcPct val="0"/>
              </a:spcAft>
            </a:pPr>
            <a:fld id="{435EC5FB-0C8E-4818-A81D-78796ABB4840}" type="slidenum">
              <a:rPr lang="en-US" sz="800" smtClean="0">
                <a:solidFill>
                  <a:srgbClr val="FFFFFF"/>
                </a:solidFill>
                <a:latin typeface="Neo Sans Intel"/>
                <a:ea typeface="Verdana" pitchFamily="34" charset="0"/>
                <a:cs typeface="Neo Sans Intel"/>
              </a:rPr>
              <a:pPr defTabSz="914354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800" dirty="0">
              <a:solidFill>
                <a:srgbClr val="FFFFFF"/>
              </a:solidFill>
              <a:latin typeface="Neo Sans Intel"/>
              <a:ea typeface="Verdana" pitchFamily="34" charset="0"/>
              <a:cs typeface="Neo Sans Intel"/>
            </a:endParaRPr>
          </a:p>
        </p:txBody>
      </p:sp>
    </p:spTree>
    <p:extLst>
      <p:ext uri="{BB962C8B-B14F-4D97-AF65-F5344CB8AC3E}">
        <p14:creationId xmlns:p14="http://schemas.microsoft.com/office/powerpoint/2010/main" val="2634394131"/>
      </p:ext>
    </p:extLst>
  </p:cSld>
  <p:clrMapOvr>
    <a:masterClrMapping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PTCovers-03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27166"/>
            <a:ext cx="8342654" cy="2178631"/>
          </a:xfrm>
          <a:prstGeom prst="rect">
            <a:avLst/>
          </a:prstGeom>
        </p:spPr>
      </p:pic>
      <p:sp>
        <p:nvSpPr>
          <p:cNvPr id="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57202" y="2013821"/>
            <a:ext cx="6754008" cy="584775"/>
          </a:xfrm>
        </p:spPr>
        <p:txBody>
          <a:bodyPr wrap="square" anchor="ctr" anchorCtr="0">
            <a:spAutoFit/>
          </a:bodyPr>
          <a:lstStyle>
            <a:lvl1pPr algn="l">
              <a:lnSpc>
                <a:spcPct val="100000"/>
              </a:lnSpc>
              <a:defRPr sz="38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altLang="ja-JP" dirty="0"/>
              <a:t>Click to edit Master title style</a:t>
            </a:r>
          </a:p>
        </p:txBody>
      </p:sp>
      <p:sp>
        <p:nvSpPr>
          <p:cNvPr id="10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59957" y="2812582"/>
            <a:ext cx="4343400" cy="630942"/>
          </a:xfrm>
        </p:spPr>
        <p:txBody>
          <a:bodyPr wrap="square">
            <a:spAutoFit/>
          </a:bodyPr>
          <a:lstStyle>
            <a:lvl1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b="0" i="0" dirty="0">
                <a:latin typeface="Neo Sans Intel"/>
                <a:cs typeface="Neo Sans Intel"/>
              </a:rPr>
              <a:t>Subtitle</a:t>
            </a:r>
            <a:endParaRPr lang="en-US" dirty="0">
              <a:latin typeface="Verdana" charset="0"/>
            </a:endParaRP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600" b="0" i="0" dirty="0">
                <a:latin typeface="Neo Sans Intel"/>
                <a:cs typeface="Neo Sans Intel"/>
              </a:rPr>
              <a:t>Additional Info</a:t>
            </a:r>
            <a:endParaRPr lang="en-US" sz="1600" dirty="0">
              <a:latin typeface="Verdana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645" y="191157"/>
            <a:ext cx="941696" cy="484368"/>
          </a:xfrm>
          <a:prstGeom prst="rect">
            <a:avLst/>
          </a:prstGeom>
        </p:spPr>
      </p:pic>
      <p:sp>
        <p:nvSpPr>
          <p:cNvPr id="13" name="Text Box 5"/>
          <p:cNvSpPr txBox="1">
            <a:spLocks noChangeArrowheads="1"/>
          </p:cNvSpPr>
          <p:nvPr userDrawn="1"/>
        </p:nvSpPr>
        <p:spPr bwMode="auto">
          <a:xfrm>
            <a:off x="524794" y="4947346"/>
            <a:ext cx="2890838" cy="123111"/>
          </a:xfrm>
          <a:prstGeom prst="rect">
            <a:avLst/>
          </a:prstGeom>
          <a:noFill/>
          <a:ln w="5080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>
            <a:spAutoFit/>
          </a:bodyPr>
          <a:lstStyle/>
          <a:p>
            <a:pPr defTabSz="914354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800" dirty="0">
                <a:solidFill>
                  <a:srgbClr val="FFFFFF"/>
                </a:solidFill>
                <a:latin typeface="Neo Sans Intel"/>
                <a:cs typeface="Neo Sans Intel"/>
              </a:rPr>
              <a:t>INTEL CONFIDENTIAL – FOR INTERNAL USE ONLY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0" y="4911575"/>
            <a:ext cx="320912" cy="215440"/>
          </a:xfrm>
          <a:prstGeom prst="rect">
            <a:avLst/>
          </a:prstGeom>
          <a:noFill/>
        </p:spPr>
        <p:txBody>
          <a:bodyPr wrap="none" lIns="91435" tIns="45718" rIns="91435" bIns="45718" rtlCol="0">
            <a:spAutoFit/>
          </a:bodyPr>
          <a:lstStyle/>
          <a:p>
            <a:pPr defTabSz="914354" fontAlgn="base">
              <a:spcBef>
                <a:spcPct val="0"/>
              </a:spcBef>
              <a:spcAft>
                <a:spcPct val="0"/>
              </a:spcAft>
            </a:pPr>
            <a:fld id="{435EC5FB-0C8E-4818-A81D-78796ABB4840}" type="slidenum">
              <a:rPr lang="en-US" sz="800" smtClean="0">
                <a:solidFill>
                  <a:srgbClr val="FFFFFF"/>
                </a:solidFill>
                <a:latin typeface="Neo Sans Intel"/>
                <a:ea typeface="Verdana" pitchFamily="34" charset="0"/>
                <a:cs typeface="Neo Sans Intel"/>
              </a:rPr>
              <a:pPr defTabSz="914354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800" dirty="0">
              <a:solidFill>
                <a:srgbClr val="FFFFFF"/>
              </a:solidFill>
              <a:latin typeface="Neo Sans Intel"/>
              <a:ea typeface="Verdana" pitchFamily="34" charset="0"/>
              <a:cs typeface="Neo Sans Intel"/>
            </a:endParaRPr>
          </a:p>
        </p:txBody>
      </p:sp>
    </p:spTree>
    <p:extLst>
      <p:ext uri="{BB962C8B-B14F-4D97-AF65-F5344CB8AC3E}">
        <p14:creationId xmlns:p14="http://schemas.microsoft.com/office/powerpoint/2010/main" val="3646817685"/>
      </p:ext>
    </p:extLst>
  </p:cSld>
  <p:clrMapOvr>
    <a:masterClrMapping/>
  </p:clrMapOvr>
  <p:transition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PTCovers-04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" y="901913"/>
            <a:ext cx="8495059" cy="2793585"/>
          </a:xfrm>
          <a:prstGeom prst="rect">
            <a:avLst/>
          </a:prstGeom>
        </p:spPr>
      </p:pic>
      <p:sp>
        <p:nvSpPr>
          <p:cNvPr id="10" name="Rectangle 3"/>
          <p:cNvSpPr>
            <a:spLocks noGrp="1" noChangeArrowheads="1"/>
          </p:cNvSpPr>
          <p:nvPr>
            <p:ph type="ctrTitle"/>
          </p:nvPr>
        </p:nvSpPr>
        <p:spPr>
          <a:xfrm>
            <a:off x="593559" y="1972589"/>
            <a:ext cx="6019277" cy="584775"/>
          </a:xfrm>
        </p:spPr>
        <p:txBody>
          <a:bodyPr wrap="none" anchor="ctr" anchorCtr="0">
            <a:spAutoFit/>
          </a:bodyPr>
          <a:lstStyle>
            <a:lvl1pPr algn="l">
              <a:lnSpc>
                <a:spcPct val="100000"/>
              </a:lnSpc>
              <a:defRPr sz="38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altLang="ja-JP" dirty="0"/>
              <a:t>Click to edit Master title style</a:t>
            </a:r>
          </a:p>
        </p:txBody>
      </p:sp>
      <p:sp>
        <p:nvSpPr>
          <p:cNvPr id="11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592333" y="2737360"/>
            <a:ext cx="4343400" cy="630942"/>
          </a:xfrm>
        </p:spPr>
        <p:txBody>
          <a:bodyPr wrap="square">
            <a:spAutoFit/>
          </a:bodyPr>
          <a:lstStyle>
            <a:lvl1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chemeClr val="bg1"/>
                </a:solidFill>
                <a:latin typeface="Neo Sans Intel Medium"/>
                <a:cs typeface="Neo Sans Intel Medium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b="0" i="0" dirty="0">
                <a:latin typeface="Neo Sans Intel"/>
                <a:cs typeface="Neo Sans Intel"/>
              </a:rPr>
              <a:t>Subtitle</a:t>
            </a:r>
            <a:endParaRPr lang="en-US" dirty="0">
              <a:latin typeface="Verdana" charset="0"/>
            </a:endParaRP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600" b="0" i="0" dirty="0">
                <a:latin typeface="Neo Sans Intel"/>
                <a:cs typeface="Neo Sans Intel"/>
              </a:rPr>
              <a:t>Additional Info</a:t>
            </a:r>
            <a:endParaRPr lang="en-US" sz="1600" dirty="0">
              <a:latin typeface="Verdana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645" y="191157"/>
            <a:ext cx="941696" cy="484368"/>
          </a:xfrm>
          <a:prstGeom prst="rect">
            <a:avLst/>
          </a:prstGeom>
        </p:spPr>
      </p:pic>
      <p:sp>
        <p:nvSpPr>
          <p:cNvPr id="13" name="Text Box 5"/>
          <p:cNvSpPr txBox="1">
            <a:spLocks noChangeArrowheads="1"/>
          </p:cNvSpPr>
          <p:nvPr userDrawn="1"/>
        </p:nvSpPr>
        <p:spPr bwMode="auto">
          <a:xfrm>
            <a:off x="524794" y="4947346"/>
            <a:ext cx="2890838" cy="123111"/>
          </a:xfrm>
          <a:prstGeom prst="rect">
            <a:avLst/>
          </a:prstGeom>
          <a:noFill/>
          <a:ln w="5080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>
            <a:spAutoFit/>
          </a:bodyPr>
          <a:lstStyle/>
          <a:p>
            <a:pPr defTabSz="914354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800" dirty="0">
                <a:solidFill>
                  <a:srgbClr val="FFFFFF"/>
                </a:solidFill>
                <a:latin typeface="Neo Sans Intel"/>
                <a:cs typeface="Neo Sans Intel"/>
              </a:rPr>
              <a:t>INTEL CONFIDENTIAL – FOR INTERNAL USE ONLY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0" y="4911575"/>
            <a:ext cx="320912" cy="215440"/>
          </a:xfrm>
          <a:prstGeom prst="rect">
            <a:avLst/>
          </a:prstGeom>
          <a:noFill/>
        </p:spPr>
        <p:txBody>
          <a:bodyPr wrap="none" lIns="91435" tIns="45718" rIns="91435" bIns="45718" rtlCol="0">
            <a:spAutoFit/>
          </a:bodyPr>
          <a:lstStyle/>
          <a:p>
            <a:pPr defTabSz="914354" fontAlgn="base">
              <a:spcBef>
                <a:spcPct val="0"/>
              </a:spcBef>
              <a:spcAft>
                <a:spcPct val="0"/>
              </a:spcAft>
            </a:pPr>
            <a:fld id="{435EC5FB-0C8E-4818-A81D-78796ABB4840}" type="slidenum">
              <a:rPr lang="en-US" sz="800" smtClean="0">
                <a:solidFill>
                  <a:srgbClr val="FFFFFF"/>
                </a:solidFill>
                <a:latin typeface="Neo Sans Intel"/>
                <a:ea typeface="Verdana" pitchFamily="34" charset="0"/>
                <a:cs typeface="Neo Sans Intel"/>
              </a:rPr>
              <a:pPr defTabSz="914354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800" dirty="0">
              <a:solidFill>
                <a:srgbClr val="FFFFFF"/>
              </a:solidFill>
              <a:latin typeface="Neo Sans Intel"/>
              <a:ea typeface="Verdana" pitchFamily="34" charset="0"/>
              <a:cs typeface="Neo Sans Intel"/>
            </a:endParaRPr>
          </a:p>
        </p:txBody>
      </p:sp>
    </p:spTree>
    <p:extLst>
      <p:ext uri="{BB962C8B-B14F-4D97-AF65-F5344CB8AC3E}">
        <p14:creationId xmlns:p14="http://schemas.microsoft.com/office/powerpoint/2010/main" val="1758230575"/>
      </p:ext>
    </p:extLst>
  </p:cSld>
  <p:clrMapOvr>
    <a:masterClrMapping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gradFill flip="none" rotWithShape="1">
          <a:gsLst>
            <a:gs pos="5000">
              <a:srgbClr val="0070C0"/>
            </a:gs>
            <a:gs pos="95000">
              <a:srgbClr val="002060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1885954"/>
            <a:ext cx="6477000" cy="1021556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3800" b="0" i="0" cap="none">
                <a:solidFill>
                  <a:srgbClr val="FFFFFF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dirty="0"/>
              <a:t>Click To Edit Section Divider title Style</a:t>
            </a:r>
          </a:p>
        </p:txBody>
      </p:sp>
      <p:sp>
        <p:nvSpPr>
          <p:cNvPr id="14" name="Text Box 5"/>
          <p:cNvSpPr txBox="1">
            <a:spLocks noChangeArrowheads="1"/>
          </p:cNvSpPr>
          <p:nvPr userDrawn="1"/>
        </p:nvSpPr>
        <p:spPr bwMode="auto">
          <a:xfrm>
            <a:off x="524794" y="4983067"/>
            <a:ext cx="2890838" cy="123111"/>
          </a:xfrm>
          <a:prstGeom prst="rect">
            <a:avLst/>
          </a:prstGeom>
          <a:noFill/>
          <a:ln w="5080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>
            <a:spAutoFit/>
          </a:bodyPr>
          <a:lstStyle/>
          <a:p>
            <a:pPr defTabSz="914354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800" dirty="0">
                <a:solidFill>
                  <a:srgbClr val="FFFFFF"/>
                </a:solidFill>
                <a:latin typeface="Neo Sans Intel"/>
                <a:cs typeface="Neo Sans Intel"/>
              </a:rPr>
              <a:t>INTEL CONFIDENTIAL</a:t>
            </a:r>
          </a:p>
        </p:txBody>
      </p:sp>
      <p:sp>
        <p:nvSpPr>
          <p:cNvPr id="15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26" y="4914900"/>
            <a:ext cx="41592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8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 defTabSz="914354" fontAlgn="base">
              <a:spcBef>
                <a:spcPct val="0"/>
              </a:spcBef>
              <a:spcAft>
                <a:spcPct val="0"/>
              </a:spcAft>
              <a:defRPr/>
            </a:pPr>
            <a:fld id="{B44C7BE5-B578-44C2-B697-AD60B2F34A37}" type="slidenum">
              <a:rPr lang="ja-JP" altLang="en-US" smtClean="0">
                <a:solidFill>
                  <a:srgbClr val="FFFFFF"/>
                </a:solidFill>
              </a:rPr>
              <a:pPr defTabSz="914354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ja-JP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0782692"/>
      </p:ext>
    </p:extLst>
  </p:cSld>
  <p:clrMapOvr>
    <a:masterClrMapping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-option 2">
    <p:bg>
      <p:bgPr>
        <a:gradFill flip="none" rotWithShape="1">
          <a:gsLst>
            <a:gs pos="5000">
              <a:srgbClr val="0070C0"/>
            </a:gs>
            <a:gs pos="95000">
              <a:srgbClr val="002060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1885954"/>
            <a:ext cx="4627756" cy="1021556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3800" b="0" i="0" cap="none">
                <a:solidFill>
                  <a:srgbClr val="FFFFFF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dirty="0"/>
              <a:t>Click To Edit Section Divider title Style</a:t>
            </a:r>
          </a:p>
        </p:txBody>
      </p:sp>
      <p:sp>
        <p:nvSpPr>
          <p:cNvPr id="14" name="Text Box 5"/>
          <p:cNvSpPr txBox="1">
            <a:spLocks noChangeArrowheads="1"/>
          </p:cNvSpPr>
          <p:nvPr userDrawn="1"/>
        </p:nvSpPr>
        <p:spPr bwMode="auto">
          <a:xfrm>
            <a:off x="524794" y="4983067"/>
            <a:ext cx="2890838" cy="123111"/>
          </a:xfrm>
          <a:prstGeom prst="rect">
            <a:avLst/>
          </a:prstGeom>
          <a:noFill/>
          <a:ln w="5080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>
            <a:spAutoFit/>
          </a:bodyPr>
          <a:lstStyle/>
          <a:p>
            <a:pPr defTabSz="914354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800" dirty="0">
                <a:solidFill>
                  <a:srgbClr val="FFFFFF"/>
                </a:solidFill>
                <a:latin typeface="Neo Sans Intel"/>
                <a:cs typeface="Neo Sans Intel"/>
              </a:rPr>
              <a:t>INTEL CONFIDENTIAL</a:t>
            </a:r>
          </a:p>
        </p:txBody>
      </p:sp>
      <p:sp>
        <p:nvSpPr>
          <p:cNvPr id="15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26" y="4914900"/>
            <a:ext cx="41592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8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 defTabSz="914354" fontAlgn="base">
              <a:spcBef>
                <a:spcPct val="0"/>
              </a:spcBef>
              <a:spcAft>
                <a:spcPct val="0"/>
              </a:spcAft>
              <a:defRPr/>
            </a:pPr>
            <a:fld id="{B44C7BE5-B578-44C2-B697-AD60B2F34A37}" type="slidenum">
              <a:rPr lang="ja-JP" altLang="en-US" smtClean="0">
                <a:solidFill>
                  <a:srgbClr val="FFFFFF"/>
                </a:solidFill>
              </a:rPr>
              <a:pPr defTabSz="914354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ja-JP" dirty="0">
              <a:solidFill>
                <a:srgbClr val="FFFFFF"/>
              </a:solidFill>
            </a:endParaRP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5353050" y="0"/>
            <a:ext cx="3790950" cy="51435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249113"/>
      </p:ext>
    </p:extLst>
  </p:cSld>
  <p:clrMapOvr>
    <a:masterClrMapping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ivider-option 3">
    <p:bg>
      <p:bgPr>
        <a:gradFill flip="none" rotWithShape="1">
          <a:gsLst>
            <a:gs pos="5000">
              <a:srgbClr val="0070C0"/>
            </a:gs>
            <a:gs pos="95000">
              <a:srgbClr val="002060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5"/>
          <p:cNvSpPr txBox="1">
            <a:spLocks noChangeArrowheads="1"/>
          </p:cNvSpPr>
          <p:nvPr userDrawn="1"/>
        </p:nvSpPr>
        <p:spPr bwMode="auto">
          <a:xfrm>
            <a:off x="524794" y="4983067"/>
            <a:ext cx="2890838" cy="123111"/>
          </a:xfrm>
          <a:prstGeom prst="rect">
            <a:avLst/>
          </a:prstGeom>
          <a:noFill/>
          <a:ln w="5080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>
            <a:spAutoFit/>
          </a:bodyPr>
          <a:lstStyle/>
          <a:p>
            <a:pPr defTabSz="914354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800" dirty="0">
                <a:solidFill>
                  <a:srgbClr val="FFFFFF"/>
                </a:solidFill>
                <a:latin typeface="Neo Sans Intel"/>
                <a:cs typeface="Neo Sans Intel"/>
              </a:rPr>
              <a:t>INTEL CONFIDENTIAL</a:t>
            </a:r>
          </a:p>
        </p:txBody>
      </p:sp>
      <p:sp>
        <p:nvSpPr>
          <p:cNvPr id="15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26" y="4914900"/>
            <a:ext cx="41592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8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 defTabSz="914354" fontAlgn="base">
              <a:spcBef>
                <a:spcPct val="0"/>
              </a:spcBef>
              <a:spcAft>
                <a:spcPct val="0"/>
              </a:spcAft>
              <a:defRPr/>
            </a:pPr>
            <a:fld id="{B44C7BE5-B578-44C2-B697-AD60B2F34A37}" type="slidenum">
              <a:rPr lang="ja-JP" altLang="en-US" smtClean="0">
                <a:solidFill>
                  <a:srgbClr val="FFFFFF"/>
                </a:solidFill>
              </a:rPr>
              <a:pPr defTabSz="914354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ja-JP" dirty="0">
              <a:solidFill>
                <a:srgbClr val="FFFFFF"/>
              </a:solidFill>
            </a:endParaRP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51435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62466" y="438154"/>
            <a:ext cx="4627756" cy="1021556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3600" b="0" i="0" cap="none">
                <a:solidFill>
                  <a:srgbClr val="FFFFFF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dirty="0"/>
              <a:t>Click To Edit Section Divider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90111061"/>
      </p:ext>
    </p:extLst>
  </p:cSld>
  <p:clrMapOvr>
    <a:masterClrMapping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lnSpc>
                <a:spcPct val="100000"/>
              </a:lnSpc>
              <a:defRPr sz="3200">
                <a:latin typeface="Neo Sans Intel Medium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31762369"/>
      </p:ext>
    </p:extLst>
  </p:cSld>
  <p:clrMapOvr>
    <a:masterClrMapping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lnSpc>
                <a:spcPct val="100000"/>
              </a:lnSpc>
              <a:defRPr sz="3200">
                <a:latin typeface="Neo Sans Intel Medium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5613" y="1034656"/>
            <a:ext cx="4037012" cy="3402806"/>
          </a:xfrm>
        </p:spPr>
        <p:txBody>
          <a:bodyPr/>
          <a:lstStyle>
            <a:lvl1pPr marL="0" indent="0"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025" y="1034656"/>
            <a:ext cx="4038600" cy="3402806"/>
          </a:xfrm>
        </p:spPr>
        <p:txBody>
          <a:bodyPr/>
          <a:lstStyle>
            <a:lvl1pPr marL="0" indent="0"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4701936"/>
      </p:ext>
    </p:extLst>
  </p:cSld>
  <p:clrMapOvr>
    <a:masterClrMapping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lnSpc>
                <a:spcPct val="100000"/>
              </a:lnSpc>
              <a:defRPr sz="3200">
                <a:latin typeface="Neo Sans Intel Medium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66892201"/>
      </p:ext>
    </p:extLst>
  </p:cSld>
  <p:clrMapOvr>
    <a:masterClrMapping/>
  </p:clrMapOvr>
  <p:transition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3443313"/>
      </p:ext>
    </p:extLst>
  </p:cSld>
  <p:clrMapOvr>
    <a:masterClrMapping/>
  </p:clrMapOvr>
  <p:transition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gradFill flip="none" rotWithShape="1">
          <a:gsLst>
            <a:gs pos="5000">
              <a:srgbClr val="0070C0"/>
            </a:gs>
            <a:gs pos="95000">
              <a:srgbClr val="002060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1885954"/>
            <a:ext cx="6477000" cy="1021556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4000" b="0" i="0" cap="none">
                <a:solidFill>
                  <a:srgbClr val="FFFFFF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dirty="0"/>
              <a:t>Thank You</a:t>
            </a:r>
          </a:p>
        </p:txBody>
      </p:sp>
      <p:pic>
        <p:nvPicPr>
          <p:cNvPr id="5" name="Picture 4" descr="Intel_logo_whit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970663" y="226032"/>
            <a:ext cx="869284" cy="429882"/>
          </a:xfrm>
          <a:prstGeom prst="rect">
            <a:avLst/>
          </a:prstGeom>
        </p:spPr>
      </p:pic>
      <p:sp>
        <p:nvSpPr>
          <p:cNvPr id="4" name="Text Box 5"/>
          <p:cNvSpPr txBox="1">
            <a:spLocks noChangeArrowheads="1"/>
          </p:cNvSpPr>
          <p:nvPr userDrawn="1"/>
        </p:nvSpPr>
        <p:spPr bwMode="auto">
          <a:xfrm>
            <a:off x="524794" y="4983067"/>
            <a:ext cx="2890838" cy="123111"/>
          </a:xfrm>
          <a:prstGeom prst="rect">
            <a:avLst/>
          </a:prstGeom>
          <a:noFill/>
          <a:ln w="5080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>
            <a:spAutoFit/>
          </a:bodyPr>
          <a:lstStyle/>
          <a:p>
            <a:pPr defTabSz="914354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800" dirty="0">
                <a:solidFill>
                  <a:srgbClr val="FFFFFF"/>
                </a:solidFill>
                <a:latin typeface="Neo Sans Intel"/>
                <a:cs typeface="Neo Sans Intel"/>
              </a:rPr>
              <a:t>INTEL CONFIDENTIAL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26" y="4914900"/>
            <a:ext cx="41592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8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 defTabSz="914354" fontAlgn="base">
              <a:spcBef>
                <a:spcPct val="0"/>
              </a:spcBef>
              <a:spcAft>
                <a:spcPct val="0"/>
              </a:spcAft>
              <a:defRPr/>
            </a:pPr>
            <a:fld id="{B44C7BE5-B578-44C2-B697-AD60B2F34A37}" type="slidenum">
              <a:rPr lang="ja-JP" altLang="en-US" smtClean="0">
                <a:solidFill>
                  <a:srgbClr val="FFFFFF"/>
                </a:solidFill>
              </a:rPr>
              <a:pPr defTabSz="914354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ja-JP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306750"/>
      </p:ext>
    </p:extLst>
  </p:cSld>
  <p:clrMapOvr>
    <a:masterClrMapping/>
  </p:clrMapOvr>
  <p:transition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Slide with White Logo">
    <p:bg>
      <p:bgPr>
        <a:gradFill flip="none" rotWithShape="1">
          <a:gsLst>
            <a:gs pos="5000">
              <a:srgbClr val="0070C0"/>
            </a:gs>
            <a:gs pos="95000">
              <a:srgbClr val="002060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ntel_wht_rgb_3000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2677" y="1855077"/>
            <a:ext cx="2898648" cy="1433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629093"/>
      </p:ext>
    </p:extLst>
  </p:cSld>
  <p:clrMapOvr>
    <a:masterClrMapping/>
  </p:clrMapOvr>
  <p:transition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366714" y="1345413"/>
            <a:ext cx="8407400" cy="31265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50076" tIns="25039" rIns="50076" bIns="25039" anchorCtr="1"/>
          <a:lstStyle/>
          <a:p>
            <a:pPr algn="r" defTabSz="685800"/>
            <a:endParaRPr lang="en-US" sz="1275" dirty="0">
              <a:solidFill>
                <a:prstClr val="white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2532" name="Rectangle 4"/>
          <p:cNvSpPr>
            <a:spLocks noGrp="1" noChangeArrowheads="1"/>
          </p:cNvSpPr>
          <p:nvPr>
            <p:ph type="ctrTitle"/>
          </p:nvPr>
        </p:nvSpPr>
        <p:spPr>
          <a:xfrm>
            <a:off x="255985" y="1687256"/>
            <a:ext cx="6575534" cy="943817"/>
          </a:xfrm>
        </p:spPr>
        <p:txBody>
          <a:bodyPr anchor="b" anchorCtr="0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255985" y="3236554"/>
            <a:ext cx="5150166" cy="883501"/>
          </a:xfrm>
        </p:spPr>
        <p:txBody>
          <a:bodyPr anchorCtr="0"/>
          <a:lstStyle>
            <a:lvl1pPr marL="0" indent="0" algn="l">
              <a:spcBef>
                <a:spcPts val="0"/>
              </a:spcBef>
              <a:buFont typeface="Wingdings" pitchFamily="2" charset="2"/>
              <a:buNone/>
              <a:defRPr/>
            </a:lvl1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103"/>
          <a:stretch/>
        </p:blipFill>
        <p:spPr>
          <a:xfrm>
            <a:off x="0" y="9"/>
            <a:ext cx="9144000" cy="117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145385"/>
      </p:ext>
    </p:extLst>
  </p:cSld>
  <p:clrMapOvr>
    <a:masterClrMapping/>
  </p:clrMapOvr>
  <p:transition>
    <p:fade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366714" y="1345413"/>
            <a:ext cx="8407400" cy="31265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50076" tIns="25039" rIns="50076" bIns="25039" anchorCtr="1"/>
          <a:lstStyle/>
          <a:p>
            <a:pPr algn="r" defTabSz="685800"/>
            <a:endParaRPr lang="en-US" sz="1275" dirty="0">
              <a:solidFill>
                <a:prstClr val="white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2532" name="Rectangle 4"/>
          <p:cNvSpPr>
            <a:spLocks noGrp="1" noChangeArrowheads="1"/>
          </p:cNvSpPr>
          <p:nvPr>
            <p:ph type="ctrTitle"/>
          </p:nvPr>
        </p:nvSpPr>
        <p:spPr>
          <a:xfrm>
            <a:off x="255985" y="1687256"/>
            <a:ext cx="6575534" cy="943817"/>
          </a:xfrm>
        </p:spPr>
        <p:txBody>
          <a:bodyPr anchor="b" anchorCtr="0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255985" y="3236554"/>
            <a:ext cx="5150166" cy="883501"/>
          </a:xfrm>
        </p:spPr>
        <p:txBody>
          <a:bodyPr anchorCtr="0"/>
          <a:lstStyle>
            <a:lvl1pPr marL="0" indent="0" algn="l">
              <a:spcBef>
                <a:spcPts val="0"/>
              </a:spcBef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632265"/>
      </p:ext>
    </p:extLst>
  </p:cSld>
  <p:clrMapOvr>
    <a:masterClrMapping/>
  </p:clrMapOvr>
  <p:transition>
    <p:fade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45456953"/>
      </p:ext>
    </p:extLst>
  </p:cSld>
  <p:clrMapOvr>
    <a:masterClrMapping/>
  </p:clrMapOvr>
  <p:transition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025"/>
            </a:lvl1pPr>
            <a:lvl2pPr>
              <a:defRPr sz="1725"/>
            </a:lvl2pPr>
            <a:lvl3pPr>
              <a:defRPr sz="1275"/>
            </a:lvl3pPr>
            <a:lvl4pPr>
              <a:defRPr sz="975"/>
            </a:lvl4pPr>
            <a:lvl5pPr>
              <a:defRPr sz="975"/>
            </a:lvl5pPr>
            <a:lvl6pPr>
              <a:defRPr sz="975"/>
            </a:lvl6pPr>
            <a:lvl7pPr>
              <a:defRPr sz="975"/>
            </a:lvl7pPr>
            <a:lvl8pPr>
              <a:defRPr sz="975"/>
            </a:lvl8pPr>
            <a:lvl9pPr>
              <a:defRPr sz="975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025"/>
            </a:lvl1pPr>
            <a:lvl2pPr>
              <a:defRPr sz="1725"/>
            </a:lvl2pPr>
            <a:lvl3pPr>
              <a:defRPr sz="1275"/>
            </a:lvl3pPr>
            <a:lvl4pPr>
              <a:defRPr sz="975"/>
            </a:lvl4pPr>
            <a:lvl5pPr>
              <a:defRPr sz="975"/>
            </a:lvl5pPr>
            <a:lvl6pPr>
              <a:defRPr sz="975"/>
            </a:lvl6pPr>
            <a:lvl7pPr>
              <a:defRPr sz="975"/>
            </a:lvl7pPr>
            <a:lvl8pPr>
              <a:defRPr sz="975"/>
            </a:lvl8pPr>
            <a:lvl9pPr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491891017"/>
      </p:ext>
    </p:extLst>
  </p:cSld>
  <p:clrMapOvr>
    <a:masterClrMapping/>
  </p:clrMapOvr>
  <p:transition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4" y="1151335"/>
            <a:ext cx="4040189" cy="479822"/>
          </a:xfrm>
        </p:spPr>
        <p:txBody>
          <a:bodyPr anchor="b"/>
          <a:lstStyle>
            <a:lvl1pPr marL="0" indent="0">
              <a:buNone/>
              <a:defRPr sz="1725" b="0"/>
            </a:lvl1pPr>
            <a:lvl2pPr marL="250568" indent="0">
              <a:buNone/>
              <a:defRPr sz="1050" b="1"/>
            </a:lvl2pPr>
            <a:lvl3pPr marL="501135" indent="0">
              <a:buNone/>
              <a:defRPr sz="975" b="1"/>
            </a:lvl3pPr>
            <a:lvl4pPr marL="751703" indent="0">
              <a:buNone/>
              <a:defRPr sz="900" b="1"/>
            </a:lvl4pPr>
            <a:lvl5pPr marL="1002272" indent="0">
              <a:buNone/>
              <a:defRPr sz="900" b="1"/>
            </a:lvl5pPr>
            <a:lvl6pPr marL="1252839" indent="0">
              <a:buNone/>
              <a:defRPr sz="900" b="1"/>
            </a:lvl6pPr>
            <a:lvl7pPr marL="1503406" indent="0">
              <a:buNone/>
              <a:defRPr sz="900" b="1"/>
            </a:lvl7pPr>
            <a:lvl8pPr marL="1753973" indent="0">
              <a:buNone/>
              <a:defRPr sz="900" b="1"/>
            </a:lvl8pPr>
            <a:lvl9pPr marL="2004541" indent="0">
              <a:buNone/>
              <a:defRPr sz="9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4" y="1631156"/>
            <a:ext cx="4040189" cy="2963466"/>
          </a:xfrm>
        </p:spPr>
        <p:txBody>
          <a:bodyPr/>
          <a:lstStyle>
            <a:lvl1pPr>
              <a:defRPr sz="1725"/>
            </a:lvl1pPr>
            <a:lvl2pPr>
              <a:defRPr sz="1275"/>
            </a:lvl2pPr>
            <a:lvl3pPr>
              <a:defRPr sz="1275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6" cy="479822"/>
          </a:xfrm>
        </p:spPr>
        <p:txBody>
          <a:bodyPr anchor="b"/>
          <a:lstStyle>
            <a:lvl1pPr marL="0" indent="0">
              <a:buNone/>
              <a:defRPr sz="1725" b="0"/>
            </a:lvl1pPr>
            <a:lvl2pPr marL="250568" indent="0">
              <a:buNone/>
              <a:defRPr sz="1050" b="1"/>
            </a:lvl2pPr>
            <a:lvl3pPr marL="501135" indent="0">
              <a:buNone/>
              <a:defRPr sz="975" b="1"/>
            </a:lvl3pPr>
            <a:lvl4pPr marL="751703" indent="0">
              <a:buNone/>
              <a:defRPr sz="900" b="1"/>
            </a:lvl4pPr>
            <a:lvl5pPr marL="1002272" indent="0">
              <a:buNone/>
              <a:defRPr sz="900" b="1"/>
            </a:lvl5pPr>
            <a:lvl6pPr marL="1252839" indent="0">
              <a:buNone/>
              <a:defRPr sz="900" b="1"/>
            </a:lvl6pPr>
            <a:lvl7pPr marL="1503406" indent="0">
              <a:buNone/>
              <a:defRPr sz="900" b="1"/>
            </a:lvl7pPr>
            <a:lvl8pPr marL="1753973" indent="0">
              <a:buNone/>
              <a:defRPr sz="900" b="1"/>
            </a:lvl8pPr>
            <a:lvl9pPr marL="2004541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6" cy="2963466"/>
          </a:xfrm>
        </p:spPr>
        <p:txBody>
          <a:bodyPr/>
          <a:lstStyle>
            <a:lvl1pPr>
              <a:defRPr sz="1725"/>
            </a:lvl1pPr>
            <a:lvl2pPr>
              <a:defRPr sz="1275"/>
            </a:lvl2pPr>
            <a:lvl3pPr>
              <a:defRPr sz="1275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64855937"/>
      </p:ext>
    </p:extLst>
  </p:cSld>
  <p:clrMapOvr>
    <a:masterClrMapping/>
  </p:clrMapOvr>
  <p:transition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41511797"/>
      </p:ext>
    </p:extLst>
  </p:cSld>
  <p:clrMapOvr>
    <a:masterClrMapping/>
  </p:clrMapOvr>
  <p:transition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6824144"/>
      </p:ext>
    </p:extLst>
  </p:cSld>
  <p:clrMapOvr>
    <a:masterClrMapping/>
  </p:clrMapOvr>
  <p:transition>
    <p:fad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1041" y="1018117"/>
            <a:ext cx="4161929" cy="3150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652937"/>
      </p:ext>
    </p:extLst>
  </p:cSld>
  <p:clrMapOvr>
    <a:masterClrMapping/>
  </p:clrMapOvr>
  <p:transition>
    <p:fade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PTCovers-01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259030"/>
            <a:ext cx="8269500" cy="2866740"/>
          </a:xfrm>
          <a:prstGeom prst="rect">
            <a:avLst/>
          </a:prstGeom>
        </p:spPr>
      </p:pic>
      <p:sp>
        <p:nvSpPr>
          <p:cNvPr id="12" name="Text Box 5"/>
          <p:cNvSpPr txBox="1">
            <a:spLocks noChangeArrowheads="1"/>
          </p:cNvSpPr>
          <p:nvPr userDrawn="1"/>
        </p:nvSpPr>
        <p:spPr bwMode="auto">
          <a:xfrm>
            <a:off x="524794" y="4983059"/>
            <a:ext cx="2890838" cy="92333"/>
          </a:xfrm>
          <a:prstGeom prst="rect">
            <a:avLst/>
          </a:prstGeom>
          <a:noFill/>
          <a:ln w="5080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>
            <a:spAutoFit/>
          </a:bodyPr>
          <a:lstStyle/>
          <a:p>
            <a:pPr defTabSz="685800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600" dirty="0">
                <a:solidFill>
                  <a:srgbClr val="939598"/>
                </a:solidFill>
                <a:latin typeface="Neo Sans Intel"/>
                <a:cs typeface="Neo Sans Intel"/>
              </a:rPr>
              <a:t>INTEL CONFIDENTIAL, 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57202" y="1964905"/>
            <a:ext cx="4594206" cy="446276"/>
          </a:xfrm>
        </p:spPr>
        <p:txBody>
          <a:bodyPr wrap="none" anchor="ctr" anchorCtr="0">
            <a:spAutoFit/>
          </a:bodyPr>
          <a:lstStyle>
            <a:lvl1pPr algn="l">
              <a:lnSpc>
                <a:spcPct val="100000"/>
              </a:lnSpc>
              <a:defRPr sz="29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altLang="ja-JP" dirty="0"/>
              <a:t>Click to edit Master title style</a:t>
            </a: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2378240" y="3265064"/>
            <a:ext cx="4466738" cy="748923"/>
          </a:xfrm>
        </p:spPr>
        <p:txBody>
          <a:bodyPr wrap="square">
            <a:spAutoFit/>
          </a:bodyPr>
          <a:lstStyle>
            <a:lvl1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500" b="0" i="0">
                <a:solidFill>
                  <a:schemeClr val="bg1"/>
                </a:solidFill>
                <a:latin typeface="Neo Sans Intel Medium"/>
                <a:cs typeface="Neo Sans Intel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dirty="0">
                <a:latin typeface="Verdana" charset="0"/>
              </a:rPr>
              <a:t>Subtitle</a:t>
            </a: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200" dirty="0">
                <a:latin typeface="Verdana" charset="0"/>
              </a:rPr>
              <a:t>Additional Info</a:t>
            </a:r>
            <a:endParaRPr lang="en-US" dirty="0">
              <a:latin typeface="Verdana" charset="0"/>
            </a:endParaRPr>
          </a:p>
          <a:p>
            <a:endParaRPr lang="en-US" dirty="0"/>
          </a:p>
        </p:txBody>
      </p:sp>
      <p:pic>
        <p:nvPicPr>
          <p:cNvPr id="14" name="Picture 13" descr="intel_rgb_3000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4399" y="226029"/>
            <a:ext cx="865548" cy="428014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2" y="4947293"/>
            <a:ext cx="317716" cy="184666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fld id="{435EC5FB-0C8E-4818-A81D-78796ABB4840}" type="slidenum">
              <a:rPr lang="en-US" sz="600" smtClean="0">
                <a:solidFill>
                  <a:srgbClr val="B4BAB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 defTabSz="6858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600" dirty="0">
              <a:solidFill>
                <a:srgbClr val="B4BABD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1728581"/>
      </p:ext>
    </p:extLst>
  </p:cSld>
  <p:clrMapOvr>
    <a:masterClrMapping/>
  </p:clrMapOvr>
  <p:transition>
    <p:fade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PTCovers-02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219217"/>
            <a:ext cx="8257308" cy="3077059"/>
          </a:xfrm>
          <a:prstGeom prst="rect">
            <a:avLst/>
          </a:prstGeom>
        </p:spPr>
      </p:pic>
      <p:pic>
        <p:nvPicPr>
          <p:cNvPr id="9" name="Picture 8" descr="intel_rgb_3000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4399" y="226029"/>
            <a:ext cx="865548" cy="428014"/>
          </a:xfrm>
          <a:prstGeom prst="rect">
            <a:avLst/>
          </a:prstGeom>
        </p:spPr>
      </p:pic>
      <p:sp>
        <p:nvSpPr>
          <p:cNvPr id="7" name="Text Box 5"/>
          <p:cNvSpPr txBox="1">
            <a:spLocks noChangeArrowheads="1"/>
          </p:cNvSpPr>
          <p:nvPr userDrawn="1"/>
        </p:nvSpPr>
        <p:spPr bwMode="auto">
          <a:xfrm>
            <a:off x="524794" y="4983059"/>
            <a:ext cx="2890838" cy="92333"/>
          </a:xfrm>
          <a:prstGeom prst="rect">
            <a:avLst/>
          </a:prstGeom>
          <a:noFill/>
          <a:ln w="5080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>
            <a:spAutoFit/>
          </a:bodyPr>
          <a:lstStyle/>
          <a:p>
            <a:pPr defTabSz="685800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600" dirty="0">
                <a:solidFill>
                  <a:srgbClr val="939598"/>
                </a:solidFill>
                <a:latin typeface="Neo Sans Intel"/>
                <a:cs typeface="Neo Sans Intel"/>
              </a:rPr>
              <a:t>INTEL CONFIDENTIAL, FOR INTERNAL USE ONLY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57202" y="1769133"/>
            <a:ext cx="4594206" cy="446276"/>
          </a:xfrm>
        </p:spPr>
        <p:txBody>
          <a:bodyPr wrap="none" anchor="ctr" anchorCtr="0">
            <a:spAutoFit/>
          </a:bodyPr>
          <a:lstStyle>
            <a:lvl1pPr algn="l">
              <a:lnSpc>
                <a:spcPct val="100000"/>
              </a:lnSpc>
              <a:defRPr sz="29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altLang="ja-JP" dirty="0"/>
              <a:t>Click to edit Master title style</a:t>
            </a:r>
          </a:p>
        </p:txBody>
      </p:sp>
      <p:sp>
        <p:nvSpPr>
          <p:cNvPr id="10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60188" y="2448163"/>
            <a:ext cx="4343400" cy="569387"/>
          </a:xfrm>
        </p:spPr>
        <p:txBody>
          <a:bodyPr wrap="square">
            <a:spAutoFit/>
          </a:bodyPr>
          <a:lstStyle>
            <a:lvl1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5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b="0" i="0" dirty="0">
                <a:latin typeface="Neo Sans Intel"/>
                <a:cs typeface="Neo Sans Intel"/>
              </a:rPr>
              <a:t>Subtitle</a:t>
            </a:r>
            <a:endParaRPr lang="en-US" dirty="0">
              <a:latin typeface="Verdana" charset="0"/>
            </a:endParaRP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200" b="0" i="0" dirty="0">
                <a:latin typeface="Neo Sans Intel"/>
                <a:cs typeface="Neo Sans Intel"/>
              </a:rPr>
              <a:t>Additional Info</a:t>
            </a:r>
            <a:endParaRPr lang="en-US" sz="1200" dirty="0">
              <a:latin typeface="Verdana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2" y="4947293"/>
            <a:ext cx="317716" cy="184666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fld id="{435EC5FB-0C8E-4818-A81D-78796ABB4840}" type="slidenum">
              <a:rPr lang="en-US" sz="600" smtClean="0">
                <a:solidFill>
                  <a:srgbClr val="B4BAB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 defTabSz="6858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600" dirty="0">
              <a:solidFill>
                <a:srgbClr val="B4BABD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2854170"/>
      </p:ext>
    </p:extLst>
  </p:cSld>
  <p:clrMapOvr>
    <a:masterClrMapping/>
  </p:clrMapOvr>
  <p:transition>
    <p:fade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PTCovers-03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327166"/>
            <a:ext cx="8342654" cy="2178631"/>
          </a:xfrm>
          <a:prstGeom prst="rect">
            <a:avLst/>
          </a:prstGeom>
        </p:spPr>
      </p:pic>
      <p:pic>
        <p:nvPicPr>
          <p:cNvPr id="8" name="Picture 7" descr="intel_rgb_3000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4399" y="226029"/>
            <a:ext cx="865548" cy="428014"/>
          </a:xfrm>
          <a:prstGeom prst="rect">
            <a:avLst/>
          </a:prstGeom>
        </p:spPr>
      </p:pic>
      <p:sp>
        <p:nvSpPr>
          <p:cNvPr id="7" name="Text Box 5"/>
          <p:cNvSpPr txBox="1">
            <a:spLocks noChangeArrowheads="1"/>
          </p:cNvSpPr>
          <p:nvPr userDrawn="1"/>
        </p:nvSpPr>
        <p:spPr bwMode="auto">
          <a:xfrm>
            <a:off x="524794" y="4983059"/>
            <a:ext cx="2890838" cy="92333"/>
          </a:xfrm>
          <a:prstGeom prst="rect">
            <a:avLst/>
          </a:prstGeom>
          <a:noFill/>
          <a:ln w="5080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>
            <a:spAutoFit/>
          </a:bodyPr>
          <a:lstStyle/>
          <a:p>
            <a:pPr defTabSz="685800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600" dirty="0">
                <a:solidFill>
                  <a:srgbClr val="939598"/>
                </a:solidFill>
                <a:latin typeface="Neo Sans Intel"/>
                <a:cs typeface="Neo Sans Intel"/>
              </a:rPr>
              <a:t>INTEL CONFIDENTIAL, FOR INTERNAL USE ONLY</a:t>
            </a:r>
          </a:p>
        </p:txBody>
      </p:sp>
      <p:sp>
        <p:nvSpPr>
          <p:cNvPr id="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57202" y="2083068"/>
            <a:ext cx="6754008" cy="446276"/>
          </a:xfrm>
        </p:spPr>
        <p:txBody>
          <a:bodyPr wrap="square" anchor="ctr" anchorCtr="0">
            <a:spAutoFit/>
          </a:bodyPr>
          <a:lstStyle>
            <a:lvl1pPr algn="l">
              <a:lnSpc>
                <a:spcPct val="100000"/>
              </a:lnSpc>
              <a:defRPr sz="29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altLang="ja-JP" dirty="0"/>
              <a:t>Click to edit Master title style</a:t>
            </a:r>
          </a:p>
        </p:txBody>
      </p:sp>
      <p:sp>
        <p:nvSpPr>
          <p:cNvPr id="10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59957" y="2812606"/>
            <a:ext cx="4343400" cy="569387"/>
          </a:xfrm>
        </p:spPr>
        <p:txBody>
          <a:bodyPr wrap="square">
            <a:spAutoFit/>
          </a:bodyPr>
          <a:lstStyle>
            <a:lvl1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b="0" i="0" dirty="0">
                <a:latin typeface="Neo Sans Intel"/>
                <a:cs typeface="Neo Sans Intel"/>
              </a:rPr>
              <a:t>Subtitle</a:t>
            </a:r>
            <a:endParaRPr lang="en-US" dirty="0">
              <a:latin typeface="Verdana" charset="0"/>
            </a:endParaRP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200" b="0" i="0" dirty="0">
                <a:latin typeface="Neo Sans Intel"/>
                <a:cs typeface="Neo Sans Intel"/>
              </a:rPr>
              <a:t>Additional Info</a:t>
            </a:r>
            <a:endParaRPr lang="en-US" sz="1200" dirty="0">
              <a:latin typeface="Verdana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2" y="4947293"/>
            <a:ext cx="317716" cy="184666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fld id="{435EC5FB-0C8E-4818-A81D-78796ABB4840}" type="slidenum">
              <a:rPr lang="en-US" sz="600" smtClean="0">
                <a:solidFill>
                  <a:srgbClr val="B4BAB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 defTabSz="6858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600" dirty="0">
              <a:solidFill>
                <a:srgbClr val="B4BABD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6573390"/>
      </p:ext>
    </p:extLst>
  </p:cSld>
  <p:clrMapOvr>
    <a:masterClrMapping/>
  </p:clrMapOvr>
  <p:transition>
    <p:fade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PTCovers-04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" y="901910"/>
            <a:ext cx="8495059" cy="2793585"/>
          </a:xfrm>
          <a:prstGeom prst="rect">
            <a:avLst/>
          </a:prstGeom>
        </p:spPr>
      </p:pic>
      <p:pic>
        <p:nvPicPr>
          <p:cNvPr id="15" name="Picture 14" descr="intel_rgb_3000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4399" y="226029"/>
            <a:ext cx="865548" cy="428014"/>
          </a:xfrm>
          <a:prstGeom prst="rect">
            <a:avLst/>
          </a:prstGeom>
        </p:spPr>
      </p:pic>
      <p:sp>
        <p:nvSpPr>
          <p:cNvPr id="9" name="Text Box 5"/>
          <p:cNvSpPr txBox="1">
            <a:spLocks noChangeArrowheads="1"/>
          </p:cNvSpPr>
          <p:nvPr userDrawn="1"/>
        </p:nvSpPr>
        <p:spPr bwMode="auto">
          <a:xfrm>
            <a:off x="524794" y="4983059"/>
            <a:ext cx="2890838" cy="92333"/>
          </a:xfrm>
          <a:prstGeom prst="rect">
            <a:avLst/>
          </a:prstGeom>
          <a:noFill/>
          <a:ln w="5080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>
            <a:spAutoFit/>
          </a:bodyPr>
          <a:lstStyle/>
          <a:p>
            <a:pPr defTabSz="685800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600" dirty="0">
                <a:solidFill>
                  <a:srgbClr val="939598"/>
                </a:solidFill>
                <a:latin typeface="Neo Sans Intel"/>
                <a:cs typeface="Neo Sans Intel"/>
              </a:rPr>
              <a:t>INTEL CONFIDENTIAL, FOR INTERNAL USE ONLY</a:t>
            </a: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ctrTitle"/>
          </p:nvPr>
        </p:nvSpPr>
        <p:spPr>
          <a:xfrm>
            <a:off x="593532" y="2041840"/>
            <a:ext cx="4594206" cy="446276"/>
          </a:xfrm>
        </p:spPr>
        <p:txBody>
          <a:bodyPr wrap="none" anchor="ctr" anchorCtr="0">
            <a:spAutoFit/>
          </a:bodyPr>
          <a:lstStyle>
            <a:lvl1pPr algn="l">
              <a:lnSpc>
                <a:spcPct val="100000"/>
              </a:lnSpc>
              <a:defRPr sz="29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altLang="ja-JP" dirty="0"/>
              <a:t>Click to edit Master title style</a:t>
            </a:r>
          </a:p>
        </p:txBody>
      </p:sp>
      <p:sp>
        <p:nvSpPr>
          <p:cNvPr id="11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592333" y="2737386"/>
            <a:ext cx="4343400" cy="569387"/>
          </a:xfrm>
        </p:spPr>
        <p:txBody>
          <a:bodyPr wrap="square">
            <a:spAutoFit/>
          </a:bodyPr>
          <a:lstStyle>
            <a:lvl1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500" b="0" i="0">
                <a:solidFill>
                  <a:schemeClr val="bg1"/>
                </a:solidFill>
                <a:latin typeface="Neo Sans Intel Medium"/>
                <a:cs typeface="Neo Sans Intel Medium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b="0" i="0" dirty="0">
                <a:latin typeface="Neo Sans Intel"/>
                <a:cs typeface="Neo Sans Intel"/>
              </a:rPr>
              <a:t>Subtitle</a:t>
            </a:r>
            <a:endParaRPr lang="en-US" dirty="0">
              <a:latin typeface="Verdana" charset="0"/>
            </a:endParaRP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200" b="0" i="0" dirty="0">
                <a:latin typeface="Neo Sans Intel"/>
                <a:cs typeface="Neo Sans Intel"/>
              </a:rPr>
              <a:t>Additional Info</a:t>
            </a:r>
            <a:endParaRPr lang="en-US" sz="1200" dirty="0">
              <a:latin typeface="Verdana" charset="0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2" y="4947293"/>
            <a:ext cx="317716" cy="184666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fld id="{435EC5FB-0C8E-4818-A81D-78796ABB4840}" type="slidenum">
              <a:rPr lang="en-US" sz="600" smtClean="0">
                <a:solidFill>
                  <a:srgbClr val="B4BAB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 defTabSz="6858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600" dirty="0">
              <a:solidFill>
                <a:srgbClr val="B4BABD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0554066"/>
      </p:ext>
    </p:extLst>
  </p:cSld>
  <p:clrMapOvr>
    <a:masterClrMapping/>
  </p:clrMapOvr>
  <p:transition>
    <p:fade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1885951"/>
            <a:ext cx="6477000" cy="1021556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2900" b="0" i="0" cap="none">
                <a:solidFill>
                  <a:srgbClr val="FFFFFF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dirty="0"/>
              <a:t>Click To Edit Section Divider title Style</a:t>
            </a:r>
          </a:p>
        </p:txBody>
      </p:sp>
      <p:sp>
        <p:nvSpPr>
          <p:cNvPr id="14" name="Text Box 5"/>
          <p:cNvSpPr txBox="1">
            <a:spLocks noChangeArrowheads="1"/>
          </p:cNvSpPr>
          <p:nvPr userDrawn="1"/>
        </p:nvSpPr>
        <p:spPr bwMode="auto">
          <a:xfrm>
            <a:off x="524794" y="4983059"/>
            <a:ext cx="2890838" cy="92333"/>
          </a:xfrm>
          <a:prstGeom prst="rect">
            <a:avLst/>
          </a:prstGeom>
          <a:noFill/>
          <a:ln w="5080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>
            <a:spAutoFit/>
          </a:bodyPr>
          <a:lstStyle/>
          <a:p>
            <a:pPr defTabSz="685800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600" dirty="0">
                <a:solidFill>
                  <a:srgbClr val="FFFFFF"/>
                </a:solidFill>
                <a:latin typeface="Neo Sans Intel"/>
                <a:cs typeface="Neo Sans Intel"/>
              </a:rPr>
              <a:t>INTEL CONFIDENTIAL</a:t>
            </a:r>
          </a:p>
        </p:txBody>
      </p:sp>
      <p:sp>
        <p:nvSpPr>
          <p:cNvPr id="15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28" y="4914900"/>
            <a:ext cx="41592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6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B44C7BE5-B578-44C2-B697-AD60B2F34A37}" type="slidenum">
              <a:rPr lang="ja-JP" altLang="en-US" smtClean="0">
                <a:solidFill>
                  <a:srgbClr val="FFFFFF"/>
                </a:solidFill>
              </a:rPr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ja-JP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8782140"/>
      </p:ext>
    </p:extLst>
  </p:cSld>
  <p:clrMapOvr>
    <a:masterClrMapping/>
  </p:clrMapOvr>
  <p:transition>
    <p:fade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-option 2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1885951"/>
            <a:ext cx="4627756" cy="1021556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2900" b="0" i="0" cap="none">
                <a:solidFill>
                  <a:srgbClr val="FFFFFF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dirty="0"/>
              <a:t>Click To Edit Section Divider title Style</a:t>
            </a:r>
          </a:p>
        </p:txBody>
      </p:sp>
      <p:sp>
        <p:nvSpPr>
          <p:cNvPr id="14" name="Text Box 5"/>
          <p:cNvSpPr txBox="1">
            <a:spLocks noChangeArrowheads="1"/>
          </p:cNvSpPr>
          <p:nvPr userDrawn="1"/>
        </p:nvSpPr>
        <p:spPr bwMode="auto">
          <a:xfrm>
            <a:off x="524794" y="4983059"/>
            <a:ext cx="2890838" cy="92333"/>
          </a:xfrm>
          <a:prstGeom prst="rect">
            <a:avLst/>
          </a:prstGeom>
          <a:noFill/>
          <a:ln w="5080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>
            <a:spAutoFit/>
          </a:bodyPr>
          <a:lstStyle/>
          <a:p>
            <a:pPr defTabSz="685800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600" dirty="0">
                <a:solidFill>
                  <a:srgbClr val="FFFFFF"/>
                </a:solidFill>
                <a:latin typeface="Neo Sans Intel"/>
                <a:cs typeface="Neo Sans Intel"/>
              </a:rPr>
              <a:t>INTEL CONFIDENTIAL</a:t>
            </a:r>
          </a:p>
        </p:txBody>
      </p:sp>
      <p:sp>
        <p:nvSpPr>
          <p:cNvPr id="15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28" y="4914900"/>
            <a:ext cx="41592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6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B44C7BE5-B578-44C2-B697-AD60B2F34A37}" type="slidenum">
              <a:rPr lang="ja-JP" altLang="en-US" smtClean="0">
                <a:solidFill>
                  <a:srgbClr val="FFFFFF"/>
                </a:solidFill>
              </a:rPr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ja-JP" dirty="0">
              <a:solidFill>
                <a:srgbClr val="FFFFFF"/>
              </a:solidFill>
            </a:endParaRP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5353050" y="0"/>
            <a:ext cx="3790950" cy="51435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5169761"/>
      </p:ext>
    </p:extLst>
  </p:cSld>
  <p:clrMapOvr>
    <a:masterClrMapping/>
  </p:clrMapOvr>
  <p:transition>
    <p:fade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ivider-option 3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5"/>
          <p:cNvSpPr txBox="1">
            <a:spLocks noChangeArrowheads="1"/>
          </p:cNvSpPr>
          <p:nvPr userDrawn="1"/>
        </p:nvSpPr>
        <p:spPr bwMode="auto">
          <a:xfrm>
            <a:off x="524794" y="4983059"/>
            <a:ext cx="2890838" cy="92333"/>
          </a:xfrm>
          <a:prstGeom prst="rect">
            <a:avLst/>
          </a:prstGeom>
          <a:noFill/>
          <a:ln w="5080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>
            <a:spAutoFit/>
          </a:bodyPr>
          <a:lstStyle/>
          <a:p>
            <a:pPr defTabSz="685800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600" dirty="0">
                <a:solidFill>
                  <a:srgbClr val="FFFFFF"/>
                </a:solidFill>
                <a:latin typeface="Neo Sans Intel"/>
                <a:cs typeface="Neo Sans Intel"/>
              </a:rPr>
              <a:t>INTEL CONFIDENTIAL</a:t>
            </a:r>
          </a:p>
        </p:txBody>
      </p:sp>
      <p:sp>
        <p:nvSpPr>
          <p:cNvPr id="15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28" y="4914900"/>
            <a:ext cx="41592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6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B44C7BE5-B578-44C2-B697-AD60B2F34A37}" type="slidenum">
              <a:rPr lang="ja-JP" altLang="en-US" smtClean="0">
                <a:solidFill>
                  <a:srgbClr val="FFFFFF"/>
                </a:solidFill>
              </a:rPr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ja-JP" dirty="0">
              <a:solidFill>
                <a:srgbClr val="FFFFFF"/>
              </a:solidFill>
            </a:endParaRP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51435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62466" y="438151"/>
            <a:ext cx="4627756" cy="1021556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2700" b="0" i="0" cap="none">
                <a:solidFill>
                  <a:srgbClr val="FFFFFF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dirty="0"/>
              <a:t>Click To Edit Section Divider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81298243"/>
      </p:ext>
    </p:extLst>
  </p:cSld>
  <p:clrMapOvr>
    <a:masterClrMapping/>
  </p:clrMapOvr>
  <p:transition>
    <p:fade/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965010"/>
      </p:ext>
    </p:extLst>
  </p:cSld>
  <p:clrMapOvr>
    <a:masterClrMapping/>
  </p:clrMapOvr>
  <p:transition>
    <p:fade/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5613" y="1034656"/>
            <a:ext cx="4037012" cy="3402806"/>
          </a:xfrm>
        </p:spPr>
        <p:txBody>
          <a:bodyPr/>
          <a:lstStyle>
            <a:lvl1pPr marL="0" indent="0">
              <a:defRPr sz="15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025" y="1034656"/>
            <a:ext cx="4038600" cy="3402806"/>
          </a:xfrm>
        </p:spPr>
        <p:txBody>
          <a:bodyPr/>
          <a:lstStyle>
            <a:lvl1pPr marL="0" indent="0">
              <a:defRPr sz="15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6735125"/>
      </p:ext>
    </p:extLst>
  </p:cSld>
  <p:clrMapOvr>
    <a:masterClrMapping/>
  </p:clrMapOvr>
  <p:transition>
    <p:fade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72034254"/>
      </p:ext>
    </p:extLst>
  </p:cSld>
  <p:clrMapOvr>
    <a:masterClrMapping/>
  </p:clrMapOvr>
  <p:transition>
    <p:fade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0294188"/>
      </p:ext>
    </p:extLst>
  </p:cSld>
  <p:clrMapOvr>
    <a:masterClrMapping/>
  </p:clrMapOvr>
  <p:transition>
    <p:fade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1885951"/>
            <a:ext cx="6477000" cy="1021556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3000" b="0" i="0" cap="none">
                <a:solidFill>
                  <a:srgbClr val="FFFFFF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dirty="0"/>
              <a:t>Thank You</a:t>
            </a:r>
          </a:p>
        </p:txBody>
      </p:sp>
      <p:pic>
        <p:nvPicPr>
          <p:cNvPr id="5" name="Picture 4" descr="Intel_logo_white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0663" y="226030"/>
            <a:ext cx="869284" cy="429882"/>
          </a:xfrm>
          <a:prstGeom prst="rect">
            <a:avLst/>
          </a:prstGeom>
        </p:spPr>
      </p:pic>
      <p:sp>
        <p:nvSpPr>
          <p:cNvPr id="4" name="Text Box 5"/>
          <p:cNvSpPr txBox="1">
            <a:spLocks noChangeArrowheads="1"/>
          </p:cNvSpPr>
          <p:nvPr userDrawn="1"/>
        </p:nvSpPr>
        <p:spPr bwMode="auto">
          <a:xfrm>
            <a:off x="524794" y="4983059"/>
            <a:ext cx="2890838" cy="92333"/>
          </a:xfrm>
          <a:prstGeom prst="rect">
            <a:avLst/>
          </a:prstGeom>
          <a:noFill/>
          <a:ln w="5080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>
            <a:spAutoFit/>
          </a:bodyPr>
          <a:lstStyle/>
          <a:p>
            <a:pPr defTabSz="685800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600" dirty="0">
                <a:solidFill>
                  <a:srgbClr val="FFFFFF"/>
                </a:solidFill>
                <a:latin typeface="Neo Sans Intel"/>
                <a:cs typeface="Neo Sans Intel"/>
              </a:rPr>
              <a:t>INTEL CONFIDENTIAL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28" y="4914900"/>
            <a:ext cx="41592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6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B44C7BE5-B578-44C2-B697-AD60B2F34A37}" type="slidenum">
              <a:rPr lang="ja-JP" altLang="en-US" smtClean="0">
                <a:solidFill>
                  <a:srgbClr val="FFFFFF"/>
                </a:solidFill>
              </a:rPr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ja-JP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3620120"/>
      </p:ext>
    </p:extLst>
  </p:cSld>
  <p:clrMapOvr>
    <a:masterClrMapping/>
  </p:clrMapOvr>
  <p:transition>
    <p:fade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Slide with White Logo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ntel_wht_rgb_3000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22677" y="1855077"/>
            <a:ext cx="2898648" cy="1433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494789"/>
      </p:ext>
    </p:extLst>
  </p:cSld>
  <p:clrMapOvr>
    <a:masterClrMapping/>
  </p:clrMapOvr>
  <p:transition>
    <p:fade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Slide with Blu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ntel_rgb_3000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22677" y="1855077"/>
            <a:ext cx="2898648" cy="1433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145780"/>
      </p:ext>
    </p:extLst>
  </p:cSld>
  <p:clrMapOvr>
    <a:masterClrMapping/>
  </p:clrMapOvr>
  <p:transition>
    <p:fade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>
            <a:lvl1pPr algn="l">
              <a:defRPr sz="3000" b="1" cap="all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ctr" anchorCtr="0"/>
          <a:lstStyle>
            <a:lvl1pPr marL="0" indent="0">
              <a:buNone/>
              <a:defRPr sz="21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o Sans Intel Medium" pitchFamily="34" charset="0"/>
              </a:defRPr>
            </a:lvl1pPr>
            <a:lvl2pPr marL="342900" indent="0">
              <a:buNone/>
              <a:defRPr sz="1400"/>
            </a:lvl2pPr>
            <a:lvl3pPr marL="685800" indent="0">
              <a:buNone/>
              <a:defRPr sz="1200"/>
            </a:lvl3pPr>
            <a:lvl4pPr marL="1028700" indent="0">
              <a:buNone/>
              <a:defRPr sz="1100"/>
            </a:lvl4pPr>
            <a:lvl5pPr marL="1371600" indent="0">
              <a:buNone/>
              <a:defRPr sz="1100"/>
            </a:lvl5pPr>
            <a:lvl6pPr marL="1714500" indent="0">
              <a:buNone/>
              <a:defRPr sz="1100"/>
            </a:lvl6pPr>
            <a:lvl7pPr marL="2057400" indent="0">
              <a:buNone/>
              <a:defRPr sz="1100"/>
            </a:lvl7pPr>
            <a:lvl8pPr marL="2400300" indent="0">
              <a:buNone/>
              <a:defRPr sz="1100"/>
            </a:lvl8pPr>
            <a:lvl9pPr marL="2743200" indent="0">
              <a:buNone/>
              <a:defRPr sz="11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Rectangle 4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28124" y="4914900"/>
            <a:ext cx="41592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eaLnBrk="1" hangingPunct="1">
              <a:lnSpc>
                <a:spcPct val="100000"/>
              </a:lnSpc>
              <a:spcBef>
                <a:spcPct val="0"/>
              </a:spcBef>
              <a:defRPr sz="900" b="1">
                <a:solidFill>
                  <a:srgbClr val="FFFFFF"/>
                </a:solidFill>
                <a:latin typeface="Verdana" pitchFamily="34" charset="0"/>
                <a:cs typeface="+mn-cs"/>
              </a:defRPr>
            </a:lvl1pPr>
          </a:lstStyle>
          <a:p>
            <a:pPr defTabSz="685800" fontAlgn="base">
              <a:spcAft>
                <a:spcPct val="0"/>
              </a:spcAft>
              <a:defRPr/>
            </a:pPr>
            <a:fld id="{C7BB534C-3998-4730-B91F-3C976FEAD61C}" type="slidenum">
              <a:rPr lang="en-US" smtClean="0"/>
              <a:pPr defTabSz="685800" fontAlgn="base">
                <a:spcAft>
                  <a:spcPct val="0"/>
                </a:spcAft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4415986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PTCovers-01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259030"/>
            <a:ext cx="8269500" cy="2866740"/>
          </a:xfrm>
          <a:prstGeom prst="rect">
            <a:avLst/>
          </a:prstGeom>
        </p:spPr>
      </p:pic>
      <p:sp>
        <p:nvSpPr>
          <p:cNvPr id="12" name="Text Box 5"/>
          <p:cNvSpPr txBox="1">
            <a:spLocks noChangeArrowheads="1"/>
          </p:cNvSpPr>
          <p:nvPr userDrawn="1"/>
        </p:nvSpPr>
        <p:spPr bwMode="auto">
          <a:xfrm>
            <a:off x="524794" y="4983048"/>
            <a:ext cx="2890838" cy="92333"/>
          </a:xfrm>
          <a:prstGeom prst="rect">
            <a:avLst/>
          </a:prstGeom>
          <a:noFill/>
          <a:ln w="5080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>
            <a:spAutoFit/>
          </a:bodyPr>
          <a:lstStyle/>
          <a:p>
            <a:pPr defTabSz="685800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600" dirty="0">
                <a:solidFill>
                  <a:srgbClr val="939598"/>
                </a:solidFill>
                <a:latin typeface="Neo Sans Intel"/>
                <a:cs typeface="Neo Sans Intel"/>
              </a:rPr>
              <a:t>INTEL CONFIDENTIAL, 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57202" y="1964905"/>
            <a:ext cx="4594206" cy="446276"/>
          </a:xfrm>
        </p:spPr>
        <p:txBody>
          <a:bodyPr wrap="none" anchor="ctr" anchorCtr="0">
            <a:spAutoFit/>
          </a:bodyPr>
          <a:lstStyle>
            <a:lvl1pPr algn="l">
              <a:lnSpc>
                <a:spcPct val="100000"/>
              </a:lnSpc>
              <a:defRPr sz="29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altLang="ja-JP" dirty="0"/>
              <a:t>Click to edit Master title style</a:t>
            </a: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2378240" y="3265053"/>
            <a:ext cx="4466738" cy="748923"/>
          </a:xfrm>
        </p:spPr>
        <p:txBody>
          <a:bodyPr wrap="square">
            <a:spAutoFit/>
          </a:bodyPr>
          <a:lstStyle>
            <a:lvl1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500" b="0" i="0">
                <a:solidFill>
                  <a:schemeClr val="bg1"/>
                </a:solidFill>
                <a:latin typeface="Neo Sans Intel Medium"/>
                <a:cs typeface="Neo Sans Intel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dirty="0">
                <a:latin typeface="Verdana" charset="0"/>
              </a:rPr>
              <a:t>Subtitle</a:t>
            </a: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200" dirty="0">
                <a:latin typeface="Verdana" charset="0"/>
              </a:rPr>
              <a:t>Additional Info</a:t>
            </a:r>
            <a:endParaRPr lang="en-US" dirty="0">
              <a:latin typeface="Verdana" charset="0"/>
            </a:endParaRPr>
          </a:p>
          <a:p>
            <a:endParaRPr lang="en-US" dirty="0"/>
          </a:p>
        </p:txBody>
      </p:sp>
      <p:pic>
        <p:nvPicPr>
          <p:cNvPr id="14" name="Picture 13" descr="intel_rgb_3000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4399" y="226029"/>
            <a:ext cx="865548" cy="428014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2" y="4947293"/>
            <a:ext cx="317716" cy="184666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fld id="{435EC5FB-0C8E-4818-A81D-78796ABB4840}" type="slidenum">
              <a:rPr lang="en-US" sz="600" smtClean="0">
                <a:solidFill>
                  <a:srgbClr val="B4BAB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 defTabSz="6858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600" dirty="0">
              <a:solidFill>
                <a:srgbClr val="B4BABD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0033165"/>
      </p:ext>
    </p:extLst>
  </p:cSld>
  <p:clrMapOvr>
    <a:masterClrMapping/>
  </p:clrMapOvr>
  <p:transition>
    <p:fade/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PTCovers-02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219213"/>
            <a:ext cx="8257308" cy="3077059"/>
          </a:xfrm>
          <a:prstGeom prst="rect">
            <a:avLst/>
          </a:prstGeom>
        </p:spPr>
      </p:pic>
      <p:pic>
        <p:nvPicPr>
          <p:cNvPr id="9" name="Picture 8" descr="intel_rgb_3000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4399" y="226029"/>
            <a:ext cx="865548" cy="428014"/>
          </a:xfrm>
          <a:prstGeom prst="rect">
            <a:avLst/>
          </a:prstGeom>
        </p:spPr>
      </p:pic>
      <p:sp>
        <p:nvSpPr>
          <p:cNvPr id="7" name="Text Box 5"/>
          <p:cNvSpPr txBox="1">
            <a:spLocks noChangeArrowheads="1"/>
          </p:cNvSpPr>
          <p:nvPr userDrawn="1"/>
        </p:nvSpPr>
        <p:spPr bwMode="auto">
          <a:xfrm>
            <a:off x="524794" y="4983048"/>
            <a:ext cx="2890838" cy="92333"/>
          </a:xfrm>
          <a:prstGeom prst="rect">
            <a:avLst/>
          </a:prstGeom>
          <a:noFill/>
          <a:ln w="5080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>
            <a:spAutoFit/>
          </a:bodyPr>
          <a:lstStyle/>
          <a:p>
            <a:pPr defTabSz="685800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600" dirty="0">
                <a:solidFill>
                  <a:srgbClr val="939598"/>
                </a:solidFill>
                <a:latin typeface="Neo Sans Intel"/>
                <a:cs typeface="Neo Sans Intel"/>
              </a:rPr>
              <a:t>INTEL CONFIDENTIAL, FOR INTERNAL USE ONLY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57202" y="1769133"/>
            <a:ext cx="4594206" cy="446276"/>
          </a:xfrm>
        </p:spPr>
        <p:txBody>
          <a:bodyPr wrap="none" anchor="ctr" anchorCtr="0">
            <a:spAutoFit/>
          </a:bodyPr>
          <a:lstStyle>
            <a:lvl1pPr algn="l">
              <a:lnSpc>
                <a:spcPct val="100000"/>
              </a:lnSpc>
              <a:defRPr sz="29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altLang="ja-JP" dirty="0"/>
              <a:t>Click to edit Master title style</a:t>
            </a:r>
          </a:p>
        </p:txBody>
      </p:sp>
      <p:sp>
        <p:nvSpPr>
          <p:cNvPr id="10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60188" y="2448152"/>
            <a:ext cx="4343400" cy="569387"/>
          </a:xfrm>
        </p:spPr>
        <p:txBody>
          <a:bodyPr wrap="square">
            <a:spAutoFit/>
          </a:bodyPr>
          <a:lstStyle>
            <a:lvl1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5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b="0" i="0" dirty="0">
                <a:latin typeface="Neo Sans Intel"/>
                <a:cs typeface="Neo Sans Intel"/>
              </a:rPr>
              <a:t>Subtitle</a:t>
            </a:r>
            <a:endParaRPr lang="en-US" dirty="0">
              <a:latin typeface="Verdana" charset="0"/>
            </a:endParaRP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200" b="0" i="0" dirty="0">
                <a:latin typeface="Neo Sans Intel"/>
                <a:cs typeface="Neo Sans Intel"/>
              </a:rPr>
              <a:t>Additional Info</a:t>
            </a:r>
            <a:endParaRPr lang="en-US" sz="1200" dirty="0">
              <a:latin typeface="Verdana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2" y="4947293"/>
            <a:ext cx="317716" cy="184666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fld id="{435EC5FB-0C8E-4818-A81D-78796ABB4840}" type="slidenum">
              <a:rPr lang="en-US" sz="600" smtClean="0">
                <a:solidFill>
                  <a:srgbClr val="B4BAB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 defTabSz="6858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600" dirty="0">
              <a:solidFill>
                <a:srgbClr val="B4BABD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148906"/>
      </p:ext>
    </p:extLst>
  </p:cSld>
  <p:clrMapOvr>
    <a:masterClrMapping/>
  </p:clrMapOvr>
  <p:transition>
    <p:fade/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PTCovers-03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327165"/>
            <a:ext cx="8342654" cy="2178631"/>
          </a:xfrm>
          <a:prstGeom prst="rect">
            <a:avLst/>
          </a:prstGeom>
        </p:spPr>
      </p:pic>
      <p:pic>
        <p:nvPicPr>
          <p:cNvPr id="8" name="Picture 7" descr="intel_rgb_3000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4399" y="226029"/>
            <a:ext cx="865548" cy="428014"/>
          </a:xfrm>
          <a:prstGeom prst="rect">
            <a:avLst/>
          </a:prstGeom>
        </p:spPr>
      </p:pic>
      <p:sp>
        <p:nvSpPr>
          <p:cNvPr id="7" name="Text Box 5"/>
          <p:cNvSpPr txBox="1">
            <a:spLocks noChangeArrowheads="1"/>
          </p:cNvSpPr>
          <p:nvPr userDrawn="1"/>
        </p:nvSpPr>
        <p:spPr bwMode="auto">
          <a:xfrm>
            <a:off x="524794" y="4983048"/>
            <a:ext cx="2890838" cy="92333"/>
          </a:xfrm>
          <a:prstGeom prst="rect">
            <a:avLst/>
          </a:prstGeom>
          <a:noFill/>
          <a:ln w="5080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>
            <a:spAutoFit/>
          </a:bodyPr>
          <a:lstStyle/>
          <a:p>
            <a:pPr defTabSz="685800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600" dirty="0">
                <a:solidFill>
                  <a:srgbClr val="939598"/>
                </a:solidFill>
                <a:latin typeface="Neo Sans Intel"/>
                <a:cs typeface="Neo Sans Intel"/>
              </a:rPr>
              <a:t>INTEL CONFIDENTIAL, FOR INTERNAL USE ONLY</a:t>
            </a:r>
          </a:p>
        </p:txBody>
      </p:sp>
      <p:sp>
        <p:nvSpPr>
          <p:cNvPr id="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57202" y="2083068"/>
            <a:ext cx="6754008" cy="446276"/>
          </a:xfrm>
        </p:spPr>
        <p:txBody>
          <a:bodyPr wrap="square" anchor="ctr" anchorCtr="0">
            <a:spAutoFit/>
          </a:bodyPr>
          <a:lstStyle>
            <a:lvl1pPr algn="l">
              <a:lnSpc>
                <a:spcPct val="100000"/>
              </a:lnSpc>
              <a:defRPr sz="29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altLang="ja-JP" dirty="0"/>
              <a:t>Click to edit Master title style</a:t>
            </a:r>
          </a:p>
        </p:txBody>
      </p:sp>
      <p:sp>
        <p:nvSpPr>
          <p:cNvPr id="10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59957" y="2812595"/>
            <a:ext cx="4343400" cy="569387"/>
          </a:xfrm>
        </p:spPr>
        <p:txBody>
          <a:bodyPr wrap="square">
            <a:spAutoFit/>
          </a:bodyPr>
          <a:lstStyle>
            <a:lvl1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b="0" i="0" dirty="0">
                <a:latin typeface="Neo Sans Intel"/>
                <a:cs typeface="Neo Sans Intel"/>
              </a:rPr>
              <a:t>Subtitle</a:t>
            </a:r>
            <a:endParaRPr lang="en-US" dirty="0">
              <a:latin typeface="Verdana" charset="0"/>
            </a:endParaRP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200" b="0" i="0" dirty="0">
                <a:latin typeface="Neo Sans Intel"/>
                <a:cs typeface="Neo Sans Intel"/>
              </a:rPr>
              <a:t>Additional Info</a:t>
            </a:r>
            <a:endParaRPr lang="en-US" sz="1200" dirty="0">
              <a:latin typeface="Verdana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2" y="4947293"/>
            <a:ext cx="317716" cy="184666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fld id="{435EC5FB-0C8E-4818-A81D-78796ABB4840}" type="slidenum">
              <a:rPr lang="en-US" sz="600" smtClean="0">
                <a:solidFill>
                  <a:srgbClr val="B4BAB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 defTabSz="6858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600" dirty="0">
              <a:solidFill>
                <a:srgbClr val="B4BABD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7221317"/>
      </p:ext>
    </p:extLst>
  </p:cSld>
  <p:clrMapOvr>
    <a:masterClrMapping/>
  </p:clrMapOvr>
  <p:transition>
    <p:fade/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PTCovers-04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" y="901910"/>
            <a:ext cx="8495059" cy="2793585"/>
          </a:xfrm>
          <a:prstGeom prst="rect">
            <a:avLst/>
          </a:prstGeom>
        </p:spPr>
      </p:pic>
      <p:pic>
        <p:nvPicPr>
          <p:cNvPr id="15" name="Picture 14" descr="intel_rgb_3000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4399" y="226029"/>
            <a:ext cx="865548" cy="428014"/>
          </a:xfrm>
          <a:prstGeom prst="rect">
            <a:avLst/>
          </a:prstGeom>
        </p:spPr>
      </p:pic>
      <p:sp>
        <p:nvSpPr>
          <p:cNvPr id="9" name="Text Box 5"/>
          <p:cNvSpPr txBox="1">
            <a:spLocks noChangeArrowheads="1"/>
          </p:cNvSpPr>
          <p:nvPr userDrawn="1"/>
        </p:nvSpPr>
        <p:spPr bwMode="auto">
          <a:xfrm>
            <a:off x="524794" y="4983048"/>
            <a:ext cx="2890838" cy="92333"/>
          </a:xfrm>
          <a:prstGeom prst="rect">
            <a:avLst/>
          </a:prstGeom>
          <a:noFill/>
          <a:ln w="5080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>
            <a:spAutoFit/>
          </a:bodyPr>
          <a:lstStyle/>
          <a:p>
            <a:pPr defTabSz="685800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600" dirty="0">
                <a:solidFill>
                  <a:srgbClr val="939598"/>
                </a:solidFill>
                <a:latin typeface="Neo Sans Intel"/>
                <a:cs typeface="Neo Sans Intel"/>
              </a:rPr>
              <a:t>INTEL CONFIDENTIAL, FOR INTERNAL USE ONLY</a:t>
            </a: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ctrTitle"/>
          </p:nvPr>
        </p:nvSpPr>
        <p:spPr>
          <a:xfrm>
            <a:off x="593532" y="2041840"/>
            <a:ext cx="4594206" cy="446276"/>
          </a:xfrm>
        </p:spPr>
        <p:txBody>
          <a:bodyPr wrap="none" anchor="ctr" anchorCtr="0">
            <a:spAutoFit/>
          </a:bodyPr>
          <a:lstStyle>
            <a:lvl1pPr algn="l">
              <a:lnSpc>
                <a:spcPct val="100000"/>
              </a:lnSpc>
              <a:defRPr sz="29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altLang="ja-JP" dirty="0"/>
              <a:t>Click to edit Master title style</a:t>
            </a:r>
          </a:p>
        </p:txBody>
      </p:sp>
      <p:sp>
        <p:nvSpPr>
          <p:cNvPr id="11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592333" y="2737375"/>
            <a:ext cx="4343400" cy="569387"/>
          </a:xfrm>
        </p:spPr>
        <p:txBody>
          <a:bodyPr wrap="square">
            <a:spAutoFit/>
          </a:bodyPr>
          <a:lstStyle>
            <a:lvl1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500" b="0" i="0">
                <a:solidFill>
                  <a:schemeClr val="bg1"/>
                </a:solidFill>
                <a:latin typeface="Neo Sans Intel Medium"/>
                <a:cs typeface="Neo Sans Intel Medium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b="0" i="0" dirty="0">
                <a:latin typeface="Neo Sans Intel"/>
                <a:cs typeface="Neo Sans Intel"/>
              </a:rPr>
              <a:t>Subtitle</a:t>
            </a:r>
            <a:endParaRPr lang="en-US" dirty="0">
              <a:latin typeface="Verdana" charset="0"/>
            </a:endParaRP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200" b="0" i="0" dirty="0">
                <a:latin typeface="Neo Sans Intel"/>
                <a:cs typeface="Neo Sans Intel"/>
              </a:rPr>
              <a:t>Additional Info</a:t>
            </a:r>
            <a:endParaRPr lang="en-US" sz="1200" dirty="0">
              <a:latin typeface="Verdana" charset="0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2" y="4947293"/>
            <a:ext cx="317716" cy="184666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fld id="{435EC5FB-0C8E-4818-A81D-78796ABB4840}" type="slidenum">
              <a:rPr lang="en-US" sz="600" smtClean="0">
                <a:solidFill>
                  <a:srgbClr val="B4BAB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 defTabSz="6858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600" dirty="0">
              <a:solidFill>
                <a:srgbClr val="B4BABD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5284666"/>
      </p:ext>
    </p:extLst>
  </p:cSld>
  <p:clrMapOvr>
    <a:masterClrMapping/>
  </p:clrMapOvr>
  <p:transition>
    <p:fade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1885951"/>
            <a:ext cx="6477000" cy="1021556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2900" b="0" i="0" cap="none">
                <a:solidFill>
                  <a:srgbClr val="FFFFFF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dirty="0"/>
              <a:t>Click To Edit Section Divider title Style</a:t>
            </a:r>
          </a:p>
        </p:txBody>
      </p:sp>
      <p:sp>
        <p:nvSpPr>
          <p:cNvPr id="14" name="Text Box 5"/>
          <p:cNvSpPr txBox="1">
            <a:spLocks noChangeArrowheads="1"/>
          </p:cNvSpPr>
          <p:nvPr userDrawn="1"/>
        </p:nvSpPr>
        <p:spPr bwMode="auto">
          <a:xfrm>
            <a:off x="524794" y="4983048"/>
            <a:ext cx="2890838" cy="92333"/>
          </a:xfrm>
          <a:prstGeom prst="rect">
            <a:avLst/>
          </a:prstGeom>
          <a:noFill/>
          <a:ln w="5080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>
            <a:spAutoFit/>
          </a:bodyPr>
          <a:lstStyle/>
          <a:p>
            <a:pPr defTabSz="685800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600" dirty="0">
                <a:solidFill>
                  <a:srgbClr val="FFFFFF"/>
                </a:solidFill>
                <a:latin typeface="Neo Sans Intel"/>
                <a:cs typeface="Neo Sans Intel"/>
              </a:rPr>
              <a:t>INTEL CONFIDENTIAL</a:t>
            </a:r>
          </a:p>
        </p:txBody>
      </p:sp>
      <p:sp>
        <p:nvSpPr>
          <p:cNvPr id="15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27" y="4914900"/>
            <a:ext cx="41592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6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B44C7BE5-B578-44C2-B697-AD60B2F34A37}" type="slidenum">
              <a:rPr lang="ja-JP" altLang="en-US" smtClean="0">
                <a:solidFill>
                  <a:srgbClr val="FFFFFF"/>
                </a:solidFill>
              </a:rPr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ja-JP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659736"/>
      </p:ext>
    </p:extLst>
  </p:cSld>
  <p:clrMapOvr>
    <a:masterClrMapping/>
  </p:clrMapOvr>
  <p:transition>
    <p:fade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-option 2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1885951"/>
            <a:ext cx="4627756" cy="1021556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2900" b="0" i="0" cap="none">
                <a:solidFill>
                  <a:srgbClr val="FFFFFF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dirty="0"/>
              <a:t>Click To Edit Section Divider title Style</a:t>
            </a:r>
          </a:p>
        </p:txBody>
      </p:sp>
      <p:sp>
        <p:nvSpPr>
          <p:cNvPr id="14" name="Text Box 5"/>
          <p:cNvSpPr txBox="1">
            <a:spLocks noChangeArrowheads="1"/>
          </p:cNvSpPr>
          <p:nvPr userDrawn="1"/>
        </p:nvSpPr>
        <p:spPr bwMode="auto">
          <a:xfrm>
            <a:off x="524794" y="4983048"/>
            <a:ext cx="2890838" cy="92333"/>
          </a:xfrm>
          <a:prstGeom prst="rect">
            <a:avLst/>
          </a:prstGeom>
          <a:noFill/>
          <a:ln w="5080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>
            <a:spAutoFit/>
          </a:bodyPr>
          <a:lstStyle/>
          <a:p>
            <a:pPr defTabSz="685800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600" dirty="0">
                <a:solidFill>
                  <a:srgbClr val="FFFFFF"/>
                </a:solidFill>
                <a:latin typeface="Neo Sans Intel"/>
                <a:cs typeface="Neo Sans Intel"/>
              </a:rPr>
              <a:t>INTEL CONFIDENTIAL</a:t>
            </a:r>
          </a:p>
        </p:txBody>
      </p:sp>
      <p:sp>
        <p:nvSpPr>
          <p:cNvPr id="15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27" y="4914900"/>
            <a:ext cx="41592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6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B44C7BE5-B578-44C2-B697-AD60B2F34A37}" type="slidenum">
              <a:rPr lang="ja-JP" altLang="en-US" smtClean="0">
                <a:solidFill>
                  <a:srgbClr val="FFFFFF"/>
                </a:solidFill>
              </a:rPr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ja-JP" dirty="0">
              <a:solidFill>
                <a:srgbClr val="FFFFFF"/>
              </a:solidFill>
            </a:endParaRP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5353050" y="0"/>
            <a:ext cx="3790950" cy="51435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230373"/>
      </p:ext>
    </p:extLst>
  </p:cSld>
  <p:clrMapOvr>
    <a:masterClrMapping/>
  </p:clrMapOvr>
  <p:transition>
    <p:fade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ivider-option 3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5"/>
          <p:cNvSpPr txBox="1">
            <a:spLocks noChangeArrowheads="1"/>
          </p:cNvSpPr>
          <p:nvPr userDrawn="1"/>
        </p:nvSpPr>
        <p:spPr bwMode="auto">
          <a:xfrm>
            <a:off x="524794" y="4983048"/>
            <a:ext cx="2890838" cy="92333"/>
          </a:xfrm>
          <a:prstGeom prst="rect">
            <a:avLst/>
          </a:prstGeom>
          <a:noFill/>
          <a:ln w="5080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>
            <a:spAutoFit/>
          </a:bodyPr>
          <a:lstStyle/>
          <a:p>
            <a:pPr defTabSz="685800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600" dirty="0">
                <a:solidFill>
                  <a:srgbClr val="FFFFFF"/>
                </a:solidFill>
                <a:latin typeface="Neo Sans Intel"/>
                <a:cs typeface="Neo Sans Intel"/>
              </a:rPr>
              <a:t>INTEL CONFIDENTIAL</a:t>
            </a:r>
          </a:p>
        </p:txBody>
      </p:sp>
      <p:sp>
        <p:nvSpPr>
          <p:cNvPr id="15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27" y="4914900"/>
            <a:ext cx="41592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6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B44C7BE5-B578-44C2-B697-AD60B2F34A37}" type="slidenum">
              <a:rPr lang="ja-JP" altLang="en-US" smtClean="0">
                <a:solidFill>
                  <a:srgbClr val="FFFFFF"/>
                </a:solidFill>
              </a:rPr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ja-JP" dirty="0">
              <a:solidFill>
                <a:srgbClr val="FFFFFF"/>
              </a:solidFill>
            </a:endParaRP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51435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62466" y="438151"/>
            <a:ext cx="4627756" cy="1021556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2700" b="0" i="0" cap="none">
                <a:solidFill>
                  <a:srgbClr val="FFFFFF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dirty="0"/>
              <a:t>Click To Edit Section Divider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8339410"/>
      </p:ext>
    </p:extLst>
  </p:cSld>
  <p:clrMapOvr>
    <a:masterClrMapping/>
  </p:clrMapOvr>
  <p:transition>
    <p:fade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0496100"/>
      </p:ext>
    </p:extLst>
  </p:cSld>
  <p:clrMapOvr>
    <a:masterClrMapping/>
  </p:clrMapOvr>
  <p:transition>
    <p:fade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5613" y="1034656"/>
            <a:ext cx="4037012" cy="3402806"/>
          </a:xfrm>
        </p:spPr>
        <p:txBody>
          <a:bodyPr/>
          <a:lstStyle>
            <a:lvl1pPr marL="0" indent="0">
              <a:defRPr sz="15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025" y="1034656"/>
            <a:ext cx="4038600" cy="3402806"/>
          </a:xfrm>
        </p:spPr>
        <p:txBody>
          <a:bodyPr/>
          <a:lstStyle>
            <a:lvl1pPr marL="0" indent="0">
              <a:defRPr sz="15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6669301"/>
      </p:ext>
    </p:extLst>
  </p:cSld>
  <p:clrMapOvr>
    <a:masterClrMapping/>
  </p:clrMapOvr>
  <p:transition>
    <p:fade/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55940171"/>
      </p:ext>
    </p:extLst>
  </p:cSld>
  <p:clrMapOvr>
    <a:masterClrMapping/>
  </p:clrMapOvr>
  <p:transition>
    <p:fade/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7642923"/>
      </p:ext>
    </p:extLst>
  </p:cSld>
  <p:clrMapOvr>
    <a:masterClrMapping/>
  </p:clrMapOvr>
  <p:transition>
    <p:fade/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1885951"/>
            <a:ext cx="6477000" cy="1021556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3000" b="0" i="0" cap="none">
                <a:solidFill>
                  <a:srgbClr val="FFFFFF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dirty="0"/>
              <a:t>Thank You</a:t>
            </a:r>
          </a:p>
        </p:txBody>
      </p:sp>
      <p:pic>
        <p:nvPicPr>
          <p:cNvPr id="5" name="Picture 4" descr="Intel_logo_white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0663" y="226030"/>
            <a:ext cx="869284" cy="429882"/>
          </a:xfrm>
          <a:prstGeom prst="rect">
            <a:avLst/>
          </a:prstGeom>
        </p:spPr>
      </p:pic>
      <p:sp>
        <p:nvSpPr>
          <p:cNvPr id="4" name="Text Box 5"/>
          <p:cNvSpPr txBox="1">
            <a:spLocks noChangeArrowheads="1"/>
          </p:cNvSpPr>
          <p:nvPr userDrawn="1"/>
        </p:nvSpPr>
        <p:spPr bwMode="auto">
          <a:xfrm>
            <a:off x="524794" y="4983048"/>
            <a:ext cx="2890838" cy="92333"/>
          </a:xfrm>
          <a:prstGeom prst="rect">
            <a:avLst/>
          </a:prstGeom>
          <a:noFill/>
          <a:ln w="5080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>
            <a:spAutoFit/>
          </a:bodyPr>
          <a:lstStyle/>
          <a:p>
            <a:pPr defTabSz="685800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600" dirty="0">
                <a:solidFill>
                  <a:srgbClr val="FFFFFF"/>
                </a:solidFill>
                <a:latin typeface="Neo Sans Intel"/>
                <a:cs typeface="Neo Sans Intel"/>
              </a:rPr>
              <a:t>INTEL CONFIDENTIAL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27" y="4914900"/>
            <a:ext cx="41592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6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B44C7BE5-B578-44C2-B697-AD60B2F34A37}" type="slidenum">
              <a:rPr lang="ja-JP" altLang="en-US" smtClean="0">
                <a:solidFill>
                  <a:srgbClr val="FFFFFF"/>
                </a:solidFill>
              </a:rPr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ja-JP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2486329"/>
      </p:ext>
    </p:extLst>
  </p:cSld>
  <p:clrMapOvr>
    <a:masterClrMapping/>
  </p:clrMapOvr>
  <p:transition>
    <p:fade/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Slide with White Logo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ntel_wht_rgb_3000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22677" y="1855072"/>
            <a:ext cx="2898648" cy="1433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292957"/>
      </p:ext>
    </p:extLst>
  </p:cSld>
  <p:clrMapOvr>
    <a:masterClrMapping/>
  </p:clrMapOvr>
  <p:transition>
    <p:fade/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Slide with Blu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ntel_rgb_3000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22677" y="1855072"/>
            <a:ext cx="2898648" cy="1433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098293"/>
      </p:ext>
    </p:extLst>
  </p:cSld>
  <p:clrMapOvr>
    <a:masterClrMapping/>
  </p:clrMapOvr>
  <p:transition>
    <p:fade/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>
            <a:lvl1pPr algn="l">
              <a:defRPr sz="3000" b="1" cap="all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ctr" anchorCtr="0"/>
          <a:lstStyle>
            <a:lvl1pPr marL="0" indent="0">
              <a:buNone/>
              <a:defRPr sz="21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o Sans Intel Medium" pitchFamily="34" charset="0"/>
              </a:defRPr>
            </a:lvl1pPr>
            <a:lvl2pPr marL="342900" indent="0">
              <a:buNone/>
              <a:defRPr sz="1400"/>
            </a:lvl2pPr>
            <a:lvl3pPr marL="685800" indent="0">
              <a:buNone/>
              <a:defRPr sz="1200"/>
            </a:lvl3pPr>
            <a:lvl4pPr marL="1028700" indent="0">
              <a:buNone/>
              <a:defRPr sz="1100"/>
            </a:lvl4pPr>
            <a:lvl5pPr marL="1371600" indent="0">
              <a:buNone/>
              <a:defRPr sz="1100"/>
            </a:lvl5pPr>
            <a:lvl6pPr marL="1714500" indent="0">
              <a:buNone/>
              <a:defRPr sz="1100"/>
            </a:lvl6pPr>
            <a:lvl7pPr marL="2057400" indent="0">
              <a:buNone/>
              <a:defRPr sz="1100"/>
            </a:lvl7pPr>
            <a:lvl8pPr marL="2400300" indent="0">
              <a:buNone/>
              <a:defRPr sz="1100"/>
            </a:lvl8pPr>
            <a:lvl9pPr marL="2743200" indent="0">
              <a:buNone/>
              <a:defRPr sz="11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Rectangle 4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28102" y="4914900"/>
            <a:ext cx="41592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eaLnBrk="1" hangingPunct="1">
              <a:lnSpc>
                <a:spcPct val="100000"/>
              </a:lnSpc>
              <a:spcBef>
                <a:spcPct val="0"/>
              </a:spcBef>
              <a:defRPr sz="900" b="1">
                <a:solidFill>
                  <a:srgbClr val="FFFFFF"/>
                </a:solidFill>
                <a:latin typeface="Verdana" pitchFamily="34" charset="0"/>
                <a:cs typeface="+mn-cs"/>
              </a:defRPr>
            </a:lvl1pPr>
          </a:lstStyle>
          <a:p>
            <a:pPr defTabSz="685800" fontAlgn="base">
              <a:spcAft>
                <a:spcPct val="0"/>
              </a:spcAft>
              <a:defRPr/>
            </a:pPr>
            <a:fld id="{C7BB534C-3998-4730-B91F-3C976FEAD61C}" type="slidenum">
              <a:rPr lang="en-US" smtClean="0"/>
              <a:pPr defTabSz="685800" fontAlgn="base">
                <a:spcAft>
                  <a:spcPct val="0"/>
                </a:spcAft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296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17" Type="http://schemas.openxmlformats.org/officeDocument/2006/relationships/image" Target="../media/image8.png"/><Relationship Id="rId2" Type="http://schemas.openxmlformats.org/officeDocument/2006/relationships/slideLayout" Target="../slideLayouts/slideLayout16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2" Type="http://schemas.openxmlformats.org/officeDocument/2006/relationships/slideLayout" Target="../slideLayouts/slideLayout31.xml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4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1.xml"/><Relationship Id="rId13" Type="http://schemas.openxmlformats.org/officeDocument/2006/relationships/slideLayout" Target="../slideLayouts/slideLayout56.xml"/><Relationship Id="rId3" Type="http://schemas.openxmlformats.org/officeDocument/2006/relationships/slideLayout" Target="../slideLayouts/slideLayout46.xml"/><Relationship Id="rId7" Type="http://schemas.openxmlformats.org/officeDocument/2006/relationships/slideLayout" Target="../slideLayouts/slideLayout50.xml"/><Relationship Id="rId12" Type="http://schemas.openxmlformats.org/officeDocument/2006/relationships/slideLayout" Target="../slideLayouts/slideLayout55.xml"/><Relationship Id="rId2" Type="http://schemas.openxmlformats.org/officeDocument/2006/relationships/slideLayout" Target="../slideLayouts/slideLayout45.xml"/><Relationship Id="rId1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9.xml"/><Relationship Id="rId11" Type="http://schemas.openxmlformats.org/officeDocument/2006/relationships/slideLayout" Target="../slideLayouts/slideLayout54.xml"/><Relationship Id="rId5" Type="http://schemas.openxmlformats.org/officeDocument/2006/relationships/slideLayout" Target="../slideLayouts/slideLayout48.xml"/><Relationship Id="rId15" Type="http://schemas.openxmlformats.org/officeDocument/2006/relationships/image" Target="../media/image17.png"/><Relationship Id="rId10" Type="http://schemas.openxmlformats.org/officeDocument/2006/relationships/slideLayout" Target="../slideLayouts/slideLayout53.xml"/><Relationship Id="rId4" Type="http://schemas.openxmlformats.org/officeDocument/2006/relationships/slideLayout" Target="../slideLayouts/slideLayout47.xml"/><Relationship Id="rId9" Type="http://schemas.openxmlformats.org/officeDocument/2006/relationships/slideLayout" Target="../slideLayouts/slideLayout52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5" Type="http://schemas.openxmlformats.org/officeDocument/2006/relationships/slideLayout" Target="../slideLayouts/slideLayout61.xml"/><Relationship Id="rId4" Type="http://schemas.openxmlformats.org/officeDocument/2006/relationships/slideLayout" Target="../slideLayouts/slideLayout60.xml"/><Relationship Id="rId9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13" Type="http://schemas.openxmlformats.org/officeDocument/2006/relationships/slideLayout" Target="../slideLayouts/slideLayout77.xml"/><Relationship Id="rId3" Type="http://schemas.openxmlformats.org/officeDocument/2006/relationships/slideLayout" Target="../slideLayouts/slideLayout67.xml"/><Relationship Id="rId7" Type="http://schemas.openxmlformats.org/officeDocument/2006/relationships/slideLayout" Target="../slideLayouts/slideLayout71.xml"/><Relationship Id="rId12" Type="http://schemas.openxmlformats.org/officeDocument/2006/relationships/slideLayout" Target="../slideLayouts/slideLayout76.xml"/><Relationship Id="rId17" Type="http://schemas.openxmlformats.org/officeDocument/2006/relationships/image" Target="../media/image8.png"/><Relationship Id="rId2" Type="http://schemas.openxmlformats.org/officeDocument/2006/relationships/slideLayout" Target="../slideLayouts/slideLayout66.xml"/><Relationship Id="rId16" Type="http://schemas.openxmlformats.org/officeDocument/2006/relationships/theme" Target="../theme/theme8.xml"/><Relationship Id="rId1" Type="http://schemas.openxmlformats.org/officeDocument/2006/relationships/slideLayout" Target="../slideLayouts/slideLayout65.xml"/><Relationship Id="rId6" Type="http://schemas.openxmlformats.org/officeDocument/2006/relationships/slideLayout" Target="../slideLayouts/slideLayout70.xml"/><Relationship Id="rId11" Type="http://schemas.openxmlformats.org/officeDocument/2006/relationships/slideLayout" Target="../slideLayouts/slideLayout75.xml"/><Relationship Id="rId5" Type="http://schemas.openxmlformats.org/officeDocument/2006/relationships/slideLayout" Target="../slideLayouts/slideLayout69.xml"/><Relationship Id="rId15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74.xml"/><Relationship Id="rId4" Type="http://schemas.openxmlformats.org/officeDocument/2006/relationships/slideLayout" Target="../slideLayouts/slideLayout68.xml"/><Relationship Id="rId9" Type="http://schemas.openxmlformats.org/officeDocument/2006/relationships/slideLayout" Target="../slideLayouts/slideLayout73.xml"/><Relationship Id="rId14" Type="http://schemas.openxmlformats.org/officeDocument/2006/relationships/slideLayout" Target="../slideLayouts/slideLayout7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7.xml"/><Relationship Id="rId13" Type="http://schemas.openxmlformats.org/officeDocument/2006/relationships/slideLayout" Target="../slideLayouts/slideLayout92.xml"/><Relationship Id="rId3" Type="http://schemas.openxmlformats.org/officeDocument/2006/relationships/slideLayout" Target="../slideLayouts/slideLayout82.xml"/><Relationship Id="rId7" Type="http://schemas.openxmlformats.org/officeDocument/2006/relationships/slideLayout" Target="../slideLayouts/slideLayout86.xml"/><Relationship Id="rId12" Type="http://schemas.openxmlformats.org/officeDocument/2006/relationships/slideLayout" Target="../slideLayouts/slideLayout91.xml"/><Relationship Id="rId17" Type="http://schemas.openxmlformats.org/officeDocument/2006/relationships/image" Target="../media/image8.png"/><Relationship Id="rId2" Type="http://schemas.openxmlformats.org/officeDocument/2006/relationships/slideLayout" Target="../slideLayouts/slideLayout81.xml"/><Relationship Id="rId16" Type="http://schemas.openxmlformats.org/officeDocument/2006/relationships/theme" Target="../theme/theme9.xml"/><Relationship Id="rId1" Type="http://schemas.openxmlformats.org/officeDocument/2006/relationships/slideLayout" Target="../slideLayouts/slideLayout80.xml"/><Relationship Id="rId6" Type="http://schemas.openxmlformats.org/officeDocument/2006/relationships/slideLayout" Target="../slideLayouts/slideLayout85.xml"/><Relationship Id="rId11" Type="http://schemas.openxmlformats.org/officeDocument/2006/relationships/slideLayout" Target="../slideLayouts/slideLayout90.xml"/><Relationship Id="rId5" Type="http://schemas.openxmlformats.org/officeDocument/2006/relationships/slideLayout" Target="../slideLayouts/slideLayout84.xml"/><Relationship Id="rId15" Type="http://schemas.openxmlformats.org/officeDocument/2006/relationships/slideLayout" Target="../slideLayouts/slideLayout94.xml"/><Relationship Id="rId10" Type="http://schemas.openxmlformats.org/officeDocument/2006/relationships/slideLayout" Target="../slideLayouts/slideLayout89.xml"/><Relationship Id="rId4" Type="http://schemas.openxmlformats.org/officeDocument/2006/relationships/slideLayout" Target="../slideLayouts/slideLayout83.xml"/><Relationship Id="rId9" Type="http://schemas.openxmlformats.org/officeDocument/2006/relationships/slideLayout" Target="../slideLayouts/slideLayout88.xml"/><Relationship Id="rId14" Type="http://schemas.openxmlformats.org/officeDocument/2006/relationships/slideLayout" Target="../slideLayouts/slideLayout9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/>
          <p:nvPr userDrawn="1"/>
        </p:nvSpPr>
        <p:spPr>
          <a:xfrm>
            <a:off x="17" y="4803306"/>
            <a:ext cx="9150839" cy="342106"/>
          </a:xfrm>
          <a:custGeom>
            <a:avLst/>
            <a:gdLst>
              <a:gd name="connsiteX0" fmla="*/ 9155339 w 9162317"/>
              <a:gd name="connsiteY0" fmla="*/ 0 h 460573"/>
              <a:gd name="connsiteX1" fmla="*/ 8352851 w 9162317"/>
              <a:gd name="connsiteY1" fmla="*/ 6978 h 460573"/>
              <a:gd name="connsiteX2" fmla="*/ 7829490 w 9162317"/>
              <a:gd name="connsiteY2" fmla="*/ 314027 h 460573"/>
              <a:gd name="connsiteX3" fmla="*/ 0 w 9162317"/>
              <a:gd name="connsiteY3" fmla="*/ 307048 h 460573"/>
              <a:gd name="connsiteX4" fmla="*/ 0 w 9162317"/>
              <a:gd name="connsiteY4" fmla="*/ 460573 h 460573"/>
              <a:gd name="connsiteX5" fmla="*/ 9162317 w 9162317"/>
              <a:gd name="connsiteY5" fmla="*/ 453594 h 460573"/>
              <a:gd name="connsiteX6" fmla="*/ 9155339 w 9162317"/>
              <a:gd name="connsiteY6" fmla="*/ 0 h 460573"/>
              <a:gd name="connsiteX0" fmla="*/ 9168064 w 9168064"/>
              <a:gd name="connsiteY0" fmla="*/ 2547 h 453595"/>
              <a:gd name="connsiteX1" fmla="*/ 8352851 w 9168064"/>
              <a:gd name="connsiteY1" fmla="*/ 0 h 453595"/>
              <a:gd name="connsiteX2" fmla="*/ 7829490 w 9168064"/>
              <a:gd name="connsiteY2" fmla="*/ 307049 h 453595"/>
              <a:gd name="connsiteX3" fmla="*/ 0 w 9168064"/>
              <a:gd name="connsiteY3" fmla="*/ 300070 h 453595"/>
              <a:gd name="connsiteX4" fmla="*/ 0 w 9168064"/>
              <a:gd name="connsiteY4" fmla="*/ 453595 h 453595"/>
              <a:gd name="connsiteX5" fmla="*/ 9162317 w 9168064"/>
              <a:gd name="connsiteY5" fmla="*/ 446616 h 453595"/>
              <a:gd name="connsiteX6" fmla="*/ 9168064 w 9168064"/>
              <a:gd name="connsiteY6" fmla="*/ 2547 h 453595"/>
              <a:gd name="connsiteX0" fmla="*/ 9168064 w 9168064"/>
              <a:gd name="connsiteY0" fmla="*/ 2547 h 456141"/>
              <a:gd name="connsiteX1" fmla="*/ 8352851 w 9168064"/>
              <a:gd name="connsiteY1" fmla="*/ 0 h 456141"/>
              <a:gd name="connsiteX2" fmla="*/ 7829490 w 9168064"/>
              <a:gd name="connsiteY2" fmla="*/ 307049 h 456141"/>
              <a:gd name="connsiteX3" fmla="*/ 0 w 9168064"/>
              <a:gd name="connsiteY3" fmla="*/ 300070 h 456141"/>
              <a:gd name="connsiteX4" fmla="*/ 0 w 9168064"/>
              <a:gd name="connsiteY4" fmla="*/ 453595 h 456141"/>
              <a:gd name="connsiteX5" fmla="*/ 9155954 w 9168064"/>
              <a:gd name="connsiteY5" fmla="*/ 456141 h 456141"/>
              <a:gd name="connsiteX6" fmla="*/ 9168064 w 9168064"/>
              <a:gd name="connsiteY6" fmla="*/ 2547 h 456141"/>
              <a:gd name="connsiteX0" fmla="*/ 9168064 w 9169169"/>
              <a:gd name="connsiteY0" fmla="*/ 2547 h 456141"/>
              <a:gd name="connsiteX1" fmla="*/ 8352851 w 9169169"/>
              <a:gd name="connsiteY1" fmla="*/ 0 h 456141"/>
              <a:gd name="connsiteX2" fmla="*/ 7829490 w 9169169"/>
              <a:gd name="connsiteY2" fmla="*/ 307049 h 456141"/>
              <a:gd name="connsiteX3" fmla="*/ 0 w 9169169"/>
              <a:gd name="connsiteY3" fmla="*/ 300070 h 456141"/>
              <a:gd name="connsiteX4" fmla="*/ 0 w 9169169"/>
              <a:gd name="connsiteY4" fmla="*/ 453595 h 456141"/>
              <a:gd name="connsiteX5" fmla="*/ 9168679 w 9169169"/>
              <a:gd name="connsiteY5" fmla="*/ 456141 h 456141"/>
              <a:gd name="connsiteX6" fmla="*/ 9168064 w 9169169"/>
              <a:gd name="connsiteY6" fmla="*/ 2547 h 4561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69169" h="456141">
                <a:moveTo>
                  <a:pt x="9168064" y="2547"/>
                </a:moveTo>
                <a:lnTo>
                  <a:pt x="8352851" y="0"/>
                </a:lnTo>
                <a:lnTo>
                  <a:pt x="7829490" y="307049"/>
                </a:lnTo>
                <a:lnTo>
                  <a:pt x="0" y="300070"/>
                </a:lnTo>
                <a:lnTo>
                  <a:pt x="0" y="453595"/>
                </a:lnTo>
                <a:lnTo>
                  <a:pt x="9168679" y="456141"/>
                </a:lnTo>
                <a:cubicBezTo>
                  <a:pt x="9170595" y="308118"/>
                  <a:pt x="9166148" y="150570"/>
                  <a:pt x="9168064" y="254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6313" y="69686"/>
            <a:ext cx="7802217" cy="616129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5646" y="1200158"/>
            <a:ext cx="8167047" cy="346991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16pt Regular Big Bullet One</a:t>
            </a:r>
          </a:p>
          <a:p>
            <a:pPr lvl="2"/>
            <a:r>
              <a:rPr lang="en-US" dirty="0"/>
              <a:t>Sub-bullet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Neo Sans Intel"/>
              </a:defRPr>
            </a:lvl1pPr>
          </a:lstStyle>
          <a:p>
            <a:endParaRPr lang="en-US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8725284" y="4883769"/>
            <a:ext cx="0" cy="178594"/>
          </a:xfrm>
          <a:prstGeom prst="line">
            <a:avLst/>
          </a:prstGeom>
          <a:ln w="3175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int_lookins_hrz_rgb_wht_24.png"/>
          <p:cNvPicPr>
            <a:picLocks noChangeAspect="1"/>
          </p:cNvPicPr>
          <p:nvPr userDrawn="1"/>
        </p:nvPicPr>
        <p:blipFill rotWithShape="1"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62870" y="4864101"/>
            <a:ext cx="355612" cy="224686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455640" y="4842223"/>
            <a:ext cx="76302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l" rtl="0"/>
            <a:r>
              <a:rPr lang="en-US" sz="800" b="0" i="0" u="none" strike="noStrike" kern="1200" baseline="0" dirty="0">
                <a:solidFill>
                  <a:schemeClr val="accent3"/>
                </a:solidFill>
                <a:latin typeface="Neo Sans Intel"/>
                <a:ea typeface="+mn-ea"/>
                <a:cs typeface="Neo Sans Intel"/>
              </a:rPr>
              <a:t>Intel Corporation</a:t>
            </a:r>
          </a:p>
        </p:txBody>
      </p:sp>
      <p:sp>
        <p:nvSpPr>
          <p:cNvPr id="16" name="TextBox 15"/>
          <p:cNvSpPr txBox="1"/>
          <p:nvPr userDrawn="1"/>
        </p:nvSpPr>
        <p:spPr>
          <a:xfrm flipH="1">
            <a:off x="8602133" y="4873910"/>
            <a:ext cx="485422" cy="215444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fld id="{A728B764-EF22-4922-88C6-86C608A65E0C}" type="slidenum">
              <a:rPr lang="en-US" sz="800" smtClean="0">
                <a:solidFill>
                  <a:schemeClr val="bg1"/>
                </a:solidFill>
                <a:latin typeface="Neo Sans Intel"/>
                <a:cs typeface="Neo Sans Intel"/>
              </a:rPr>
              <a:pPr algn="r"/>
              <a:t>‹#›</a:t>
            </a:fld>
            <a:endParaRPr lang="en-US" sz="800" dirty="0">
              <a:solidFill>
                <a:schemeClr val="bg1"/>
              </a:solidFill>
              <a:latin typeface="Neo Sans Intel"/>
              <a:cs typeface="Neo Sans Intel"/>
            </a:endParaRP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21040" y="15"/>
            <a:ext cx="822960" cy="68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227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2" r:id="rId3"/>
    <p:sldLayoutId id="2147483650" r:id="rId4"/>
    <p:sldLayoutId id="2147483660" r:id="rId5"/>
    <p:sldLayoutId id="2147483664" r:id="rId6"/>
    <p:sldLayoutId id="2147483652" r:id="rId7"/>
    <p:sldLayoutId id="2147483654" r:id="rId8"/>
    <p:sldLayoutId id="2147483655" r:id="rId9"/>
    <p:sldLayoutId id="2147483667" r:id="rId10"/>
    <p:sldLayoutId id="2147483651" r:id="rId11"/>
    <p:sldLayoutId id="2147483665" r:id="rId12"/>
    <p:sldLayoutId id="2147483666" r:id="rId13"/>
    <p:sldLayoutId id="2147484146" r:id="rId14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lang="en-US" sz="2000" kern="1200" dirty="0">
          <a:solidFill>
            <a:schemeClr val="accent1"/>
          </a:solidFill>
          <a:latin typeface="Neo Sans Intel" panose="020B0504020202020204" pitchFamily="34" charset="0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ts val="1200"/>
        </a:spcBef>
        <a:spcAft>
          <a:spcPts val="0"/>
        </a:spcAft>
        <a:buFont typeface="Arial"/>
        <a:buNone/>
        <a:defRPr sz="1800" b="0" kern="1200">
          <a:solidFill>
            <a:srgbClr val="0071C5"/>
          </a:solidFill>
          <a:latin typeface="Neo Sans Intel"/>
          <a:ea typeface="+mn-ea"/>
          <a:cs typeface="Neo Sans Intel"/>
        </a:defRPr>
      </a:lvl1pPr>
      <a:lvl2pPr marL="225425" indent="-225425" algn="l" defTabSz="457200" rtl="0" eaLnBrk="1" latinLnBrk="0" hangingPunct="1">
        <a:spcBef>
          <a:spcPts val="800"/>
        </a:spcBef>
        <a:buFont typeface="Wingdings" charset="2"/>
        <a:buChar char="§"/>
        <a:defRPr sz="1600" kern="1200" baseline="0">
          <a:solidFill>
            <a:schemeClr val="tx2"/>
          </a:solidFill>
          <a:latin typeface="Neo Sans Intel"/>
          <a:ea typeface="+mn-ea"/>
          <a:cs typeface="Neo Sans Intel Medium"/>
        </a:defRPr>
      </a:lvl2pPr>
      <a:lvl3pPr marL="571500" indent="-228600" algn="l" defTabSz="457200" rtl="0" eaLnBrk="1" latinLnBrk="0" hangingPunct="1">
        <a:spcBef>
          <a:spcPts val="400"/>
        </a:spcBef>
        <a:buFont typeface="Wingdings" charset="2"/>
        <a:buChar char="§"/>
        <a:defRPr sz="1600" kern="1200">
          <a:solidFill>
            <a:schemeClr val="tx2"/>
          </a:solidFill>
          <a:latin typeface="Neo Sans Intel"/>
          <a:ea typeface="+mn-ea"/>
          <a:cs typeface="Neo Sans Intel"/>
        </a:defRPr>
      </a:lvl3pPr>
      <a:lvl4pPr marL="969963" indent="-228600" algn="l" defTabSz="457200" rtl="0" eaLnBrk="1" latinLnBrk="0" hangingPunct="1">
        <a:spcBef>
          <a:spcPts val="200"/>
        </a:spcBef>
        <a:buFont typeface="Arial"/>
        <a:buChar char="–"/>
        <a:defRPr sz="1600" kern="1200">
          <a:solidFill>
            <a:schemeClr val="tx2"/>
          </a:solidFill>
          <a:latin typeface="Neo Sans Intel"/>
          <a:ea typeface="+mn-ea"/>
          <a:cs typeface="Neo Sans Intel"/>
        </a:defRPr>
      </a:lvl4pPr>
      <a:lvl5pPr marL="1319213" indent="-228600" algn="l" defTabSz="457200" rtl="0" eaLnBrk="1" latinLnBrk="0" hangingPunct="1">
        <a:spcBef>
          <a:spcPct val="20000"/>
        </a:spcBef>
        <a:buFont typeface="Arial"/>
        <a:buChar char="»"/>
        <a:defRPr sz="1400" kern="1200">
          <a:solidFill>
            <a:schemeClr val="tx2"/>
          </a:solidFill>
          <a:latin typeface="Neo Sans Intel"/>
          <a:ea typeface="+mn-ea"/>
          <a:cs typeface="Neo Sans Inte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4025" y="307181"/>
            <a:ext cx="8229600" cy="66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5613" y="1034656"/>
            <a:ext cx="8228012" cy="34028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/>
              <a:t>Click to edit Master text styles</a:t>
            </a:r>
          </a:p>
          <a:p>
            <a:pPr lvl="1"/>
            <a:r>
              <a:rPr lang="en-US" altLang="ja-JP" dirty="0"/>
              <a:t>Second level</a:t>
            </a:r>
          </a:p>
          <a:p>
            <a:pPr lvl="2"/>
            <a:r>
              <a:rPr lang="en-US" altLang="ja-JP" dirty="0"/>
              <a:t>Third level</a:t>
            </a:r>
          </a:p>
          <a:p>
            <a:pPr lvl="3"/>
            <a:r>
              <a:rPr lang="en-US" altLang="ja-JP" dirty="0"/>
              <a:t>Fourth level</a:t>
            </a:r>
          </a:p>
          <a:p>
            <a:pPr lvl="4"/>
            <a:r>
              <a:rPr lang="en-US" altLang="ja-JP" dirty="0"/>
              <a:t>Fifth level</a:t>
            </a:r>
          </a:p>
        </p:txBody>
      </p:sp>
      <p:pic>
        <p:nvPicPr>
          <p:cNvPr id="5" name="Picture 4" descr="Intel_footer_121410.png"/>
          <p:cNvPicPr>
            <a:picLocks noChangeAspect="1"/>
          </p:cNvPicPr>
          <p:nvPr userDrawn="1"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772033"/>
            <a:ext cx="9144000" cy="371475"/>
          </a:xfrm>
          <a:prstGeom prst="rect">
            <a:avLst/>
          </a:prstGeom>
        </p:spPr>
      </p:pic>
      <p:sp>
        <p:nvSpPr>
          <p:cNvPr id="7" name="Text Box 5"/>
          <p:cNvSpPr txBox="1">
            <a:spLocks noChangeArrowheads="1"/>
          </p:cNvSpPr>
          <p:nvPr userDrawn="1"/>
        </p:nvSpPr>
        <p:spPr bwMode="auto">
          <a:xfrm>
            <a:off x="2138440" y="4850378"/>
            <a:ext cx="4880926" cy="98489"/>
          </a:xfrm>
          <a:prstGeom prst="rect">
            <a:avLst/>
          </a:prstGeom>
          <a:noFill/>
          <a:ln w="5080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>
            <a:spAutoFit/>
          </a:bodyPr>
          <a:lstStyle/>
          <a:p>
            <a:pPr algn="ctr" defTabSz="685800" eaLnBrk="0" fontAlgn="base" hangingPunct="0">
              <a:lnSpc>
                <a:spcPct val="80000"/>
              </a:lnSpc>
              <a:spcAft>
                <a:spcPct val="0"/>
              </a:spcAft>
            </a:pPr>
            <a:r>
              <a:rPr lang="en-US" sz="800" b="1" dirty="0">
                <a:solidFill>
                  <a:srgbClr val="FFFFFF"/>
                </a:solidFill>
                <a:latin typeface="Neo Sans Intel" pitchFamily="34" charset="0"/>
                <a:cs typeface="Arial" charset="0"/>
              </a:rPr>
              <a:t>Intel Confidential </a:t>
            </a:r>
            <a:endParaRPr lang="en-US" sz="800" dirty="0">
              <a:solidFill>
                <a:srgbClr val="FFFFFF"/>
              </a:solidFill>
              <a:latin typeface="Neo Sans Intel"/>
              <a:cs typeface="Neo Sans Intel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5" y="4947296"/>
            <a:ext cx="285656" cy="184666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fld id="{435EC5FB-0C8E-4818-A81D-78796ABB4840}" type="slidenum">
              <a:rPr lang="en-US" sz="600" smtClean="0">
                <a:solidFill>
                  <a:srgbClr val="FFFFFF"/>
                </a:solidFill>
                <a:latin typeface="Neo Sans Intel"/>
                <a:ea typeface="Verdana" pitchFamily="34" charset="0"/>
                <a:cs typeface="Neo Sans Intel"/>
              </a:rPr>
              <a:pPr defTabSz="6858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600" dirty="0">
              <a:solidFill>
                <a:srgbClr val="FFFFFF"/>
              </a:solidFill>
              <a:latin typeface="Neo Sans Intel"/>
              <a:ea typeface="Verdana" pitchFamily="34" charset="0"/>
              <a:cs typeface="Neo Sans Intel"/>
            </a:endParaRPr>
          </a:p>
        </p:txBody>
      </p:sp>
      <p:sp>
        <p:nvSpPr>
          <p:cNvPr id="10" name="Rectangle 9"/>
          <p:cNvSpPr/>
          <p:nvPr userDrawn="1"/>
        </p:nvSpPr>
        <p:spPr>
          <a:xfrm rot="19263145">
            <a:off x="2265366" y="1626031"/>
            <a:ext cx="4284186" cy="1592744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33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>
                    <a:lumMod val="95000"/>
                  </a:srgbClr>
                </a:solidFill>
                <a:latin typeface="Arial" charset="0"/>
                <a:cs typeface="Arial" charset="0"/>
              </a:rPr>
              <a:t>INTEL UX ROADMAP</a:t>
            </a:r>
          </a:p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33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>
                    <a:lumMod val="95000"/>
                  </a:srgbClr>
                </a:solidFill>
                <a:latin typeface="Arial" charset="0"/>
                <a:cs typeface="Arial" charset="0"/>
              </a:rPr>
              <a:t>NDA USE ONLY</a:t>
            </a:r>
          </a:p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33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>
                    <a:lumMod val="95000"/>
                  </a:srgbClr>
                </a:solidFill>
                <a:latin typeface="Arial" charset="0"/>
                <a:cs typeface="Arial" charset="0"/>
              </a:rPr>
              <a:t>Sept 2013</a:t>
            </a:r>
          </a:p>
        </p:txBody>
      </p:sp>
    </p:spTree>
    <p:extLst>
      <p:ext uri="{BB962C8B-B14F-4D97-AF65-F5344CB8AC3E}">
        <p14:creationId xmlns:p14="http://schemas.microsoft.com/office/powerpoint/2010/main" val="2518268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</p:sldLayoutIdLst>
  <p:transition>
    <p:fade/>
  </p:transition>
  <p:hf hdr="0" ftr="0" dt="0"/>
  <p:txStyles>
    <p:titleStyle>
      <a:lvl1pPr algn="l" rtl="0" eaLnBrk="1" fontAlgn="base" hangingPunct="1">
        <a:lnSpc>
          <a:spcPts val="1950"/>
        </a:lnSpc>
        <a:spcBef>
          <a:spcPct val="0"/>
        </a:spcBef>
        <a:spcAft>
          <a:spcPct val="0"/>
        </a:spcAft>
        <a:defRPr sz="2300" b="0" i="0">
          <a:solidFill>
            <a:schemeClr val="accent1"/>
          </a:solidFill>
          <a:latin typeface="Neo Sans Intel"/>
          <a:ea typeface="+mj-ea"/>
          <a:cs typeface="Neo Sans Intel"/>
        </a:defRPr>
      </a:lvl1pPr>
      <a:lvl2pPr algn="l" rtl="0" eaLnBrk="1" fontAlgn="base" hangingPunct="1">
        <a:lnSpc>
          <a:spcPts val="1950"/>
        </a:lnSpc>
        <a:spcBef>
          <a:spcPct val="0"/>
        </a:spcBef>
        <a:spcAft>
          <a:spcPct val="0"/>
        </a:spcAft>
        <a:defRPr sz="1800">
          <a:solidFill>
            <a:schemeClr val="hlink"/>
          </a:solidFill>
          <a:latin typeface="Neo Sans Intel Medium" pitchFamily="34" charset="0"/>
          <a:cs typeface="Arial" pitchFamily="34" charset="0"/>
        </a:defRPr>
      </a:lvl2pPr>
      <a:lvl3pPr algn="l" rtl="0" eaLnBrk="1" fontAlgn="base" hangingPunct="1">
        <a:lnSpc>
          <a:spcPts val="1950"/>
        </a:lnSpc>
        <a:spcBef>
          <a:spcPct val="0"/>
        </a:spcBef>
        <a:spcAft>
          <a:spcPct val="0"/>
        </a:spcAft>
        <a:defRPr sz="1800">
          <a:solidFill>
            <a:schemeClr val="hlink"/>
          </a:solidFill>
          <a:latin typeface="Neo Sans Intel Medium" pitchFamily="34" charset="0"/>
          <a:cs typeface="Arial" pitchFamily="34" charset="0"/>
        </a:defRPr>
      </a:lvl3pPr>
      <a:lvl4pPr algn="l" rtl="0" eaLnBrk="1" fontAlgn="base" hangingPunct="1">
        <a:lnSpc>
          <a:spcPts val="1950"/>
        </a:lnSpc>
        <a:spcBef>
          <a:spcPct val="0"/>
        </a:spcBef>
        <a:spcAft>
          <a:spcPct val="0"/>
        </a:spcAft>
        <a:defRPr sz="1800">
          <a:solidFill>
            <a:schemeClr val="hlink"/>
          </a:solidFill>
          <a:latin typeface="Neo Sans Intel Medium" pitchFamily="34" charset="0"/>
          <a:cs typeface="Arial" pitchFamily="34" charset="0"/>
        </a:defRPr>
      </a:lvl4pPr>
      <a:lvl5pPr algn="l" rtl="0" eaLnBrk="1" fontAlgn="base" hangingPunct="1">
        <a:lnSpc>
          <a:spcPts val="1950"/>
        </a:lnSpc>
        <a:spcBef>
          <a:spcPct val="0"/>
        </a:spcBef>
        <a:spcAft>
          <a:spcPct val="0"/>
        </a:spcAft>
        <a:defRPr sz="1800">
          <a:solidFill>
            <a:schemeClr val="hlink"/>
          </a:solidFill>
          <a:latin typeface="Neo Sans Intel Medium" pitchFamily="34" charset="0"/>
          <a:cs typeface="Arial" pitchFamily="34" charset="0"/>
        </a:defRPr>
      </a:lvl5pPr>
      <a:lvl6pPr marL="342900" algn="l" rtl="0" eaLnBrk="1" fontAlgn="base" hangingPunct="1">
        <a:lnSpc>
          <a:spcPts val="1950"/>
        </a:lnSpc>
        <a:spcBef>
          <a:spcPct val="0"/>
        </a:spcBef>
        <a:spcAft>
          <a:spcPct val="0"/>
        </a:spcAft>
        <a:defRPr sz="1800">
          <a:solidFill>
            <a:schemeClr val="hlink"/>
          </a:solidFill>
          <a:latin typeface="Neo Sans Intel Medium" pitchFamily="34" charset="0"/>
          <a:cs typeface="Arial" pitchFamily="34" charset="0"/>
        </a:defRPr>
      </a:lvl6pPr>
      <a:lvl7pPr marL="685800" algn="l" rtl="0" eaLnBrk="1" fontAlgn="base" hangingPunct="1">
        <a:lnSpc>
          <a:spcPts val="1950"/>
        </a:lnSpc>
        <a:spcBef>
          <a:spcPct val="0"/>
        </a:spcBef>
        <a:spcAft>
          <a:spcPct val="0"/>
        </a:spcAft>
        <a:defRPr sz="1800">
          <a:solidFill>
            <a:schemeClr val="hlink"/>
          </a:solidFill>
          <a:latin typeface="Neo Sans Intel Medium" pitchFamily="34" charset="0"/>
          <a:cs typeface="Arial" pitchFamily="34" charset="0"/>
        </a:defRPr>
      </a:lvl7pPr>
      <a:lvl8pPr marL="1028700" algn="l" rtl="0" eaLnBrk="1" fontAlgn="base" hangingPunct="1">
        <a:lnSpc>
          <a:spcPts val="1950"/>
        </a:lnSpc>
        <a:spcBef>
          <a:spcPct val="0"/>
        </a:spcBef>
        <a:spcAft>
          <a:spcPct val="0"/>
        </a:spcAft>
        <a:defRPr sz="1800">
          <a:solidFill>
            <a:schemeClr val="hlink"/>
          </a:solidFill>
          <a:latin typeface="Neo Sans Intel Medium" pitchFamily="34" charset="0"/>
          <a:cs typeface="Arial" pitchFamily="34" charset="0"/>
        </a:defRPr>
      </a:lvl8pPr>
      <a:lvl9pPr marL="1371600" algn="l" rtl="0" eaLnBrk="1" fontAlgn="base" hangingPunct="1">
        <a:lnSpc>
          <a:spcPts val="1950"/>
        </a:lnSpc>
        <a:spcBef>
          <a:spcPct val="0"/>
        </a:spcBef>
        <a:spcAft>
          <a:spcPct val="0"/>
        </a:spcAft>
        <a:defRPr sz="1800">
          <a:solidFill>
            <a:schemeClr val="hlink"/>
          </a:solidFill>
          <a:latin typeface="Neo Sans Intel Medium" pitchFamily="34" charset="0"/>
          <a:cs typeface="Arial" pitchFamily="34" charset="0"/>
        </a:defRPr>
      </a:lvl9pPr>
    </p:titleStyle>
    <p:bodyStyle>
      <a:lvl1pPr marL="0" indent="0" algn="l" rtl="0" eaLnBrk="1" fontAlgn="base" hangingPunct="1">
        <a:spcBef>
          <a:spcPct val="75000"/>
        </a:spcBef>
        <a:spcAft>
          <a:spcPct val="0"/>
        </a:spcAft>
        <a:defRPr sz="1800" b="0" i="0">
          <a:solidFill>
            <a:schemeClr val="tx1"/>
          </a:solidFill>
          <a:latin typeface="Neo Sans Intel"/>
          <a:ea typeface="+mn-ea"/>
          <a:cs typeface="Neo Sans Intel"/>
        </a:defRPr>
      </a:lvl1pPr>
      <a:lvl2pPr marL="139304" indent="-138113" algn="l" rtl="0" eaLnBrk="1" fontAlgn="base" hangingPunct="1">
        <a:spcBef>
          <a:spcPct val="40000"/>
        </a:spcBef>
        <a:spcAft>
          <a:spcPct val="0"/>
        </a:spcAft>
        <a:buClr>
          <a:schemeClr val="tx1"/>
        </a:buClr>
        <a:buFont typeface="Times" pitchFamily="18" charset="0"/>
        <a:buChar char="•"/>
        <a:defRPr sz="1600" b="0" i="0">
          <a:solidFill>
            <a:schemeClr val="tx1"/>
          </a:solidFill>
          <a:latin typeface="Neo Sans Intel"/>
          <a:cs typeface="Neo Sans Intel"/>
        </a:defRPr>
      </a:lvl2pPr>
      <a:lvl3pPr marL="310754" indent="-17026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Neo Sans Intel" pitchFamily="34" charset="0"/>
        <a:buChar char="–"/>
        <a:defRPr sz="1500" b="0" i="0">
          <a:solidFill>
            <a:schemeClr val="tx1"/>
          </a:solidFill>
          <a:latin typeface="Neo Sans Intel"/>
          <a:cs typeface="Neo Sans Intel"/>
        </a:defRPr>
      </a:lvl3pPr>
      <a:lvl4pPr marL="426244" indent="-1143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Neo Sans Intel" pitchFamily="34" charset="0"/>
        <a:buChar char="–"/>
        <a:defRPr sz="1400" b="0" i="0">
          <a:solidFill>
            <a:schemeClr val="tx1"/>
          </a:solidFill>
          <a:latin typeface="Neo Sans Intel"/>
          <a:cs typeface="Neo Sans Intel"/>
        </a:defRPr>
      </a:lvl4pPr>
      <a:lvl5pPr marL="571500" indent="-144066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400" b="0" i="0">
          <a:solidFill>
            <a:schemeClr val="tx1"/>
          </a:solidFill>
          <a:latin typeface="Neo Sans Intel"/>
          <a:cs typeface="Neo Sans Intel"/>
        </a:defRPr>
      </a:lvl5pPr>
      <a:lvl6pPr marL="914400" indent="-144066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200">
          <a:solidFill>
            <a:schemeClr val="tx1"/>
          </a:solidFill>
          <a:latin typeface="+mn-lt"/>
          <a:cs typeface="+mn-cs"/>
        </a:defRPr>
      </a:lvl6pPr>
      <a:lvl7pPr marL="1257300" indent="-144066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200">
          <a:solidFill>
            <a:schemeClr val="tx1"/>
          </a:solidFill>
          <a:latin typeface="+mn-lt"/>
          <a:cs typeface="+mn-cs"/>
        </a:defRPr>
      </a:lvl7pPr>
      <a:lvl8pPr marL="1600200" indent="-144066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200">
          <a:solidFill>
            <a:schemeClr val="tx1"/>
          </a:solidFill>
          <a:latin typeface="+mn-lt"/>
          <a:cs typeface="+mn-cs"/>
        </a:defRPr>
      </a:lvl8pPr>
      <a:lvl9pPr marL="1943100" indent="-144066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2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4025" y="307181"/>
            <a:ext cx="8229600" cy="66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5613" y="1034656"/>
            <a:ext cx="8228012" cy="34028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/>
              <a:t>Click to edit Master text styles</a:t>
            </a:r>
          </a:p>
          <a:p>
            <a:pPr lvl="1"/>
            <a:r>
              <a:rPr lang="en-US" altLang="ja-JP" dirty="0"/>
              <a:t>Second level</a:t>
            </a:r>
          </a:p>
          <a:p>
            <a:pPr lvl="2"/>
            <a:r>
              <a:rPr lang="en-US" altLang="ja-JP" dirty="0"/>
              <a:t>Third level</a:t>
            </a:r>
          </a:p>
          <a:p>
            <a:pPr lvl="3"/>
            <a:r>
              <a:rPr lang="en-US" altLang="ja-JP" dirty="0"/>
              <a:t>Fourth level</a:t>
            </a:r>
          </a:p>
          <a:p>
            <a:pPr lvl="4"/>
            <a:r>
              <a:rPr lang="en-US" altLang="ja-JP" dirty="0"/>
              <a:t>Fifth level</a:t>
            </a:r>
          </a:p>
        </p:txBody>
      </p:sp>
      <p:pic>
        <p:nvPicPr>
          <p:cNvPr id="5" name="Picture 4" descr="Intel_footer_121410.png"/>
          <p:cNvPicPr>
            <a:picLocks noChangeAspect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772033"/>
            <a:ext cx="9144000" cy="371475"/>
          </a:xfrm>
          <a:prstGeom prst="rect">
            <a:avLst/>
          </a:prstGeom>
        </p:spPr>
      </p:pic>
      <p:sp>
        <p:nvSpPr>
          <p:cNvPr id="7" name="Text Box 5"/>
          <p:cNvSpPr txBox="1">
            <a:spLocks noChangeArrowheads="1"/>
          </p:cNvSpPr>
          <p:nvPr userDrawn="1"/>
        </p:nvSpPr>
        <p:spPr bwMode="auto">
          <a:xfrm>
            <a:off x="2138440" y="4850378"/>
            <a:ext cx="4880926" cy="98489"/>
          </a:xfrm>
          <a:prstGeom prst="rect">
            <a:avLst/>
          </a:prstGeom>
          <a:noFill/>
          <a:ln w="5080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>
            <a:spAutoFit/>
          </a:bodyPr>
          <a:lstStyle/>
          <a:p>
            <a:pPr algn="ctr" defTabSz="685800" eaLnBrk="0" fontAlgn="base" hangingPunct="0">
              <a:lnSpc>
                <a:spcPct val="80000"/>
              </a:lnSpc>
              <a:spcAft>
                <a:spcPct val="0"/>
              </a:spcAft>
            </a:pPr>
            <a:r>
              <a:rPr lang="en-US" sz="800" b="1" dirty="0">
                <a:solidFill>
                  <a:srgbClr val="FFFFFF"/>
                </a:solidFill>
                <a:latin typeface="Neo Sans Intel" pitchFamily="34" charset="0"/>
                <a:cs typeface="Arial" charset="0"/>
              </a:rPr>
              <a:t>Intel Confidential </a:t>
            </a:r>
            <a:endParaRPr lang="en-US" sz="800" dirty="0">
              <a:solidFill>
                <a:srgbClr val="FFFFFF"/>
              </a:solidFill>
              <a:latin typeface="Neo Sans Intel"/>
              <a:cs typeface="Neo Sans Intel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5" y="4947296"/>
            <a:ext cx="285656" cy="184666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fld id="{435EC5FB-0C8E-4818-A81D-78796ABB4840}" type="slidenum">
              <a:rPr lang="en-US" sz="600" smtClean="0">
                <a:solidFill>
                  <a:srgbClr val="FFFFFF"/>
                </a:solidFill>
                <a:latin typeface="Neo Sans Intel"/>
                <a:ea typeface="Verdana" pitchFamily="34" charset="0"/>
                <a:cs typeface="Neo Sans Intel"/>
              </a:rPr>
              <a:pPr defTabSz="6858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600" dirty="0">
              <a:solidFill>
                <a:srgbClr val="FFFFFF"/>
              </a:solidFill>
              <a:latin typeface="Neo Sans Intel"/>
              <a:ea typeface="Verdana" pitchFamily="34" charset="0"/>
              <a:cs typeface="Neo Sans Intel"/>
            </a:endParaRPr>
          </a:p>
        </p:txBody>
      </p:sp>
      <p:sp>
        <p:nvSpPr>
          <p:cNvPr id="10" name="Rectangle 9"/>
          <p:cNvSpPr/>
          <p:nvPr userDrawn="1"/>
        </p:nvSpPr>
        <p:spPr>
          <a:xfrm rot="19263145">
            <a:off x="2265366" y="1626031"/>
            <a:ext cx="4284186" cy="1592744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33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>
                    <a:lumMod val="95000"/>
                  </a:srgbClr>
                </a:solidFill>
                <a:latin typeface="Arial" charset="0"/>
                <a:cs typeface="Arial" charset="0"/>
              </a:rPr>
              <a:t>INTEL UX ROADMAP</a:t>
            </a:r>
          </a:p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33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>
                    <a:lumMod val="95000"/>
                  </a:srgbClr>
                </a:solidFill>
                <a:latin typeface="Arial" charset="0"/>
                <a:cs typeface="Arial" charset="0"/>
              </a:rPr>
              <a:t>NDA USE ONLY</a:t>
            </a:r>
          </a:p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33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>
                    <a:lumMod val="95000"/>
                  </a:srgbClr>
                </a:solidFill>
                <a:latin typeface="Arial" charset="0"/>
                <a:cs typeface="Arial" charset="0"/>
              </a:rPr>
              <a:t>Sept 2013</a:t>
            </a:r>
          </a:p>
        </p:txBody>
      </p:sp>
    </p:spTree>
    <p:extLst>
      <p:ext uri="{BB962C8B-B14F-4D97-AF65-F5344CB8AC3E}">
        <p14:creationId xmlns:p14="http://schemas.microsoft.com/office/powerpoint/2010/main" val="2934228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</p:sldLayoutIdLst>
  <p:transition>
    <p:fade/>
  </p:transition>
  <p:hf hdr="0" ftr="0" dt="0"/>
  <p:txStyles>
    <p:titleStyle>
      <a:lvl1pPr algn="l" rtl="0" eaLnBrk="1" fontAlgn="base" hangingPunct="1">
        <a:lnSpc>
          <a:spcPts val="1950"/>
        </a:lnSpc>
        <a:spcBef>
          <a:spcPct val="0"/>
        </a:spcBef>
        <a:spcAft>
          <a:spcPct val="0"/>
        </a:spcAft>
        <a:defRPr sz="2300" b="0" i="0">
          <a:solidFill>
            <a:schemeClr val="accent1"/>
          </a:solidFill>
          <a:latin typeface="Neo Sans Intel"/>
          <a:ea typeface="+mj-ea"/>
          <a:cs typeface="Neo Sans Intel"/>
        </a:defRPr>
      </a:lvl1pPr>
      <a:lvl2pPr algn="l" rtl="0" eaLnBrk="1" fontAlgn="base" hangingPunct="1">
        <a:lnSpc>
          <a:spcPts val="1950"/>
        </a:lnSpc>
        <a:spcBef>
          <a:spcPct val="0"/>
        </a:spcBef>
        <a:spcAft>
          <a:spcPct val="0"/>
        </a:spcAft>
        <a:defRPr sz="1800">
          <a:solidFill>
            <a:schemeClr val="hlink"/>
          </a:solidFill>
          <a:latin typeface="Neo Sans Intel Medium" pitchFamily="34" charset="0"/>
          <a:cs typeface="Arial" pitchFamily="34" charset="0"/>
        </a:defRPr>
      </a:lvl2pPr>
      <a:lvl3pPr algn="l" rtl="0" eaLnBrk="1" fontAlgn="base" hangingPunct="1">
        <a:lnSpc>
          <a:spcPts val="1950"/>
        </a:lnSpc>
        <a:spcBef>
          <a:spcPct val="0"/>
        </a:spcBef>
        <a:spcAft>
          <a:spcPct val="0"/>
        </a:spcAft>
        <a:defRPr sz="1800">
          <a:solidFill>
            <a:schemeClr val="hlink"/>
          </a:solidFill>
          <a:latin typeface="Neo Sans Intel Medium" pitchFamily="34" charset="0"/>
          <a:cs typeface="Arial" pitchFamily="34" charset="0"/>
        </a:defRPr>
      </a:lvl3pPr>
      <a:lvl4pPr algn="l" rtl="0" eaLnBrk="1" fontAlgn="base" hangingPunct="1">
        <a:lnSpc>
          <a:spcPts val="1950"/>
        </a:lnSpc>
        <a:spcBef>
          <a:spcPct val="0"/>
        </a:spcBef>
        <a:spcAft>
          <a:spcPct val="0"/>
        </a:spcAft>
        <a:defRPr sz="1800">
          <a:solidFill>
            <a:schemeClr val="hlink"/>
          </a:solidFill>
          <a:latin typeface="Neo Sans Intel Medium" pitchFamily="34" charset="0"/>
          <a:cs typeface="Arial" pitchFamily="34" charset="0"/>
        </a:defRPr>
      </a:lvl4pPr>
      <a:lvl5pPr algn="l" rtl="0" eaLnBrk="1" fontAlgn="base" hangingPunct="1">
        <a:lnSpc>
          <a:spcPts val="1950"/>
        </a:lnSpc>
        <a:spcBef>
          <a:spcPct val="0"/>
        </a:spcBef>
        <a:spcAft>
          <a:spcPct val="0"/>
        </a:spcAft>
        <a:defRPr sz="1800">
          <a:solidFill>
            <a:schemeClr val="hlink"/>
          </a:solidFill>
          <a:latin typeface="Neo Sans Intel Medium" pitchFamily="34" charset="0"/>
          <a:cs typeface="Arial" pitchFamily="34" charset="0"/>
        </a:defRPr>
      </a:lvl5pPr>
      <a:lvl6pPr marL="342900" algn="l" rtl="0" eaLnBrk="1" fontAlgn="base" hangingPunct="1">
        <a:lnSpc>
          <a:spcPts val="1950"/>
        </a:lnSpc>
        <a:spcBef>
          <a:spcPct val="0"/>
        </a:spcBef>
        <a:spcAft>
          <a:spcPct val="0"/>
        </a:spcAft>
        <a:defRPr sz="1800">
          <a:solidFill>
            <a:schemeClr val="hlink"/>
          </a:solidFill>
          <a:latin typeface="Neo Sans Intel Medium" pitchFamily="34" charset="0"/>
          <a:cs typeface="Arial" pitchFamily="34" charset="0"/>
        </a:defRPr>
      </a:lvl6pPr>
      <a:lvl7pPr marL="685800" algn="l" rtl="0" eaLnBrk="1" fontAlgn="base" hangingPunct="1">
        <a:lnSpc>
          <a:spcPts val="1950"/>
        </a:lnSpc>
        <a:spcBef>
          <a:spcPct val="0"/>
        </a:spcBef>
        <a:spcAft>
          <a:spcPct val="0"/>
        </a:spcAft>
        <a:defRPr sz="1800">
          <a:solidFill>
            <a:schemeClr val="hlink"/>
          </a:solidFill>
          <a:latin typeface="Neo Sans Intel Medium" pitchFamily="34" charset="0"/>
          <a:cs typeface="Arial" pitchFamily="34" charset="0"/>
        </a:defRPr>
      </a:lvl7pPr>
      <a:lvl8pPr marL="1028700" algn="l" rtl="0" eaLnBrk="1" fontAlgn="base" hangingPunct="1">
        <a:lnSpc>
          <a:spcPts val="1950"/>
        </a:lnSpc>
        <a:spcBef>
          <a:spcPct val="0"/>
        </a:spcBef>
        <a:spcAft>
          <a:spcPct val="0"/>
        </a:spcAft>
        <a:defRPr sz="1800">
          <a:solidFill>
            <a:schemeClr val="hlink"/>
          </a:solidFill>
          <a:latin typeface="Neo Sans Intel Medium" pitchFamily="34" charset="0"/>
          <a:cs typeface="Arial" pitchFamily="34" charset="0"/>
        </a:defRPr>
      </a:lvl8pPr>
      <a:lvl9pPr marL="1371600" algn="l" rtl="0" eaLnBrk="1" fontAlgn="base" hangingPunct="1">
        <a:lnSpc>
          <a:spcPts val="1950"/>
        </a:lnSpc>
        <a:spcBef>
          <a:spcPct val="0"/>
        </a:spcBef>
        <a:spcAft>
          <a:spcPct val="0"/>
        </a:spcAft>
        <a:defRPr sz="1800">
          <a:solidFill>
            <a:schemeClr val="hlink"/>
          </a:solidFill>
          <a:latin typeface="Neo Sans Intel Medium" pitchFamily="34" charset="0"/>
          <a:cs typeface="Arial" pitchFamily="34" charset="0"/>
        </a:defRPr>
      </a:lvl9pPr>
    </p:titleStyle>
    <p:bodyStyle>
      <a:lvl1pPr marL="0" indent="0" algn="l" rtl="0" eaLnBrk="1" fontAlgn="base" hangingPunct="1">
        <a:spcBef>
          <a:spcPct val="75000"/>
        </a:spcBef>
        <a:spcAft>
          <a:spcPct val="0"/>
        </a:spcAft>
        <a:defRPr sz="1800" b="0" i="0">
          <a:solidFill>
            <a:schemeClr val="tx1"/>
          </a:solidFill>
          <a:latin typeface="Neo Sans Intel"/>
          <a:ea typeface="+mn-ea"/>
          <a:cs typeface="Neo Sans Intel"/>
        </a:defRPr>
      </a:lvl1pPr>
      <a:lvl2pPr marL="139304" indent="-138113" algn="l" rtl="0" eaLnBrk="1" fontAlgn="base" hangingPunct="1">
        <a:spcBef>
          <a:spcPct val="40000"/>
        </a:spcBef>
        <a:spcAft>
          <a:spcPct val="0"/>
        </a:spcAft>
        <a:buClr>
          <a:schemeClr val="tx1"/>
        </a:buClr>
        <a:buFont typeface="Times" pitchFamily="18" charset="0"/>
        <a:buChar char="•"/>
        <a:defRPr sz="1600" b="0" i="0">
          <a:solidFill>
            <a:schemeClr val="tx1"/>
          </a:solidFill>
          <a:latin typeface="Neo Sans Intel"/>
          <a:cs typeface="Neo Sans Intel"/>
        </a:defRPr>
      </a:lvl2pPr>
      <a:lvl3pPr marL="310754" indent="-17026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Neo Sans Intel" pitchFamily="34" charset="0"/>
        <a:buChar char="–"/>
        <a:defRPr sz="1500" b="0" i="0">
          <a:solidFill>
            <a:schemeClr val="tx1"/>
          </a:solidFill>
          <a:latin typeface="Neo Sans Intel"/>
          <a:cs typeface="Neo Sans Intel"/>
        </a:defRPr>
      </a:lvl3pPr>
      <a:lvl4pPr marL="426244" indent="-1143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Neo Sans Intel" pitchFamily="34" charset="0"/>
        <a:buChar char="–"/>
        <a:defRPr sz="1400" b="0" i="0">
          <a:solidFill>
            <a:schemeClr val="tx1"/>
          </a:solidFill>
          <a:latin typeface="Neo Sans Intel"/>
          <a:cs typeface="Neo Sans Intel"/>
        </a:defRPr>
      </a:lvl4pPr>
      <a:lvl5pPr marL="571500" indent="-144066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400" b="0" i="0">
          <a:solidFill>
            <a:schemeClr val="tx1"/>
          </a:solidFill>
          <a:latin typeface="Neo Sans Intel"/>
          <a:cs typeface="Neo Sans Intel"/>
        </a:defRPr>
      </a:lvl5pPr>
      <a:lvl6pPr marL="914400" indent="-144066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200">
          <a:solidFill>
            <a:schemeClr val="tx1"/>
          </a:solidFill>
          <a:latin typeface="+mn-lt"/>
          <a:cs typeface="+mn-cs"/>
        </a:defRPr>
      </a:lvl6pPr>
      <a:lvl7pPr marL="1257300" indent="-144066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200">
          <a:solidFill>
            <a:schemeClr val="tx1"/>
          </a:solidFill>
          <a:latin typeface="+mn-lt"/>
          <a:cs typeface="+mn-cs"/>
        </a:defRPr>
      </a:lvl7pPr>
      <a:lvl8pPr marL="1600200" indent="-144066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200">
          <a:solidFill>
            <a:schemeClr val="tx1"/>
          </a:solidFill>
          <a:latin typeface="+mn-lt"/>
          <a:cs typeface="+mn-cs"/>
        </a:defRPr>
      </a:lvl8pPr>
      <a:lvl9pPr marL="1943100" indent="-144066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2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5000">
              <a:srgbClr val="0070C0"/>
            </a:gs>
            <a:gs pos="95000">
              <a:srgbClr val="002060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4025" y="307181"/>
            <a:ext cx="8229600" cy="66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5613" y="1034656"/>
            <a:ext cx="8228012" cy="34028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/>
              <a:t>Click to edit Master text styles</a:t>
            </a:r>
          </a:p>
          <a:p>
            <a:pPr lvl="1"/>
            <a:r>
              <a:rPr lang="en-US" altLang="ja-JP" dirty="0"/>
              <a:t>Second level</a:t>
            </a:r>
          </a:p>
          <a:p>
            <a:pPr lvl="2"/>
            <a:r>
              <a:rPr lang="en-US" altLang="ja-JP" dirty="0"/>
              <a:t>Third level</a:t>
            </a:r>
          </a:p>
          <a:p>
            <a:pPr lvl="3"/>
            <a:r>
              <a:rPr lang="en-US" altLang="ja-JP" dirty="0"/>
              <a:t>Fourth level</a:t>
            </a:r>
          </a:p>
          <a:p>
            <a:pPr lvl="4"/>
            <a:r>
              <a:rPr lang="en-US" altLang="ja-JP" dirty="0"/>
              <a:t>Fifth level</a:t>
            </a:r>
          </a:p>
        </p:txBody>
      </p:sp>
      <p:sp>
        <p:nvSpPr>
          <p:cNvPr id="7" name="Text Box 5"/>
          <p:cNvSpPr txBox="1">
            <a:spLocks noChangeArrowheads="1"/>
          </p:cNvSpPr>
          <p:nvPr userDrawn="1"/>
        </p:nvSpPr>
        <p:spPr bwMode="auto">
          <a:xfrm>
            <a:off x="524794" y="4947346"/>
            <a:ext cx="2890838" cy="123111"/>
          </a:xfrm>
          <a:prstGeom prst="rect">
            <a:avLst/>
          </a:prstGeom>
          <a:noFill/>
          <a:ln w="5080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>
            <a:spAutoFit/>
          </a:bodyPr>
          <a:lstStyle/>
          <a:p>
            <a:pPr defTabSz="914354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800" dirty="0">
                <a:solidFill>
                  <a:srgbClr val="FFFFFF"/>
                </a:solidFill>
                <a:latin typeface="Neo Sans Intel"/>
                <a:cs typeface="Neo Sans Intel"/>
              </a:rPr>
              <a:t>INTEL CONFIDENTIAL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4911575"/>
            <a:ext cx="320912" cy="215440"/>
          </a:xfrm>
          <a:prstGeom prst="rect">
            <a:avLst/>
          </a:prstGeom>
          <a:noFill/>
        </p:spPr>
        <p:txBody>
          <a:bodyPr wrap="none" lIns="91435" tIns="45718" rIns="91435" bIns="45718" rtlCol="0">
            <a:spAutoFit/>
          </a:bodyPr>
          <a:lstStyle/>
          <a:p>
            <a:pPr defTabSz="914354" fontAlgn="base">
              <a:spcBef>
                <a:spcPct val="0"/>
              </a:spcBef>
              <a:spcAft>
                <a:spcPct val="0"/>
              </a:spcAft>
            </a:pPr>
            <a:fld id="{435EC5FB-0C8E-4818-A81D-78796ABB4840}" type="slidenum">
              <a:rPr lang="en-US" sz="800" smtClean="0">
                <a:solidFill>
                  <a:srgbClr val="FFFFFF"/>
                </a:solidFill>
                <a:latin typeface="Neo Sans Intel"/>
                <a:ea typeface="Verdana" pitchFamily="34" charset="0"/>
                <a:cs typeface="Neo Sans Intel"/>
              </a:rPr>
              <a:pPr defTabSz="914354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800" dirty="0">
              <a:solidFill>
                <a:srgbClr val="FFFFFF"/>
              </a:solidFill>
              <a:latin typeface="Neo Sans Intel"/>
              <a:ea typeface="Verdana" pitchFamily="34" charset="0"/>
              <a:cs typeface="Neo Sans Intel"/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3845" y="4755224"/>
            <a:ext cx="545910" cy="280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867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</p:sldLayoutIdLst>
  <p:transition>
    <p:fade/>
  </p:transition>
  <p:hf hdr="0" ftr="0" dt="0"/>
  <p:txStyles>
    <p:titleStyle>
      <a:lvl1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3000" b="0" i="0">
          <a:solidFill>
            <a:schemeClr val="bg1"/>
          </a:solidFill>
          <a:latin typeface="Neo Sans Intel"/>
          <a:ea typeface="+mj-ea"/>
          <a:cs typeface="Neo Sans Intel"/>
        </a:defRPr>
      </a:lvl1pPr>
      <a:lvl2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2pPr>
      <a:lvl3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3pPr>
      <a:lvl4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4pPr>
      <a:lvl5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5pPr>
      <a:lvl6pPr marL="457177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6pPr>
      <a:lvl7pPr marL="914354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7pPr>
      <a:lvl8pPr marL="1371532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8pPr>
      <a:lvl9pPr marL="1828709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9pPr>
    </p:titleStyle>
    <p:bodyStyle>
      <a:lvl1pPr marL="0" indent="0" algn="l" rtl="0" eaLnBrk="1" fontAlgn="base" hangingPunct="1">
        <a:spcBef>
          <a:spcPct val="75000"/>
        </a:spcBef>
        <a:spcAft>
          <a:spcPct val="0"/>
        </a:spcAft>
        <a:defRPr sz="2400" b="0" i="0">
          <a:solidFill>
            <a:schemeClr val="bg1"/>
          </a:solidFill>
          <a:latin typeface="Neo Sans Intel"/>
          <a:ea typeface="+mn-ea"/>
          <a:cs typeface="Neo Sans Intel"/>
        </a:defRPr>
      </a:lvl1pPr>
      <a:lvl2pPr marL="185729" indent="-184141" algn="l" rtl="0" eaLnBrk="1" fontAlgn="base" hangingPunct="1">
        <a:spcBef>
          <a:spcPct val="40000"/>
        </a:spcBef>
        <a:spcAft>
          <a:spcPct val="0"/>
        </a:spcAft>
        <a:buClr>
          <a:schemeClr val="bg1"/>
        </a:buClr>
        <a:buFont typeface="Times" pitchFamily="18" charset="0"/>
        <a:buChar char="•"/>
        <a:defRPr sz="2200" b="0" i="0">
          <a:solidFill>
            <a:schemeClr val="bg1"/>
          </a:solidFill>
          <a:latin typeface="Neo Sans Intel"/>
          <a:cs typeface="Neo Sans Intel"/>
        </a:defRPr>
      </a:lvl2pPr>
      <a:lvl3pPr marL="414317" indent="-227002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Font typeface="Neo Sans Intel" pitchFamily="34" charset="0"/>
        <a:buChar char="–"/>
        <a:defRPr sz="2000" b="0" i="0">
          <a:solidFill>
            <a:schemeClr val="bg1"/>
          </a:solidFill>
          <a:latin typeface="Neo Sans Intel"/>
          <a:cs typeface="Neo Sans Intel"/>
        </a:defRPr>
      </a:lvl3pPr>
      <a:lvl4pPr marL="568296" indent="-152392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Font typeface="Neo Sans Intel" pitchFamily="34" charset="0"/>
        <a:buChar char="–"/>
        <a:defRPr sz="1800" b="0" i="0">
          <a:solidFill>
            <a:schemeClr val="bg1"/>
          </a:solidFill>
          <a:latin typeface="Neo Sans Intel"/>
          <a:cs typeface="Neo Sans Intel"/>
        </a:defRPr>
      </a:lvl4pPr>
      <a:lvl5pPr marL="761962" indent="-192079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–"/>
        <a:defRPr sz="1800" b="0" i="0">
          <a:solidFill>
            <a:schemeClr val="bg1"/>
          </a:solidFill>
          <a:latin typeface="Neo Sans Intel"/>
          <a:cs typeface="Neo Sans Intel"/>
        </a:defRPr>
      </a:lvl5pPr>
      <a:lvl6pPr marL="1219139" indent="-192079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600">
          <a:solidFill>
            <a:schemeClr val="tx1"/>
          </a:solidFill>
          <a:latin typeface="+mn-lt"/>
          <a:cs typeface="+mn-cs"/>
        </a:defRPr>
      </a:lvl6pPr>
      <a:lvl7pPr marL="1676316" indent="-192079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600">
          <a:solidFill>
            <a:schemeClr val="tx1"/>
          </a:solidFill>
          <a:latin typeface="+mn-lt"/>
          <a:cs typeface="+mn-cs"/>
        </a:defRPr>
      </a:lvl7pPr>
      <a:lvl8pPr marL="2133494" indent="-192079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600">
          <a:solidFill>
            <a:schemeClr val="tx1"/>
          </a:solidFill>
          <a:latin typeface="+mn-lt"/>
          <a:cs typeface="+mn-cs"/>
        </a:defRPr>
      </a:lvl8pPr>
      <a:lvl9pPr marL="2590671" indent="-192079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6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3" name="Rectangle 17"/>
          <p:cNvSpPr>
            <a:spLocks noChangeArrowheads="1"/>
          </p:cNvSpPr>
          <p:nvPr/>
        </p:nvSpPr>
        <p:spPr bwMode="auto">
          <a:xfrm>
            <a:off x="365127" y="285768"/>
            <a:ext cx="8410576" cy="992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50424" tIns="25213" rIns="50424" bIns="25213" anchor="ctr" anchorCtr="1"/>
          <a:lstStyle/>
          <a:p>
            <a:pPr defTabSz="685800">
              <a:lnSpc>
                <a:spcPct val="90000"/>
              </a:lnSpc>
              <a:spcBef>
                <a:spcPct val="0"/>
              </a:spcBef>
            </a:pPr>
            <a:endParaRPr lang="en-US" sz="1725" dirty="0">
              <a:solidFill>
                <a:prstClr val="whit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Neo Sans Intel Medium" pitchFamily="34" charset="0"/>
            </a:endParaRPr>
          </a:p>
        </p:txBody>
      </p:sp>
      <p:sp>
        <p:nvSpPr>
          <p:cNvPr id="4114" name="Rectangle 18"/>
          <p:cNvSpPr>
            <a:spLocks noChangeArrowheads="1"/>
          </p:cNvSpPr>
          <p:nvPr/>
        </p:nvSpPr>
        <p:spPr bwMode="auto">
          <a:xfrm>
            <a:off x="366714" y="1345413"/>
            <a:ext cx="8407400" cy="31265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50076" tIns="25039" rIns="50076" bIns="25039" anchorCtr="1"/>
          <a:lstStyle/>
          <a:p>
            <a:pPr marL="123544" indent="-123544" defTabSz="685800">
              <a:buFont typeface="Wingdings" pitchFamily="2" charset="2"/>
              <a:buChar char=""/>
            </a:pPr>
            <a:endParaRPr lang="en-US" sz="1275" dirty="0">
              <a:solidFill>
                <a:prstClr val="white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4115" name="Rectangle 19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6818" tIns="33409" rIns="66818" bIns="3340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116" name="Rectangle 20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4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6818" tIns="33409" rIns="66818" bIns="33409" numCol="1" anchor="t" anchorCtr="1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65416616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789" r:id="rId1"/>
    <p:sldLayoutId id="2147483790" r:id="rId2"/>
    <p:sldLayoutId id="2147483791" r:id="rId3"/>
    <p:sldLayoutId id="2147483792" r:id="rId4"/>
    <p:sldLayoutId id="2147483793" r:id="rId5"/>
    <p:sldLayoutId id="2147483794" r:id="rId6"/>
    <p:sldLayoutId id="2147483795" r:id="rId7"/>
    <p:sldLayoutId id="2147483796" r:id="rId8"/>
  </p:sldLayoutIdLst>
  <p:transition>
    <p:fade/>
  </p:transition>
  <p:txStyles>
    <p:titleStyle>
      <a:lvl1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775">
          <a:solidFill>
            <a:schemeClr val="tx1"/>
          </a:solidFill>
          <a:effectLst/>
          <a:latin typeface="+mn-lt"/>
          <a:ea typeface="+mj-ea"/>
          <a:cs typeface="+mj-cs"/>
        </a:defRPr>
      </a:lvl1pPr>
      <a:lvl2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725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Neo Sans Intel Medium" pitchFamily="34" charset="0"/>
          <a:cs typeface="Arial" charset="0"/>
        </a:defRPr>
      </a:lvl2pPr>
      <a:lvl3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725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Neo Sans Intel Medium" pitchFamily="34" charset="0"/>
          <a:cs typeface="Arial" charset="0"/>
        </a:defRPr>
      </a:lvl3pPr>
      <a:lvl4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725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Neo Sans Intel Medium" pitchFamily="34" charset="0"/>
          <a:cs typeface="Arial" charset="0"/>
        </a:defRPr>
      </a:lvl4pPr>
      <a:lvl5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725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Neo Sans Intel Medium" pitchFamily="34" charset="0"/>
          <a:cs typeface="Arial" charset="0"/>
        </a:defRPr>
      </a:lvl5pPr>
      <a:lvl6pPr marL="250568"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725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Neo Sans Intel Medium" pitchFamily="34" charset="0"/>
          <a:cs typeface="Arial" charset="0"/>
        </a:defRPr>
      </a:lvl6pPr>
      <a:lvl7pPr marL="501135"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725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Neo Sans Intel Medium" pitchFamily="34" charset="0"/>
          <a:cs typeface="Arial" charset="0"/>
        </a:defRPr>
      </a:lvl7pPr>
      <a:lvl8pPr marL="751703"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725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Neo Sans Intel Medium" pitchFamily="34" charset="0"/>
          <a:cs typeface="Arial" charset="0"/>
        </a:defRPr>
      </a:lvl8pPr>
      <a:lvl9pPr marL="1002272"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725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Neo Sans Intel Medium" pitchFamily="34" charset="0"/>
          <a:cs typeface="Arial" charset="0"/>
        </a:defRPr>
      </a:lvl9pPr>
    </p:titleStyle>
    <p:bodyStyle>
      <a:lvl1pPr marL="123544" indent="-123544" algn="l" rtl="0" eaLnBrk="1" fontAlgn="base" hangingPunct="1">
        <a:lnSpc>
          <a:spcPct val="95000"/>
        </a:lnSpc>
        <a:spcBef>
          <a:spcPct val="30000"/>
        </a:spcBef>
        <a:spcAft>
          <a:spcPct val="0"/>
        </a:spcAft>
        <a:buClr>
          <a:schemeClr val="tx1"/>
        </a:buClr>
        <a:buFont typeface="Arial" pitchFamily="34" charset="0"/>
        <a:buChar char="•"/>
        <a:defRPr sz="225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312341" indent="-123544" algn="l" rtl="0" eaLnBrk="1" fontAlgn="base" hangingPunct="1">
        <a:lnSpc>
          <a:spcPct val="95000"/>
        </a:lnSpc>
        <a:spcBef>
          <a:spcPct val="30000"/>
        </a:spcBef>
        <a:spcAft>
          <a:spcPct val="0"/>
        </a:spcAft>
        <a:buClr>
          <a:schemeClr val="tx1"/>
        </a:buClr>
        <a:buChar char="–"/>
        <a:defRPr sz="2025">
          <a:solidFill>
            <a:schemeClr val="tx1"/>
          </a:solidFill>
          <a:effectLst/>
          <a:latin typeface="+mn-lt"/>
          <a:cs typeface="+mn-cs"/>
        </a:defRPr>
      </a:lvl2pPr>
      <a:lvl3pPr marL="501135" indent="-123544" algn="l" rtl="0" eaLnBrk="1" fontAlgn="base" hangingPunct="1">
        <a:lnSpc>
          <a:spcPct val="95000"/>
        </a:lnSpc>
        <a:spcBef>
          <a:spcPct val="30000"/>
        </a:spcBef>
        <a:spcAft>
          <a:spcPct val="0"/>
        </a:spcAft>
        <a:buClr>
          <a:schemeClr val="tx1"/>
        </a:buClr>
        <a:buChar char="–"/>
        <a:defRPr sz="1725">
          <a:solidFill>
            <a:schemeClr val="tx1"/>
          </a:solidFill>
          <a:effectLst/>
          <a:latin typeface="+mn-lt"/>
          <a:cs typeface="+mn-cs"/>
        </a:defRPr>
      </a:lvl3pPr>
      <a:lvl4pPr marL="757794" indent="-131375" algn="l" rtl="0" eaLnBrk="1" fontAlgn="base" hangingPunct="1">
        <a:spcBef>
          <a:spcPct val="20000"/>
        </a:spcBef>
        <a:spcAft>
          <a:spcPct val="0"/>
        </a:spcAft>
        <a:buChar char="–"/>
        <a:defRPr sz="105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+mn-cs"/>
        </a:defRPr>
      </a:lvl4pPr>
      <a:lvl5pPr marL="946589" indent="-126155" algn="l" rtl="0" eaLnBrk="1" fontAlgn="base" hangingPunct="1">
        <a:spcBef>
          <a:spcPct val="20000"/>
        </a:spcBef>
        <a:spcAft>
          <a:spcPct val="0"/>
        </a:spcAft>
        <a:buChar char="•"/>
        <a:defRPr sz="105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+mn-cs"/>
        </a:defRPr>
      </a:lvl5pPr>
      <a:lvl6pPr marL="1197157" indent="-126155" algn="l" rtl="0" eaLnBrk="1" fontAlgn="base" hangingPunct="1">
        <a:spcBef>
          <a:spcPct val="20000"/>
        </a:spcBef>
        <a:spcAft>
          <a:spcPct val="0"/>
        </a:spcAft>
        <a:buChar char="•"/>
        <a:defRPr sz="105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+mn-cs"/>
        </a:defRPr>
      </a:lvl6pPr>
      <a:lvl7pPr marL="1447724" indent="-126155" algn="l" rtl="0" eaLnBrk="1" fontAlgn="base" hangingPunct="1">
        <a:spcBef>
          <a:spcPct val="20000"/>
        </a:spcBef>
        <a:spcAft>
          <a:spcPct val="0"/>
        </a:spcAft>
        <a:buChar char="•"/>
        <a:defRPr sz="105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+mn-cs"/>
        </a:defRPr>
      </a:lvl7pPr>
      <a:lvl8pPr marL="1698292" indent="-126155" algn="l" rtl="0" eaLnBrk="1" fontAlgn="base" hangingPunct="1">
        <a:spcBef>
          <a:spcPct val="20000"/>
        </a:spcBef>
        <a:spcAft>
          <a:spcPct val="0"/>
        </a:spcAft>
        <a:buChar char="•"/>
        <a:defRPr sz="105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+mn-cs"/>
        </a:defRPr>
      </a:lvl8pPr>
      <a:lvl9pPr marL="1948859" indent="-126155" algn="l" rtl="0" eaLnBrk="1" fontAlgn="base" hangingPunct="1">
        <a:spcBef>
          <a:spcPct val="20000"/>
        </a:spcBef>
        <a:spcAft>
          <a:spcPct val="0"/>
        </a:spcAft>
        <a:buChar char="•"/>
        <a:defRPr sz="105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+mn-cs"/>
        </a:defRPr>
      </a:lvl9pPr>
    </p:bodyStyle>
    <p:otherStyle>
      <a:defPPr>
        <a:defRPr lang="en-US"/>
      </a:defPPr>
      <a:lvl1pPr marL="0" algn="l" defTabSz="501135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1pPr>
      <a:lvl2pPr marL="250568" algn="l" defTabSz="501135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2pPr>
      <a:lvl3pPr marL="501135" algn="l" defTabSz="501135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3pPr>
      <a:lvl4pPr marL="751703" algn="l" defTabSz="501135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4pPr>
      <a:lvl5pPr marL="1002272" algn="l" defTabSz="501135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5pPr>
      <a:lvl6pPr marL="1252839" algn="l" defTabSz="501135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6pPr>
      <a:lvl7pPr marL="1503406" algn="l" defTabSz="501135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7pPr>
      <a:lvl8pPr marL="1753973" algn="l" defTabSz="501135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8pPr>
      <a:lvl9pPr marL="2004541" algn="l" defTabSz="501135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3" name="Rectangle 17"/>
          <p:cNvSpPr>
            <a:spLocks noChangeArrowheads="1"/>
          </p:cNvSpPr>
          <p:nvPr/>
        </p:nvSpPr>
        <p:spPr bwMode="auto">
          <a:xfrm>
            <a:off x="365127" y="285768"/>
            <a:ext cx="8410576" cy="992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50424" tIns="25213" rIns="50424" bIns="25213" anchor="ctr" anchorCtr="1"/>
          <a:lstStyle/>
          <a:p>
            <a:pPr defTabSz="685800">
              <a:lnSpc>
                <a:spcPct val="90000"/>
              </a:lnSpc>
              <a:spcBef>
                <a:spcPct val="0"/>
              </a:spcBef>
            </a:pPr>
            <a:endParaRPr lang="en-US" sz="1700" dirty="0">
              <a:solidFill>
                <a:prstClr val="whit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Neo Sans Intel Medium" pitchFamily="34" charset="0"/>
            </a:endParaRPr>
          </a:p>
        </p:txBody>
      </p:sp>
      <p:sp>
        <p:nvSpPr>
          <p:cNvPr id="4114" name="Rectangle 18"/>
          <p:cNvSpPr>
            <a:spLocks noChangeArrowheads="1"/>
          </p:cNvSpPr>
          <p:nvPr/>
        </p:nvSpPr>
        <p:spPr bwMode="auto">
          <a:xfrm>
            <a:off x="366714" y="1345419"/>
            <a:ext cx="8407400" cy="31265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50076" tIns="25039" rIns="50076" bIns="25039" anchorCtr="1"/>
          <a:lstStyle/>
          <a:p>
            <a:pPr marL="123544" indent="-123544" defTabSz="685800">
              <a:buFont typeface="Wingdings" pitchFamily="2" charset="2"/>
              <a:buChar char=""/>
            </a:pPr>
            <a:endParaRPr lang="en-US" sz="1300" dirty="0">
              <a:solidFill>
                <a:prstClr val="white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4115" name="Rectangle 19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50114" tIns="25057" rIns="50114" bIns="2505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116" name="Rectangle 20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4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50114" tIns="25057" rIns="50114" bIns="25057" numCol="1" anchor="t" anchorCtr="1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20541472"/>
      </p:ext>
    </p:extLst>
  </p:cSld>
  <p:clrMap bg1="dk2" tx1="lt1" bg2="dk1" tx2="lt2" accent1="accent1" accent2="accent2" accent3="accent3" accent4="accent4" accent5="accent5" accent6="accent6" hlink="hlink" folHlink="folHlink"/>
  <p:transition>
    <p:fade/>
  </p:transition>
  <p:txStyles>
    <p:titleStyle>
      <a:lvl1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1"/>
          </a:solidFill>
          <a:effectLst/>
          <a:latin typeface="+mn-lt"/>
          <a:ea typeface="+mj-ea"/>
          <a:cs typeface="+mj-cs"/>
        </a:defRPr>
      </a:lvl1pPr>
      <a:lvl2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7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Neo Sans Intel Medium" pitchFamily="34" charset="0"/>
          <a:cs typeface="Arial" charset="0"/>
        </a:defRPr>
      </a:lvl2pPr>
      <a:lvl3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7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Neo Sans Intel Medium" pitchFamily="34" charset="0"/>
          <a:cs typeface="Arial" charset="0"/>
        </a:defRPr>
      </a:lvl3pPr>
      <a:lvl4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7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Neo Sans Intel Medium" pitchFamily="34" charset="0"/>
          <a:cs typeface="Arial" charset="0"/>
        </a:defRPr>
      </a:lvl4pPr>
      <a:lvl5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7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Neo Sans Intel Medium" pitchFamily="34" charset="0"/>
          <a:cs typeface="Arial" charset="0"/>
        </a:defRPr>
      </a:lvl5pPr>
      <a:lvl6pPr marL="250568"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7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Neo Sans Intel Medium" pitchFamily="34" charset="0"/>
          <a:cs typeface="Arial" charset="0"/>
        </a:defRPr>
      </a:lvl6pPr>
      <a:lvl7pPr marL="501135"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7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Neo Sans Intel Medium" pitchFamily="34" charset="0"/>
          <a:cs typeface="Arial" charset="0"/>
        </a:defRPr>
      </a:lvl7pPr>
      <a:lvl8pPr marL="751703"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7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Neo Sans Intel Medium" pitchFamily="34" charset="0"/>
          <a:cs typeface="Arial" charset="0"/>
        </a:defRPr>
      </a:lvl8pPr>
      <a:lvl9pPr marL="1002272"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7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Neo Sans Intel Medium" pitchFamily="34" charset="0"/>
          <a:cs typeface="Arial" charset="0"/>
        </a:defRPr>
      </a:lvl9pPr>
    </p:titleStyle>
    <p:bodyStyle>
      <a:lvl1pPr marL="123544" indent="-123544" algn="l" rtl="0" eaLnBrk="1" fontAlgn="base" hangingPunct="1">
        <a:lnSpc>
          <a:spcPct val="95000"/>
        </a:lnSpc>
        <a:spcBef>
          <a:spcPct val="30000"/>
        </a:spcBef>
        <a:spcAft>
          <a:spcPct val="0"/>
        </a:spcAft>
        <a:buClr>
          <a:schemeClr val="tx1"/>
        </a:buClr>
        <a:buFont typeface="Arial" pitchFamily="34" charset="0"/>
        <a:buChar char="•"/>
        <a:defRPr sz="23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312341" indent="-123544" algn="l" rtl="0" eaLnBrk="1" fontAlgn="base" hangingPunct="1">
        <a:lnSpc>
          <a:spcPct val="95000"/>
        </a:lnSpc>
        <a:spcBef>
          <a:spcPct val="3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effectLst/>
          <a:latin typeface="+mn-lt"/>
          <a:cs typeface="+mn-cs"/>
        </a:defRPr>
      </a:lvl2pPr>
      <a:lvl3pPr marL="501135" indent="-123544" algn="l" rtl="0" eaLnBrk="1" fontAlgn="base" hangingPunct="1">
        <a:lnSpc>
          <a:spcPct val="95000"/>
        </a:lnSpc>
        <a:spcBef>
          <a:spcPct val="30000"/>
        </a:spcBef>
        <a:spcAft>
          <a:spcPct val="0"/>
        </a:spcAft>
        <a:buClr>
          <a:schemeClr val="tx1"/>
        </a:buClr>
        <a:buChar char="–"/>
        <a:defRPr sz="1700">
          <a:solidFill>
            <a:schemeClr val="tx1"/>
          </a:solidFill>
          <a:effectLst/>
          <a:latin typeface="+mn-lt"/>
          <a:cs typeface="+mn-cs"/>
        </a:defRPr>
      </a:lvl3pPr>
      <a:lvl4pPr marL="757794" indent="-131375" algn="l" rtl="0" eaLnBrk="1" fontAlgn="base" hangingPunct="1">
        <a:spcBef>
          <a:spcPct val="20000"/>
        </a:spcBef>
        <a:spcAft>
          <a:spcPct val="0"/>
        </a:spcAft>
        <a:buChar char="–"/>
        <a:defRPr sz="11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+mn-cs"/>
        </a:defRPr>
      </a:lvl4pPr>
      <a:lvl5pPr marL="946589" indent="-126155" algn="l" rtl="0" eaLnBrk="1" fontAlgn="base" hangingPunct="1">
        <a:spcBef>
          <a:spcPct val="20000"/>
        </a:spcBef>
        <a:spcAft>
          <a:spcPct val="0"/>
        </a:spcAft>
        <a:buChar char="•"/>
        <a:defRPr sz="11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+mn-cs"/>
        </a:defRPr>
      </a:lvl5pPr>
      <a:lvl6pPr marL="1197157" indent="-126155" algn="l" rtl="0" eaLnBrk="1" fontAlgn="base" hangingPunct="1">
        <a:spcBef>
          <a:spcPct val="20000"/>
        </a:spcBef>
        <a:spcAft>
          <a:spcPct val="0"/>
        </a:spcAft>
        <a:buChar char="•"/>
        <a:defRPr sz="11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+mn-cs"/>
        </a:defRPr>
      </a:lvl6pPr>
      <a:lvl7pPr marL="1447724" indent="-126155" algn="l" rtl="0" eaLnBrk="1" fontAlgn="base" hangingPunct="1">
        <a:spcBef>
          <a:spcPct val="20000"/>
        </a:spcBef>
        <a:spcAft>
          <a:spcPct val="0"/>
        </a:spcAft>
        <a:buChar char="•"/>
        <a:defRPr sz="11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+mn-cs"/>
        </a:defRPr>
      </a:lvl7pPr>
      <a:lvl8pPr marL="1698292" indent="-126155" algn="l" rtl="0" eaLnBrk="1" fontAlgn="base" hangingPunct="1">
        <a:spcBef>
          <a:spcPct val="20000"/>
        </a:spcBef>
        <a:spcAft>
          <a:spcPct val="0"/>
        </a:spcAft>
        <a:buChar char="•"/>
        <a:defRPr sz="11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+mn-cs"/>
        </a:defRPr>
      </a:lvl8pPr>
      <a:lvl9pPr marL="1948859" indent="-126155" algn="l" rtl="0" eaLnBrk="1" fontAlgn="base" hangingPunct="1">
        <a:spcBef>
          <a:spcPct val="20000"/>
        </a:spcBef>
        <a:spcAft>
          <a:spcPct val="0"/>
        </a:spcAft>
        <a:buChar char="•"/>
        <a:defRPr sz="11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+mn-cs"/>
        </a:defRPr>
      </a:lvl9pPr>
    </p:bodyStyle>
    <p:otherStyle>
      <a:defPPr>
        <a:defRPr lang="en-US"/>
      </a:defPPr>
      <a:lvl1pPr marL="0" algn="l" defTabSz="501135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50568" algn="l" defTabSz="501135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501135" algn="l" defTabSz="501135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51703" algn="l" defTabSz="501135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02272" algn="l" defTabSz="501135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2839" algn="l" defTabSz="501135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503406" algn="l" defTabSz="501135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53973" algn="l" defTabSz="501135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004541" algn="l" defTabSz="501135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4025" y="307181"/>
            <a:ext cx="8229600" cy="66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5613" y="1034656"/>
            <a:ext cx="8228012" cy="34028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/>
              <a:t>Click to edit Master text styles</a:t>
            </a:r>
          </a:p>
          <a:p>
            <a:pPr lvl="1"/>
            <a:r>
              <a:rPr lang="en-US" altLang="ja-JP" dirty="0"/>
              <a:t>Second level</a:t>
            </a:r>
          </a:p>
          <a:p>
            <a:pPr lvl="2"/>
            <a:r>
              <a:rPr lang="en-US" altLang="ja-JP" dirty="0"/>
              <a:t>Third level</a:t>
            </a:r>
          </a:p>
          <a:p>
            <a:pPr lvl="3"/>
            <a:r>
              <a:rPr lang="en-US" altLang="ja-JP" dirty="0"/>
              <a:t>Fourth level</a:t>
            </a:r>
          </a:p>
          <a:p>
            <a:pPr lvl="4"/>
            <a:r>
              <a:rPr lang="en-US" altLang="ja-JP" dirty="0"/>
              <a:t>Fifth level</a:t>
            </a:r>
          </a:p>
        </p:txBody>
      </p:sp>
      <p:pic>
        <p:nvPicPr>
          <p:cNvPr id="5" name="Picture 4" descr="Intel_footer_121410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772033"/>
            <a:ext cx="9144000" cy="37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532517"/>
      </p:ext>
    </p:extLst>
  </p:cSld>
  <p:clrMap bg1="lt1" tx1="dk1" bg2="lt2" tx2="dk2" accent1="accent1" accent2="accent2" accent3="accent3" accent4="accent4" accent5="accent5" accent6="accent6" hlink="hlink" folHlink="folHlink"/>
  <p:transition>
    <p:fade/>
  </p:transition>
  <p:hf hdr="0" ftr="0" dt="0"/>
  <p:txStyles>
    <p:titleStyle>
      <a:lvl1pPr algn="l" rtl="0" eaLnBrk="1" fontAlgn="base" hangingPunct="1">
        <a:lnSpc>
          <a:spcPts val="1950"/>
        </a:lnSpc>
        <a:spcBef>
          <a:spcPct val="0"/>
        </a:spcBef>
        <a:spcAft>
          <a:spcPct val="0"/>
        </a:spcAft>
        <a:defRPr sz="2300" b="0" i="0">
          <a:solidFill>
            <a:schemeClr val="accent1"/>
          </a:solidFill>
          <a:latin typeface="Neo Sans Intel"/>
          <a:ea typeface="+mj-ea"/>
          <a:cs typeface="Neo Sans Intel"/>
        </a:defRPr>
      </a:lvl1pPr>
      <a:lvl2pPr algn="l" rtl="0" eaLnBrk="1" fontAlgn="base" hangingPunct="1">
        <a:lnSpc>
          <a:spcPts val="1950"/>
        </a:lnSpc>
        <a:spcBef>
          <a:spcPct val="0"/>
        </a:spcBef>
        <a:spcAft>
          <a:spcPct val="0"/>
        </a:spcAft>
        <a:defRPr sz="1800">
          <a:solidFill>
            <a:schemeClr val="hlink"/>
          </a:solidFill>
          <a:latin typeface="Neo Sans Intel Medium" pitchFamily="34" charset="0"/>
          <a:cs typeface="Arial" pitchFamily="34" charset="0"/>
        </a:defRPr>
      </a:lvl2pPr>
      <a:lvl3pPr algn="l" rtl="0" eaLnBrk="1" fontAlgn="base" hangingPunct="1">
        <a:lnSpc>
          <a:spcPts val="1950"/>
        </a:lnSpc>
        <a:spcBef>
          <a:spcPct val="0"/>
        </a:spcBef>
        <a:spcAft>
          <a:spcPct val="0"/>
        </a:spcAft>
        <a:defRPr sz="1800">
          <a:solidFill>
            <a:schemeClr val="hlink"/>
          </a:solidFill>
          <a:latin typeface="Neo Sans Intel Medium" pitchFamily="34" charset="0"/>
          <a:cs typeface="Arial" pitchFamily="34" charset="0"/>
        </a:defRPr>
      </a:lvl3pPr>
      <a:lvl4pPr algn="l" rtl="0" eaLnBrk="1" fontAlgn="base" hangingPunct="1">
        <a:lnSpc>
          <a:spcPts val="1950"/>
        </a:lnSpc>
        <a:spcBef>
          <a:spcPct val="0"/>
        </a:spcBef>
        <a:spcAft>
          <a:spcPct val="0"/>
        </a:spcAft>
        <a:defRPr sz="1800">
          <a:solidFill>
            <a:schemeClr val="hlink"/>
          </a:solidFill>
          <a:latin typeface="Neo Sans Intel Medium" pitchFamily="34" charset="0"/>
          <a:cs typeface="Arial" pitchFamily="34" charset="0"/>
        </a:defRPr>
      </a:lvl4pPr>
      <a:lvl5pPr algn="l" rtl="0" eaLnBrk="1" fontAlgn="base" hangingPunct="1">
        <a:lnSpc>
          <a:spcPts val="1950"/>
        </a:lnSpc>
        <a:spcBef>
          <a:spcPct val="0"/>
        </a:spcBef>
        <a:spcAft>
          <a:spcPct val="0"/>
        </a:spcAft>
        <a:defRPr sz="1800">
          <a:solidFill>
            <a:schemeClr val="hlink"/>
          </a:solidFill>
          <a:latin typeface="Neo Sans Intel Medium" pitchFamily="34" charset="0"/>
          <a:cs typeface="Arial" pitchFamily="34" charset="0"/>
        </a:defRPr>
      </a:lvl5pPr>
      <a:lvl6pPr marL="342900" algn="l" rtl="0" eaLnBrk="1" fontAlgn="base" hangingPunct="1">
        <a:lnSpc>
          <a:spcPts val="1950"/>
        </a:lnSpc>
        <a:spcBef>
          <a:spcPct val="0"/>
        </a:spcBef>
        <a:spcAft>
          <a:spcPct val="0"/>
        </a:spcAft>
        <a:defRPr sz="1800">
          <a:solidFill>
            <a:schemeClr val="hlink"/>
          </a:solidFill>
          <a:latin typeface="Neo Sans Intel Medium" pitchFamily="34" charset="0"/>
          <a:cs typeface="Arial" pitchFamily="34" charset="0"/>
        </a:defRPr>
      </a:lvl6pPr>
      <a:lvl7pPr marL="685800" algn="l" rtl="0" eaLnBrk="1" fontAlgn="base" hangingPunct="1">
        <a:lnSpc>
          <a:spcPts val="1950"/>
        </a:lnSpc>
        <a:spcBef>
          <a:spcPct val="0"/>
        </a:spcBef>
        <a:spcAft>
          <a:spcPct val="0"/>
        </a:spcAft>
        <a:defRPr sz="1800">
          <a:solidFill>
            <a:schemeClr val="hlink"/>
          </a:solidFill>
          <a:latin typeface="Neo Sans Intel Medium" pitchFamily="34" charset="0"/>
          <a:cs typeface="Arial" pitchFamily="34" charset="0"/>
        </a:defRPr>
      </a:lvl7pPr>
      <a:lvl8pPr marL="1028700" algn="l" rtl="0" eaLnBrk="1" fontAlgn="base" hangingPunct="1">
        <a:lnSpc>
          <a:spcPts val="1950"/>
        </a:lnSpc>
        <a:spcBef>
          <a:spcPct val="0"/>
        </a:spcBef>
        <a:spcAft>
          <a:spcPct val="0"/>
        </a:spcAft>
        <a:defRPr sz="1800">
          <a:solidFill>
            <a:schemeClr val="hlink"/>
          </a:solidFill>
          <a:latin typeface="Neo Sans Intel Medium" pitchFamily="34" charset="0"/>
          <a:cs typeface="Arial" pitchFamily="34" charset="0"/>
        </a:defRPr>
      </a:lvl8pPr>
      <a:lvl9pPr marL="1371600" algn="l" rtl="0" eaLnBrk="1" fontAlgn="base" hangingPunct="1">
        <a:lnSpc>
          <a:spcPts val="1950"/>
        </a:lnSpc>
        <a:spcBef>
          <a:spcPct val="0"/>
        </a:spcBef>
        <a:spcAft>
          <a:spcPct val="0"/>
        </a:spcAft>
        <a:defRPr sz="1800">
          <a:solidFill>
            <a:schemeClr val="hlink"/>
          </a:solidFill>
          <a:latin typeface="Neo Sans Intel Medium" pitchFamily="34" charset="0"/>
          <a:cs typeface="Arial" pitchFamily="34" charset="0"/>
        </a:defRPr>
      </a:lvl9pPr>
    </p:titleStyle>
    <p:bodyStyle>
      <a:lvl1pPr marL="0" indent="0" algn="l" rtl="0" eaLnBrk="1" fontAlgn="base" hangingPunct="1">
        <a:spcBef>
          <a:spcPct val="75000"/>
        </a:spcBef>
        <a:spcAft>
          <a:spcPct val="0"/>
        </a:spcAft>
        <a:defRPr sz="1800" b="0" i="0">
          <a:solidFill>
            <a:schemeClr val="tx1"/>
          </a:solidFill>
          <a:latin typeface="Neo Sans Intel"/>
          <a:ea typeface="+mn-ea"/>
          <a:cs typeface="Neo Sans Intel"/>
        </a:defRPr>
      </a:lvl1pPr>
      <a:lvl2pPr marL="139304" indent="-138113" algn="l" rtl="0" eaLnBrk="1" fontAlgn="base" hangingPunct="1">
        <a:spcBef>
          <a:spcPct val="40000"/>
        </a:spcBef>
        <a:spcAft>
          <a:spcPct val="0"/>
        </a:spcAft>
        <a:buClr>
          <a:schemeClr val="tx1"/>
        </a:buClr>
        <a:buFont typeface="Times" pitchFamily="18" charset="0"/>
        <a:buChar char="•"/>
        <a:defRPr sz="1600" b="0" i="0">
          <a:solidFill>
            <a:schemeClr val="tx1"/>
          </a:solidFill>
          <a:latin typeface="Neo Sans Intel"/>
          <a:cs typeface="Neo Sans Intel"/>
        </a:defRPr>
      </a:lvl2pPr>
      <a:lvl3pPr marL="310754" indent="-17026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Neo Sans Intel" pitchFamily="34" charset="0"/>
        <a:buChar char="–"/>
        <a:defRPr sz="1500" b="0" i="0">
          <a:solidFill>
            <a:schemeClr val="tx1"/>
          </a:solidFill>
          <a:latin typeface="Neo Sans Intel"/>
          <a:cs typeface="Neo Sans Intel"/>
        </a:defRPr>
      </a:lvl3pPr>
      <a:lvl4pPr marL="426244" indent="-1143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Neo Sans Intel" pitchFamily="34" charset="0"/>
        <a:buChar char="–"/>
        <a:defRPr sz="1400" b="0" i="0">
          <a:solidFill>
            <a:schemeClr val="tx1"/>
          </a:solidFill>
          <a:latin typeface="Neo Sans Intel"/>
          <a:cs typeface="Neo Sans Intel"/>
        </a:defRPr>
      </a:lvl4pPr>
      <a:lvl5pPr marL="571500" indent="-144066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400" b="0" i="0">
          <a:solidFill>
            <a:schemeClr val="tx1"/>
          </a:solidFill>
          <a:latin typeface="Neo Sans Intel"/>
          <a:cs typeface="Neo Sans Intel"/>
        </a:defRPr>
      </a:lvl5pPr>
      <a:lvl6pPr marL="914400" indent="-144066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200">
          <a:solidFill>
            <a:schemeClr val="tx1"/>
          </a:solidFill>
          <a:latin typeface="+mn-lt"/>
          <a:cs typeface="+mn-cs"/>
        </a:defRPr>
      </a:lvl6pPr>
      <a:lvl7pPr marL="1257300" indent="-144066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200">
          <a:solidFill>
            <a:schemeClr val="tx1"/>
          </a:solidFill>
          <a:latin typeface="+mn-lt"/>
          <a:cs typeface="+mn-cs"/>
        </a:defRPr>
      </a:lvl7pPr>
      <a:lvl8pPr marL="1600200" indent="-144066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200">
          <a:solidFill>
            <a:schemeClr val="tx1"/>
          </a:solidFill>
          <a:latin typeface="+mn-lt"/>
          <a:cs typeface="+mn-cs"/>
        </a:defRPr>
      </a:lvl8pPr>
      <a:lvl9pPr marL="1943100" indent="-144066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2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4025" y="307181"/>
            <a:ext cx="8229600" cy="66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5613" y="1034656"/>
            <a:ext cx="8228012" cy="34028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/>
              <a:t>Click to edit Master text styles</a:t>
            </a:r>
          </a:p>
          <a:p>
            <a:pPr lvl="1"/>
            <a:r>
              <a:rPr lang="en-US" altLang="ja-JP" dirty="0"/>
              <a:t>Second level</a:t>
            </a:r>
          </a:p>
          <a:p>
            <a:pPr lvl="2"/>
            <a:r>
              <a:rPr lang="en-US" altLang="ja-JP" dirty="0"/>
              <a:t>Third level</a:t>
            </a:r>
          </a:p>
          <a:p>
            <a:pPr lvl="3"/>
            <a:r>
              <a:rPr lang="en-US" altLang="ja-JP" dirty="0"/>
              <a:t>Fourth level</a:t>
            </a:r>
          </a:p>
          <a:p>
            <a:pPr lvl="4"/>
            <a:r>
              <a:rPr lang="en-US" altLang="ja-JP" dirty="0"/>
              <a:t>Fifth level</a:t>
            </a:r>
          </a:p>
        </p:txBody>
      </p:sp>
      <p:pic>
        <p:nvPicPr>
          <p:cNvPr id="5" name="Picture 4" descr="Intel_footer_121410.png"/>
          <p:cNvPicPr>
            <a:picLocks noChangeAspect="1"/>
          </p:cNvPicPr>
          <p:nvPr userDrawn="1"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772030"/>
            <a:ext cx="9144000" cy="371475"/>
          </a:xfrm>
          <a:prstGeom prst="rect">
            <a:avLst/>
          </a:prstGeom>
        </p:spPr>
      </p:pic>
      <p:sp>
        <p:nvSpPr>
          <p:cNvPr id="7" name="Text Box 5"/>
          <p:cNvSpPr txBox="1">
            <a:spLocks noChangeArrowheads="1"/>
          </p:cNvSpPr>
          <p:nvPr userDrawn="1"/>
        </p:nvSpPr>
        <p:spPr bwMode="auto">
          <a:xfrm>
            <a:off x="2138440" y="4850369"/>
            <a:ext cx="4880926" cy="196977"/>
          </a:xfrm>
          <a:prstGeom prst="rect">
            <a:avLst/>
          </a:prstGeom>
          <a:noFill/>
          <a:ln w="5080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>
            <a:spAutoFit/>
          </a:bodyPr>
          <a:lstStyle/>
          <a:p>
            <a:pPr algn="ctr" defTabSz="685800" eaLnBrk="0" fontAlgn="base" hangingPunct="0">
              <a:lnSpc>
                <a:spcPct val="80000"/>
              </a:lnSpc>
              <a:spcAft>
                <a:spcPct val="0"/>
              </a:spcAft>
            </a:pPr>
            <a:r>
              <a:rPr lang="en-US" sz="800" b="1" dirty="0">
                <a:solidFill>
                  <a:srgbClr val="FFFFFF"/>
                </a:solidFill>
                <a:latin typeface="Neo Sans Intel" pitchFamily="34" charset="0"/>
                <a:cs typeface="Arial" charset="0"/>
              </a:rPr>
              <a:t>Intel Confidential </a:t>
            </a:r>
            <a:r>
              <a:rPr lang="en-US" sz="800" dirty="0">
                <a:solidFill>
                  <a:srgbClr val="FFFFFF"/>
                </a:solidFill>
                <a:latin typeface="Neo Sans Intel" pitchFamily="34" charset="0"/>
                <a:cs typeface="Arial" charset="0"/>
              </a:rPr>
              <a:t>– Sept 2013 UX ROADMAP  (NDA USE ONLY)</a:t>
            </a:r>
          </a:p>
          <a:p>
            <a:pPr algn="ctr" defTabSz="685800" eaLnBrk="0" fontAlgn="base" hangingPunct="0">
              <a:lnSpc>
                <a:spcPct val="80000"/>
              </a:lnSpc>
              <a:spcAft>
                <a:spcPct val="0"/>
              </a:spcAft>
            </a:pPr>
            <a:r>
              <a:rPr lang="en-US" sz="800" dirty="0">
                <a:solidFill>
                  <a:srgbClr val="FFFFFF"/>
                </a:solidFill>
                <a:latin typeface="Neo Sans Intel" pitchFamily="34" charset="0"/>
                <a:cs typeface="Arial" charset="0"/>
              </a:rPr>
              <a:t>All dates and plans are subject to change without notice</a:t>
            </a:r>
            <a:endParaRPr lang="en-US" sz="800" dirty="0">
              <a:solidFill>
                <a:srgbClr val="FFFFFF"/>
              </a:solidFill>
              <a:latin typeface="Neo Sans Intel"/>
              <a:cs typeface="Neo Sans Intel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2" y="4947293"/>
            <a:ext cx="285656" cy="184666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fld id="{435EC5FB-0C8E-4818-A81D-78796ABB4840}" type="slidenum">
              <a:rPr lang="en-US" sz="600" smtClean="0">
                <a:solidFill>
                  <a:srgbClr val="FFFFFF"/>
                </a:solidFill>
                <a:latin typeface="Neo Sans Intel"/>
                <a:ea typeface="Verdana" pitchFamily="34" charset="0"/>
                <a:cs typeface="Neo Sans Intel"/>
              </a:rPr>
              <a:pPr defTabSz="6858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600" dirty="0">
              <a:solidFill>
                <a:srgbClr val="FFFFFF"/>
              </a:solidFill>
              <a:latin typeface="Neo Sans Intel"/>
              <a:ea typeface="Verdana" pitchFamily="34" charset="0"/>
              <a:cs typeface="Neo Sans Intel"/>
            </a:endParaRPr>
          </a:p>
        </p:txBody>
      </p:sp>
      <p:sp>
        <p:nvSpPr>
          <p:cNvPr id="2" name="TextBox 1"/>
          <p:cNvSpPr txBox="1"/>
          <p:nvPr userDrawn="1"/>
        </p:nvSpPr>
        <p:spPr>
          <a:xfrm>
            <a:off x="6572922" y="4772048"/>
            <a:ext cx="1903520" cy="307777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700" dirty="0">
                <a:solidFill>
                  <a:srgbClr val="FFFFFF"/>
                </a:solidFill>
                <a:cs typeface="Arial" charset="0"/>
              </a:rPr>
              <a:t>*Other names and brands may be claimed as property of others</a:t>
            </a:r>
          </a:p>
        </p:txBody>
      </p:sp>
      <p:sp>
        <p:nvSpPr>
          <p:cNvPr id="10" name="Rectangle 9"/>
          <p:cNvSpPr/>
          <p:nvPr userDrawn="1"/>
        </p:nvSpPr>
        <p:spPr>
          <a:xfrm rot="19263145">
            <a:off x="2265366" y="1626031"/>
            <a:ext cx="4284186" cy="1592744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33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>
                    <a:lumMod val="95000"/>
                  </a:srgbClr>
                </a:solidFill>
                <a:latin typeface="Arial" charset="0"/>
                <a:cs typeface="Arial" charset="0"/>
              </a:rPr>
              <a:t>INTEL UX ROADMAP</a:t>
            </a:r>
          </a:p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33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>
                    <a:lumMod val="95000"/>
                  </a:srgbClr>
                </a:solidFill>
                <a:latin typeface="Arial" charset="0"/>
                <a:cs typeface="Arial" charset="0"/>
              </a:rPr>
              <a:t>NDA USE ONLY</a:t>
            </a:r>
          </a:p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33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>
                    <a:lumMod val="95000"/>
                  </a:srgbClr>
                </a:solidFill>
                <a:latin typeface="Arial" charset="0"/>
                <a:cs typeface="Arial" charset="0"/>
              </a:rPr>
              <a:t>Sept 2013</a:t>
            </a:r>
          </a:p>
        </p:txBody>
      </p:sp>
    </p:spTree>
    <p:extLst>
      <p:ext uri="{BB962C8B-B14F-4D97-AF65-F5344CB8AC3E}">
        <p14:creationId xmlns:p14="http://schemas.microsoft.com/office/powerpoint/2010/main" val="1880804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8" r:id="rId1"/>
    <p:sldLayoutId id="2147483999" r:id="rId2"/>
    <p:sldLayoutId id="2147484000" r:id="rId3"/>
    <p:sldLayoutId id="2147484001" r:id="rId4"/>
    <p:sldLayoutId id="2147484002" r:id="rId5"/>
    <p:sldLayoutId id="2147484003" r:id="rId6"/>
    <p:sldLayoutId id="2147484004" r:id="rId7"/>
    <p:sldLayoutId id="2147484005" r:id="rId8"/>
    <p:sldLayoutId id="2147484006" r:id="rId9"/>
    <p:sldLayoutId id="2147484007" r:id="rId10"/>
    <p:sldLayoutId id="2147484008" r:id="rId11"/>
    <p:sldLayoutId id="2147484009" r:id="rId12"/>
    <p:sldLayoutId id="2147484010" r:id="rId13"/>
    <p:sldLayoutId id="2147484011" r:id="rId14"/>
    <p:sldLayoutId id="2147484012" r:id="rId15"/>
  </p:sldLayoutIdLst>
  <p:transition>
    <p:fade/>
  </p:transition>
  <p:hf hdr="0" ftr="0" dt="0"/>
  <p:txStyles>
    <p:titleStyle>
      <a:lvl1pPr algn="l" rtl="0" eaLnBrk="1" fontAlgn="base" hangingPunct="1">
        <a:lnSpc>
          <a:spcPts val="1950"/>
        </a:lnSpc>
        <a:spcBef>
          <a:spcPct val="0"/>
        </a:spcBef>
        <a:spcAft>
          <a:spcPct val="0"/>
        </a:spcAft>
        <a:defRPr sz="2300" b="0" i="0">
          <a:solidFill>
            <a:schemeClr val="accent1"/>
          </a:solidFill>
          <a:latin typeface="Neo Sans Intel"/>
          <a:ea typeface="+mj-ea"/>
          <a:cs typeface="Neo Sans Intel"/>
        </a:defRPr>
      </a:lvl1pPr>
      <a:lvl2pPr algn="l" rtl="0" eaLnBrk="1" fontAlgn="base" hangingPunct="1">
        <a:lnSpc>
          <a:spcPts val="1950"/>
        </a:lnSpc>
        <a:spcBef>
          <a:spcPct val="0"/>
        </a:spcBef>
        <a:spcAft>
          <a:spcPct val="0"/>
        </a:spcAft>
        <a:defRPr sz="1800">
          <a:solidFill>
            <a:schemeClr val="hlink"/>
          </a:solidFill>
          <a:latin typeface="Neo Sans Intel Medium" pitchFamily="34" charset="0"/>
          <a:cs typeface="Arial" pitchFamily="34" charset="0"/>
        </a:defRPr>
      </a:lvl2pPr>
      <a:lvl3pPr algn="l" rtl="0" eaLnBrk="1" fontAlgn="base" hangingPunct="1">
        <a:lnSpc>
          <a:spcPts val="1950"/>
        </a:lnSpc>
        <a:spcBef>
          <a:spcPct val="0"/>
        </a:spcBef>
        <a:spcAft>
          <a:spcPct val="0"/>
        </a:spcAft>
        <a:defRPr sz="1800">
          <a:solidFill>
            <a:schemeClr val="hlink"/>
          </a:solidFill>
          <a:latin typeface="Neo Sans Intel Medium" pitchFamily="34" charset="0"/>
          <a:cs typeface="Arial" pitchFamily="34" charset="0"/>
        </a:defRPr>
      </a:lvl3pPr>
      <a:lvl4pPr algn="l" rtl="0" eaLnBrk="1" fontAlgn="base" hangingPunct="1">
        <a:lnSpc>
          <a:spcPts val="1950"/>
        </a:lnSpc>
        <a:spcBef>
          <a:spcPct val="0"/>
        </a:spcBef>
        <a:spcAft>
          <a:spcPct val="0"/>
        </a:spcAft>
        <a:defRPr sz="1800">
          <a:solidFill>
            <a:schemeClr val="hlink"/>
          </a:solidFill>
          <a:latin typeface="Neo Sans Intel Medium" pitchFamily="34" charset="0"/>
          <a:cs typeface="Arial" pitchFamily="34" charset="0"/>
        </a:defRPr>
      </a:lvl4pPr>
      <a:lvl5pPr algn="l" rtl="0" eaLnBrk="1" fontAlgn="base" hangingPunct="1">
        <a:lnSpc>
          <a:spcPts val="1950"/>
        </a:lnSpc>
        <a:spcBef>
          <a:spcPct val="0"/>
        </a:spcBef>
        <a:spcAft>
          <a:spcPct val="0"/>
        </a:spcAft>
        <a:defRPr sz="1800">
          <a:solidFill>
            <a:schemeClr val="hlink"/>
          </a:solidFill>
          <a:latin typeface="Neo Sans Intel Medium" pitchFamily="34" charset="0"/>
          <a:cs typeface="Arial" pitchFamily="34" charset="0"/>
        </a:defRPr>
      </a:lvl5pPr>
      <a:lvl6pPr marL="342900" algn="l" rtl="0" eaLnBrk="1" fontAlgn="base" hangingPunct="1">
        <a:lnSpc>
          <a:spcPts val="1950"/>
        </a:lnSpc>
        <a:spcBef>
          <a:spcPct val="0"/>
        </a:spcBef>
        <a:spcAft>
          <a:spcPct val="0"/>
        </a:spcAft>
        <a:defRPr sz="1800">
          <a:solidFill>
            <a:schemeClr val="hlink"/>
          </a:solidFill>
          <a:latin typeface="Neo Sans Intel Medium" pitchFamily="34" charset="0"/>
          <a:cs typeface="Arial" pitchFamily="34" charset="0"/>
        </a:defRPr>
      </a:lvl6pPr>
      <a:lvl7pPr marL="685800" algn="l" rtl="0" eaLnBrk="1" fontAlgn="base" hangingPunct="1">
        <a:lnSpc>
          <a:spcPts val="1950"/>
        </a:lnSpc>
        <a:spcBef>
          <a:spcPct val="0"/>
        </a:spcBef>
        <a:spcAft>
          <a:spcPct val="0"/>
        </a:spcAft>
        <a:defRPr sz="1800">
          <a:solidFill>
            <a:schemeClr val="hlink"/>
          </a:solidFill>
          <a:latin typeface="Neo Sans Intel Medium" pitchFamily="34" charset="0"/>
          <a:cs typeface="Arial" pitchFamily="34" charset="0"/>
        </a:defRPr>
      </a:lvl7pPr>
      <a:lvl8pPr marL="1028700" algn="l" rtl="0" eaLnBrk="1" fontAlgn="base" hangingPunct="1">
        <a:lnSpc>
          <a:spcPts val="1950"/>
        </a:lnSpc>
        <a:spcBef>
          <a:spcPct val="0"/>
        </a:spcBef>
        <a:spcAft>
          <a:spcPct val="0"/>
        </a:spcAft>
        <a:defRPr sz="1800">
          <a:solidFill>
            <a:schemeClr val="hlink"/>
          </a:solidFill>
          <a:latin typeface="Neo Sans Intel Medium" pitchFamily="34" charset="0"/>
          <a:cs typeface="Arial" pitchFamily="34" charset="0"/>
        </a:defRPr>
      </a:lvl8pPr>
      <a:lvl9pPr marL="1371600" algn="l" rtl="0" eaLnBrk="1" fontAlgn="base" hangingPunct="1">
        <a:lnSpc>
          <a:spcPts val="1950"/>
        </a:lnSpc>
        <a:spcBef>
          <a:spcPct val="0"/>
        </a:spcBef>
        <a:spcAft>
          <a:spcPct val="0"/>
        </a:spcAft>
        <a:defRPr sz="1800">
          <a:solidFill>
            <a:schemeClr val="hlink"/>
          </a:solidFill>
          <a:latin typeface="Neo Sans Intel Medium" pitchFamily="34" charset="0"/>
          <a:cs typeface="Arial" pitchFamily="34" charset="0"/>
        </a:defRPr>
      </a:lvl9pPr>
    </p:titleStyle>
    <p:bodyStyle>
      <a:lvl1pPr marL="0" indent="0" algn="l" rtl="0" eaLnBrk="1" fontAlgn="base" hangingPunct="1">
        <a:spcBef>
          <a:spcPct val="75000"/>
        </a:spcBef>
        <a:spcAft>
          <a:spcPct val="0"/>
        </a:spcAft>
        <a:defRPr sz="1800" b="0" i="0">
          <a:solidFill>
            <a:schemeClr val="tx1"/>
          </a:solidFill>
          <a:latin typeface="Neo Sans Intel"/>
          <a:ea typeface="+mn-ea"/>
          <a:cs typeface="Neo Sans Intel"/>
        </a:defRPr>
      </a:lvl1pPr>
      <a:lvl2pPr marL="139304" indent="-138113" algn="l" rtl="0" eaLnBrk="1" fontAlgn="base" hangingPunct="1">
        <a:spcBef>
          <a:spcPct val="40000"/>
        </a:spcBef>
        <a:spcAft>
          <a:spcPct val="0"/>
        </a:spcAft>
        <a:buClr>
          <a:schemeClr val="tx1"/>
        </a:buClr>
        <a:buFont typeface="Times" pitchFamily="18" charset="0"/>
        <a:buChar char="•"/>
        <a:defRPr sz="1600" b="0" i="0">
          <a:solidFill>
            <a:schemeClr val="tx1"/>
          </a:solidFill>
          <a:latin typeface="Neo Sans Intel"/>
          <a:cs typeface="Neo Sans Intel"/>
        </a:defRPr>
      </a:lvl2pPr>
      <a:lvl3pPr marL="310754" indent="-17026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Neo Sans Intel" pitchFamily="34" charset="0"/>
        <a:buChar char="–"/>
        <a:defRPr sz="1500" b="0" i="0">
          <a:solidFill>
            <a:schemeClr val="tx1"/>
          </a:solidFill>
          <a:latin typeface="Neo Sans Intel"/>
          <a:cs typeface="Neo Sans Intel"/>
        </a:defRPr>
      </a:lvl3pPr>
      <a:lvl4pPr marL="426244" indent="-1143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Neo Sans Intel" pitchFamily="34" charset="0"/>
        <a:buChar char="–"/>
        <a:defRPr sz="1400" b="0" i="0">
          <a:solidFill>
            <a:schemeClr val="tx1"/>
          </a:solidFill>
          <a:latin typeface="Neo Sans Intel"/>
          <a:cs typeface="Neo Sans Intel"/>
        </a:defRPr>
      </a:lvl4pPr>
      <a:lvl5pPr marL="571500" indent="-144066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400" b="0" i="0">
          <a:solidFill>
            <a:schemeClr val="tx1"/>
          </a:solidFill>
          <a:latin typeface="Neo Sans Intel"/>
          <a:cs typeface="Neo Sans Intel"/>
        </a:defRPr>
      </a:lvl5pPr>
      <a:lvl6pPr marL="914400" indent="-144066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200">
          <a:solidFill>
            <a:schemeClr val="tx1"/>
          </a:solidFill>
          <a:latin typeface="+mn-lt"/>
          <a:cs typeface="+mn-cs"/>
        </a:defRPr>
      </a:lvl6pPr>
      <a:lvl7pPr marL="1257300" indent="-144066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200">
          <a:solidFill>
            <a:schemeClr val="tx1"/>
          </a:solidFill>
          <a:latin typeface="+mn-lt"/>
          <a:cs typeface="+mn-cs"/>
        </a:defRPr>
      </a:lvl7pPr>
      <a:lvl8pPr marL="1600200" indent="-144066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200">
          <a:solidFill>
            <a:schemeClr val="tx1"/>
          </a:solidFill>
          <a:latin typeface="+mn-lt"/>
          <a:cs typeface="+mn-cs"/>
        </a:defRPr>
      </a:lvl8pPr>
      <a:lvl9pPr marL="1943100" indent="-144066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2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4025" y="307181"/>
            <a:ext cx="8229600" cy="66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5613" y="1034656"/>
            <a:ext cx="8228012" cy="34028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/>
              <a:t>Click to edit Master text styles</a:t>
            </a:r>
          </a:p>
          <a:p>
            <a:pPr lvl="1"/>
            <a:r>
              <a:rPr lang="en-US" altLang="ja-JP" dirty="0"/>
              <a:t>Second level</a:t>
            </a:r>
          </a:p>
          <a:p>
            <a:pPr lvl="2"/>
            <a:r>
              <a:rPr lang="en-US" altLang="ja-JP" dirty="0"/>
              <a:t>Third level</a:t>
            </a:r>
          </a:p>
          <a:p>
            <a:pPr lvl="3"/>
            <a:r>
              <a:rPr lang="en-US" altLang="ja-JP" dirty="0"/>
              <a:t>Fourth level</a:t>
            </a:r>
          </a:p>
          <a:p>
            <a:pPr lvl="4"/>
            <a:r>
              <a:rPr lang="en-US" altLang="ja-JP" dirty="0"/>
              <a:t>Fifth level</a:t>
            </a:r>
          </a:p>
        </p:txBody>
      </p:sp>
      <p:pic>
        <p:nvPicPr>
          <p:cNvPr id="5" name="Picture 4" descr="Intel_footer_121410.png"/>
          <p:cNvPicPr>
            <a:picLocks noChangeAspect="1"/>
          </p:cNvPicPr>
          <p:nvPr userDrawn="1"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772030"/>
            <a:ext cx="9144000" cy="371475"/>
          </a:xfrm>
          <a:prstGeom prst="rect">
            <a:avLst/>
          </a:prstGeom>
        </p:spPr>
      </p:pic>
      <p:sp>
        <p:nvSpPr>
          <p:cNvPr id="7" name="Text Box 5"/>
          <p:cNvSpPr txBox="1">
            <a:spLocks noChangeArrowheads="1"/>
          </p:cNvSpPr>
          <p:nvPr userDrawn="1"/>
        </p:nvSpPr>
        <p:spPr bwMode="auto">
          <a:xfrm>
            <a:off x="2138440" y="4850358"/>
            <a:ext cx="4880926" cy="196977"/>
          </a:xfrm>
          <a:prstGeom prst="rect">
            <a:avLst/>
          </a:prstGeom>
          <a:noFill/>
          <a:ln w="5080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>
            <a:spAutoFit/>
          </a:bodyPr>
          <a:lstStyle/>
          <a:p>
            <a:pPr algn="ctr" defTabSz="685800" eaLnBrk="0" fontAlgn="base" hangingPunct="0">
              <a:lnSpc>
                <a:spcPct val="80000"/>
              </a:lnSpc>
              <a:spcAft>
                <a:spcPct val="0"/>
              </a:spcAft>
            </a:pPr>
            <a:r>
              <a:rPr lang="en-US" sz="800" b="1" dirty="0">
                <a:solidFill>
                  <a:srgbClr val="FFFFFF"/>
                </a:solidFill>
                <a:latin typeface="Neo Sans Intel" pitchFamily="34" charset="0"/>
                <a:cs typeface="Arial" charset="0"/>
              </a:rPr>
              <a:t>Intel Confidential </a:t>
            </a:r>
            <a:r>
              <a:rPr lang="en-US" sz="800" dirty="0">
                <a:solidFill>
                  <a:srgbClr val="FFFFFF"/>
                </a:solidFill>
                <a:latin typeface="Neo Sans Intel" pitchFamily="34" charset="0"/>
                <a:cs typeface="Arial" charset="0"/>
              </a:rPr>
              <a:t>– Sept 2013 UX ROADMAP  (NDA USE ONLY)</a:t>
            </a:r>
          </a:p>
          <a:p>
            <a:pPr algn="ctr" defTabSz="685800" eaLnBrk="0" fontAlgn="base" hangingPunct="0">
              <a:lnSpc>
                <a:spcPct val="80000"/>
              </a:lnSpc>
              <a:spcAft>
                <a:spcPct val="0"/>
              </a:spcAft>
            </a:pPr>
            <a:r>
              <a:rPr lang="en-US" sz="800" dirty="0">
                <a:solidFill>
                  <a:srgbClr val="FFFFFF"/>
                </a:solidFill>
                <a:latin typeface="Neo Sans Intel" pitchFamily="34" charset="0"/>
                <a:cs typeface="Arial" charset="0"/>
              </a:rPr>
              <a:t>All dates and plans are subject to change without notice</a:t>
            </a:r>
            <a:endParaRPr lang="en-US" sz="800" dirty="0">
              <a:solidFill>
                <a:srgbClr val="FFFFFF"/>
              </a:solidFill>
              <a:latin typeface="Neo Sans Intel"/>
              <a:cs typeface="Neo Sans Intel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2" y="4947293"/>
            <a:ext cx="285656" cy="184666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fld id="{435EC5FB-0C8E-4818-A81D-78796ABB4840}" type="slidenum">
              <a:rPr lang="en-US" sz="600" smtClean="0">
                <a:solidFill>
                  <a:srgbClr val="FFFFFF"/>
                </a:solidFill>
                <a:latin typeface="Neo Sans Intel"/>
                <a:ea typeface="Verdana" pitchFamily="34" charset="0"/>
                <a:cs typeface="Neo Sans Intel"/>
              </a:rPr>
              <a:pPr defTabSz="6858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600" dirty="0">
              <a:solidFill>
                <a:srgbClr val="FFFFFF"/>
              </a:solidFill>
              <a:latin typeface="Neo Sans Intel"/>
              <a:ea typeface="Verdana" pitchFamily="34" charset="0"/>
              <a:cs typeface="Neo Sans Intel"/>
            </a:endParaRPr>
          </a:p>
        </p:txBody>
      </p:sp>
      <p:sp>
        <p:nvSpPr>
          <p:cNvPr id="2" name="TextBox 1"/>
          <p:cNvSpPr txBox="1"/>
          <p:nvPr userDrawn="1"/>
        </p:nvSpPr>
        <p:spPr>
          <a:xfrm>
            <a:off x="6572922" y="4772037"/>
            <a:ext cx="1903520" cy="307777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700" dirty="0">
                <a:solidFill>
                  <a:srgbClr val="FFFFFF"/>
                </a:solidFill>
                <a:cs typeface="Arial" charset="0"/>
              </a:rPr>
              <a:t>*Other names and brands may be claimed as property of others</a:t>
            </a:r>
          </a:p>
        </p:txBody>
      </p:sp>
      <p:sp>
        <p:nvSpPr>
          <p:cNvPr id="10" name="Rectangle 9"/>
          <p:cNvSpPr/>
          <p:nvPr userDrawn="1"/>
        </p:nvSpPr>
        <p:spPr>
          <a:xfrm rot="19263145">
            <a:off x="2265366" y="1626031"/>
            <a:ext cx="4284186" cy="1592744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33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>
                    <a:lumMod val="95000"/>
                  </a:srgbClr>
                </a:solidFill>
                <a:latin typeface="Arial" charset="0"/>
                <a:cs typeface="Arial" charset="0"/>
              </a:rPr>
              <a:t>INTEL UX ROADMAP</a:t>
            </a:r>
          </a:p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33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>
                    <a:lumMod val="95000"/>
                  </a:srgbClr>
                </a:solidFill>
                <a:latin typeface="Arial" charset="0"/>
                <a:cs typeface="Arial" charset="0"/>
              </a:rPr>
              <a:t>NDA USE ONLY</a:t>
            </a:r>
          </a:p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33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>
                    <a:lumMod val="95000"/>
                  </a:srgbClr>
                </a:solidFill>
                <a:latin typeface="Arial" charset="0"/>
                <a:cs typeface="Arial" charset="0"/>
              </a:rPr>
              <a:t>Sept 2013</a:t>
            </a:r>
          </a:p>
        </p:txBody>
      </p:sp>
    </p:spTree>
    <p:extLst>
      <p:ext uri="{BB962C8B-B14F-4D97-AF65-F5344CB8AC3E}">
        <p14:creationId xmlns:p14="http://schemas.microsoft.com/office/powerpoint/2010/main" val="3626997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1" r:id="rId1"/>
    <p:sldLayoutId id="2147484132" r:id="rId2"/>
    <p:sldLayoutId id="2147484133" r:id="rId3"/>
    <p:sldLayoutId id="2147484134" r:id="rId4"/>
    <p:sldLayoutId id="2147484135" r:id="rId5"/>
    <p:sldLayoutId id="2147484136" r:id="rId6"/>
    <p:sldLayoutId id="2147484137" r:id="rId7"/>
    <p:sldLayoutId id="2147484138" r:id="rId8"/>
    <p:sldLayoutId id="2147484139" r:id="rId9"/>
    <p:sldLayoutId id="2147484140" r:id="rId10"/>
    <p:sldLayoutId id="2147484141" r:id="rId11"/>
    <p:sldLayoutId id="2147484142" r:id="rId12"/>
    <p:sldLayoutId id="2147484143" r:id="rId13"/>
    <p:sldLayoutId id="2147484144" r:id="rId14"/>
    <p:sldLayoutId id="2147484145" r:id="rId15"/>
  </p:sldLayoutIdLst>
  <p:transition>
    <p:fade/>
  </p:transition>
  <p:hf hdr="0" ftr="0" dt="0"/>
  <p:txStyles>
    <p:titleStyle>
      <a:lvl1pPr algn="l" rtl="0" eaLnBrk="1" fontAlgn="base" hangingPunct="1">
        <a:lnSpc>
          <a:spcPts val="1950"/>
        </a:lnSpc>
        <a:spcBef>
          <a:spcPct val="0"/>
        </a:spcBef>
        <a:spcAft>
          <a:spcPct val="0"/>
        </a:spcAft>
        <a:defRPr sz="2300" b="0" i="0">
          <a:solidFill>
            <a:schemeClr val="accent1"/>
          </a:solidFill>
          <a:latin typeface="Neo Sans Intel"/>
          <a:ea typeface="+mj-ea"/>
          <a:cs typeface="Neo Sans Intel"/>
        </a:defRPr>
      </a:lvl1pPr>
      <a:lvl2pPr algn="l" rtl="0" eaLnBrk="1" fontAlgn="base" hangingPunct="1">
        <a:lnSpc>
          <a:spcPts val="1950"/>
        </a:lnSpc>
        <a:spcBef>
          <a:spcPct val="0"/>
        </a:spcBef>
        <a:spcAft>
          <a:spcPct val="0"/>
        </a:spcAft>
        <a:defRPr sz="1800">
          <a:solidFill>
            <a:schemeClr val="hlink"/>
          </a:solidFill>
          <a:latin typeface="Neo Sans Intel Medium" pitchFamily="34" charset="0"/>
          <a:cs typeface="Arial" pitchFamily="34" charset="0"/>
        </a:defRPr>
      </a:lvl2pPr>
      <a:lvl3pPr algn="l" rtl="0" eaLnBrk="1" fontAlgn="base" hangingPunct="1">
        <a:lnSpc>
          <a:spcPts val="1950"/>
        </a:lnSpc>
        <a:spcBef>
          <a:spcPct val="0"/>
        </a:spcBef>
        <a:spcAft>
          <a:spcPct val="0"/>
        </a:spcAft>
        <a:defRPr sz="1800">
          <a:solidFill>
            <a:schemeClr val="hlink"/>
          </a:solidFill>
          <a:latin typeface="Neo Sans Intel Medium" pitchFamily="34" charset="0"/>
          <a:cs typeface="Arial" pitchFamily="34" charset="0"/>
        </a:defRPr>
      </a:lvl3pPr>
      <a:lvl4pPr algn="l" rtl="0" eaLnBrk="1" fontAlgn="base" hangingPunct="1">
        <a:lnSpc>
          <a:spcPts val="1950"/>
        </a:lnSpc>
        <a:spcBef>
          <a:spcPct val="0"/>
        </a:spcBef>
        <a:spcAft>
          <a:spcPct val="0"/>
        </a:spcAft>
        <a:defRPr sz="1800">
          <a:solidFill>
            <a:schemeClr val="hlink"/>
          </a:solidFill>
          <a:latin typeface="Neo Sans Intel Medium" pitchFamily="34" charset="0"/>
          <a:cs typeface="Arial" pitchFamily="34" charset="0"/>
        </a:defRPr>
      </a:lvl4pPr>
      <a:lvl5pPr algn="l" rtl="0" eaLnBrk="1" fontAlgn="base" hangingPunct="1">
        <a:lnSpc>
          <a:spcPts val="1950"/>
        </a:lnSpc>
        <a:spcBef>
          <a:spcPct val="0"/>
        </a:spcBef>
        <a:spcAft>
          <a:spcPct val="0"/>
        </a:spcAft>
        <a:defRPr sz="1800">
          <a:solidFill>
            <a:schemeClr val="hlink"/>
          </a:solidFill>
          <a:latin typeface="Neo Sans Intel Medium" pitchFamily="34" charset="0"/>
          <a:cs typeface="Arial" pitchFamily="34" charset="0"/>
        </a:defRPr>
      </a:lvl5pPr>
      <a:lvl6pPr marL="342900" algn="l" rtl="0" eaLnBrk="1" fontAlgn="base" hangingPunct="1">
        <a:lnSpc>
          <a:spcPts val="1950"/>
        </a:lnSpc>
        <a:spcBef>
          <a:spcPct val="0"/>
        </a:spcBef>
        <a:spcAft>
          <a:spcPct val="0"/>
        </a:spcAft>
        <a:defRPr sz="1800">
          <a:solidFill>
            <a:schemeClr val="hlink"/>
          </a:solidFill>
          <a:latin typeface="Neo Sans Intel Medium" pitchFamily="34" charset="0"/>
          <a:cs typeface="Arial" pitchFamily="34" charset="0"/>
        </a:defRPr>
      </a:lvl6pPr>
      <a:lvl7pPr marL="685800" algn="l" rtl="0" eaLnBrk="1" fontAlgn="base" hangingPunct="1">
        <a:lnSpc>
          <a:spcPts val="1950"/>
        </a:lnSpc>
        <a:spcBef>
          <a:spcPct val="0"/>
        </a:spcBef>
        <a:spcAft>
          <a:spcPct val="0"/>
        </a:spcAft>
        <a:defRPr sz="1800">
          <a:solidFill>
            <a:schemeClr val="hlink"/>
          </a:solidFill>
          <a:latin typeface="Neo Sans Intel Medium" pitchFamily="34" charset="0"/>
          <a:cs typeface="Arial" pitchFamily="34" charset="0"/>
        </a:defRPr>
      </a:lvl7pPr>
      <a:lvl8pPr marL="1028700" algn="l" rtl="0" eaLnBrk="1" fontAlgn="base" hangingPunct="1">
        <a:lnSpc>
          <a:spcPts val="1950"/>
        </a:lnSpc>
        <a:spcBef>
          <a:spcPct val="0"/>
        </a:spcBef>
        <a:spcAft>
          <a:spcPct val="0"/>
        </a:spcAft>
        <a:defRPr sz="1800">
          <a:solidFill>
            <a:schemeClr val="hlink"/>
          </a:solidFill>
          <a:latin typeface="Neo Sans Intel Medium" pitchFamily="34" charset="0"/>
          <a:cs typeface="Arial" pitchFamily="34" charset="0"/>
        </a:defRPr>
      </a:lvl8pPr>
      <a:lvl9pPr marL="1371600" algn="l" rtl="0" eaLnBrk="1" fontAlgn="base" hangingPunct="1">
        <a:lnSpc>
          <a:spcPts val="1950"/>
        </a:lnSpc>
        <a:spcBef>
          <a:spcPct val="0"/>
        </a:spcBef>
        <a:spcAft>
          <a:spcPct val="0"/>
        </a:spcAft>
        <a:defRPr sz="1800">
          <a:solidFill>
            <a:schemeClr val="hlink"/>
          </a:solidFill>
          <a:latin typeface="Neo Sans Intel Medium" pitchFamily="34" charset="0"/>
          <a:cs typeface="Arial" pitchFamily="34" charset="0"/>
        </a:defRPr>
      </a:lvl9pPr>
    </p:titleStyle>
    <p:bodyStyle>
      <a:lvl1pPr marL="0" indent="0" algn="l" rtl="0" eaLnBrk="1" fontAlgn="base" hangingPunct="1">
        <a:spcBef>
          <a:spcPct val="75000"/>
        </a:spcBef>
        <a:spcAft>
          <a:spcPct val="0"/>
        </a:spcAft>
        <a:defRPr sz="1800" b="0" i="0">
          <a:solidFill>
            <a:schemeClr val="tx1"/>
          </a:solidFill>
          <a:latin typeface="Neo Sans Intel"/>
          <a:ea typeface="+mn-ea"/>
          <a:cs typeface="Neo Sans Intel"/>
        </a:defRPr>
      </a:lvl1pPr>
      <a:lvl2pPr marL="139304" indent="-138113" algn="l" rtl="0" eaLnBrk="1" fontAlgn="base" hangingPunct="1">
        <a:spcBef>
          <a:spcPct val="40000"/>
        </a:spcBef>
        <a:spcAft>
          <a:spcPct val="0"/>
        </a:spcAft>
        <a:buClr>
          <a:schemeClr val="tx1"/>
        </a:buClr>
        <a:buFont typeface="Times" pitchFamily="18" charset="0"/>
        <a:buChar char="•"/>
        <a:defRPr sz="1600" b="0" i="0">
          <a:solidFill>
            <a:schemeClr val="tx1"/>
          </a:solidFill>
          <a:latin typeface="Neo Sans Intel"/>
          <a:cs typeface="Neo Sans Intel"/>
        </a:defRPr>
      </a:lvl2pPr>
      <a:lvl3pPr marL="310754" indent="-17026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Neo Sans Intel" pitchFamily="34" charset="0"/>
        <a:buChar char="–"/>
        <a:defRPr sz="1500" b="0" i="0">
          <a:solidFill>
            <a:schemeClr val="tx1"/>
          </a:solidFill>
          <a:latin typeface="Neo Sans Intel"/>
          <a:cs typeface="Neo Sans Intel"/>
        </a:defRPr>
      </a:lvl3pPr>
      <a:lvl4pPr marL="426244" indent="-1143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Neo Sans Intel" pitchFamily="34" charset="0"/>
        <a:buChar char="–"/>
        <a:defRPr sz="1400" b="0" i="0">
          <a:solidFill>
            <a:schemeClr val="tx1"/>
          </a:solidFill>
          <a:latin typeface="Neo Sans Intel"/>
          <a:cs typeface="Neo Sans Intel"/>
        </a:defRPr>
      </a:lvl4pPr>
      <a:lvl5pPr marL="571500" indent="-144066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400" b="0" i="0">
          <a:solidFill>
            <a:schemeClr val="tx1"/>
          </a:solidFill>
          <a:latin typeface="Neo Sans Intel"/>
          <a:cs typeface="Neo Sans Intel"/>
        </a:defRPr>
      </a:lvl5pPr>
      <a:lvl6pPr marL="914400" indent="-144066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200">
          <a:solidFill>
            <a:schemeClr val="tx1"/>
          </a:solidFill>
          <a:latin typeface="+mn-lt"/>
          <a:cs typeface="+mn-cs"/>
        </a:defRPr>
      </a:lvl6pPr>
      <a:lvl7pPr marL="1257300" indent="-144066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200">
          <a:solidFill>
            <a:schemeClr val="tx1"/>
          </a:solidFill>
          <a:latin typeface="+mn-lt"/>
          <a:cs typeface="+mn-cs"/>
        </a:defRPr>
      </a:lvl7pPr>
      <a:lvl8pPr marL="1600200" indent="-144066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200">
          <a:solidFill>
            <a:schemeClr val="tx1"/>
          </a:solidFill>
          <a:latin typeface="+mn-lt"/>
          <a:cs typeface="+mn-cs"/>
        </a:defRPr>
      </a:lvl8pPr>
      <a:lvl9pPr marL="1943100" indent="-144066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2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lkml.org/lkml/2016/11/1/383" TargetMode="External"/><Relationship Id="rId2" Type="http://schemas.openxmlformats.org/officeDocument/2006/relationships/hyperlink" Target="https://lkml.org/lkml/2016/11/1" TargetMode="Externa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microsoft.com/office/2007/relationships/hdphoto" Target="../media/hdphoto1.wdp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978" y="1410313"/>
            <a:ext cx="8249272" cy="2248944"/>
          </a:xfrm>
        </p:spPr>
        <p:txBody>
          <a:bodyPr>
            <a:normAutofit/>
          </a:bodyPr>
          <a:lstStyle/>
          <a:p>
            <a:pPr algn="l"/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FPGA Support in the </a:t>
            </a:r>
            <a:b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upstream kernel</a:t>
            </a:r>
            <a:b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Alan Tull</a:t>
            </a:r>
            <a:br>
              <a:rPr lang="en-US" sz="1800" b="1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338045" y="1524793"/>
            <a:ext cx="2792404" cy="2248944"/>
          </a:xfrm>
          <a:prstGeom prst="roundRect">
            <a:avLst>
              <a:gd name="adj" fmla="val 10000"/>
            </a:avLst>
          </a:prstGeom>
          <a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7000" r="-7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alpha val="90000"/>
              <a:hueOff val="36080"/>
              <a:satOff val="-1615"/>
              <a:lumOff val="5882"/>
              <a:alphaOff val="-2000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4" name="Rectangle 3"/>
          <p:cNvSpPr/>
          <p:nvPr/>
        </p:nvSpPr>
        <p:spPr>
          <a:xfrm>
            <a:off x="227978" y="3589071"/>
            <a:ext cx="21323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Intel Clear" panose="020B0604020203020204" pitchFamily="34" charset="0"/>
              </a:rPr>
              <a:t>November 2, 2016</a:t>
            </a:r>
          </a:p>
        </p:txBody>
      </p:sp>
    </p:spTree>
    <p:extLst>
      <p:ext uri="{BB962C8B-B14F-4D97-AF65-F5344CB8AC3E}">
        <p14:creationId xmlns:p14="http://schemas.microsoft.com/office/powerpoint/2010/main" val="3026423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Shape 269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l"/>
            <a:r>
              <a:rPr dirty="0"/>
              <a:t>Overview</a:t>
            </a:r>
          </a:p>
        </p:txBody>
      </p:sp>
      <p:sp>
        <p:nvSpPr>
          <p:cNvPr id="270" name="Shape 270"/>
          <p:cNvSpPr>
            <a:spLocks noGrp="1"/>
          </p:cNvSpPr>
          <p:nvPr>
            <p:ph type="body" idx="1"/>
          </p:nvPr>
        </p:nvSpPr>
        <p:spPr>
          <a:xfrm>
            <a:off x="455646" y="609600"/>
            <a:ext cx="8167047" cy="4274288"/>
          </a:xfrm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pPr marL="285750" indent="-285750">
              <a:buSzPct val="100000"/>
              <a:buFont typeface="Arial"/>
              <a:buChar char="•"/>
            </a:pPr>
            <a:r>
              <a:rPr lang="en-US" sz="2400" dirty="0"/>
              <a:t>Added in v4.4</a:t>
            </a:r>
          </a:p>
          <a:p>
            <a:pPr marL="511175" lvl="1" indent="-285750">
              <a:buSzPct val="100000"/>
              <a:buFont typeface="Arial"/>
              <a:buChar char="•"/>
            </a:pPr>
            <a:r>
              <a:rPr lang="en-US" sz="2200" dirty="0"/>
              <a:t>FPGA Manager framework</a:t>
            </a:r>
          </a:p>
          <a:p>
            <a:pPr marL="511175" lvl="1" indent="-285750">
              <a:buSzPct val="100000"/>
              <a:buFont typeface="Arial"/>
              <a:buChar char="•"/>
            </a:pPr>
            <a:r>
              <a:rPr lang="en-US" sz="2200" dirty="0"/>
              <a:t>Low level drivers for </a:t>
            </a:r>
            <a:r>
              <a:rPr lang="en-US" sz="2200" dirty="0" err="1"/>
              <a:t>CycloneV</a:t>
            </a:r>
            <a:r>
              <a:rPr lang="en-US" sz="2200" dirty="0"/>
              <a:t> and </a:t>
            </a:r>
            <a:r>
              <a:rPr lang="en-US" sz="2200" dirty="0" err="1"/>
              <a:t>Zynq</a:t>
            </a:r>
            <a:r>
              <a:rPr lang="en-US" sz="2200" dirty="0"/>
              <a:t> (thanks Moritz!)</a:t>
            </a:r>
            <a:endParaRPr sz="2200" dirty="0"/>
          </a:p>
          <a:p>
            <a:pPr marL="285750" indent="-285750">
              <a:buSzPct val="100000"/>
              <a:buFont typeface="Arial"/>
              <a:buChar char="•"/>
            </a:pPr>
            <a:r>
              <a:rPr lang="en-US" sz="2400" dirty="0"/>
              <a:t>On the mailing list</a:t>
            </a:r>
          </a:p>
          <a:p>
            <a:pPr marL="511175" lvl="1" indent="-285750">
              <a:buSzPct val="100000"/>
              <a:buFont typeface="Arial"/>
              <a:buChar char="•"/>
            </a:pPr>
            <a:r>
              <a:rPr lang="en-US" sz="2200" dirty="0"/>
              <a:t>Device Tree Overlay and bridges support</a:t>
            </a:r>
          </a:p>
          <a:p>
            <a:pPr marL="511175" lvl="1" indent="-285750">
              <a:buSzPct val="100000"/>
              <a:buFont typeface="Arial"/>
              <a:buChar char="•"/>
            </a:pPr>
            <a:r>
              <a:rPr lang="en-US" sz="2200" dirty="0"/>
              <a:t>FPGA Manager changes</a:t>
            </a:r>
          </a:p>
          <a:p>
            <a:pPr marL="511175" lvl="1" indent="-285750">
              <a:buSzPct val="100000"/>
              <a:buFont typeface="Arial"/>
              <a:buChar char="•"/>
            </a:pPr>
            <a:r>
              <a:rPr lang="en-US" sz="2200" dirty="0"/>
              <a:t>Support for more FPGAs</a:t>
            </a:r>
          </a:p>
          <a:p>
            <a:pPr marL="857250" lvl="2" indent="-285750">
              <a:buSzPct val="100000"/>
              <a:buFont typeface="Arial"/>
              <a:buChar char="•"/>
            </a:pPr>
            <a:r>
              <a:rPr lang="en-US" sz="2200" dirty="0"/>
              <a:t>Arria10 partial </a:t>
            </a:r>
            <a:r>
              <a:rPr lang="en-US" sz="2200" dirty="0" err="1"/>
              <a:t>reconfig</a:t>
            </a:r>
            <a:r>
              <a:rPr lang="en-US" sz="2200" dirty="0"/>
              <a:t> support</a:t>
            </a:r>
          </a:p>
          <a:p>
            <a:pPr marL="857250" lvl="2" indent="-285750">
              <a:buSzPct val="100000"/>
              <a:buFont typeface="Arial"/>
              <a:buChar char="•"/>
            </a:pPr>
            <a:r>
              <a:rPr lang="en-US" sz="2200" dirty="0"/>
              <a:t>Lattice iCE40 Family SPI (Joel </a:t>
            </a:r>
            <a:r>
              <a:rPr lang="en-US" sz="2200" dirty="0" err="1"/>
              <a:t>Holdsworth</a:t>
            </a:r>
            <a:r>
              <a:rPr lang="en-US" sz="2200" dirty="0"/>
              <a:t>)</a:t>
            </a:r>
          </a:p>
          <a:p>
            <a:pPr marL="857250" lvl="2" indent="-285750">
              <a:buSzPct val="100000"/>
              <a:buFont typeface="Arial"/>
              <a:buChar char="•"/>
            </a:pPr>
            <a:r>
              <a:rPr lang="en-US" sz="2200" dirty="0"/>
              <a:t>Cyclone V SPI (Joshua Clayton)</a:t>
            </a:r>
          </a:p>
          <a:p>
            <a:pPr marL="285750" indent="-285750">
              <a:buSzPct val="100000"/>
              <a:buFont typeface="Arial"/>
              <a:buChar char="•"/>
            </a:pPr>
            <a:r>
              <a:rPr lang="en-US" sz="2400" dirty="0"/>
              <a:t>In development, not yet posted</a:t>
            </a:r>
          </a:p>
          <a:p>
            <a:pPr marL="511175" lvl="1" indent="-285750">
              <a:buSzPct val="100000"/>
              <a:buFont typeface="Arial"/>
              <a:buChar char="•"/>
            </a:pPr>
            <a:r>
              <a:rPr lang="en-US" sz="2200" dirty="0"/>
              <a:t>Altera support for </a:t>
            </a:r>
            <a:r>
              <a:rPr lang="en-US" sz="2200" dirty="0" err="1"/>
              <a:t>PCIe</a:t>
            </a:r>
            <a:r>
              <a:rPr lang="en-US" sz="2200" dirty="0"/>
              <a:t> FPGAs (Matthew </a:t>
            </a:r>
            <a:r>
              <a:rPr lang="en-US" sz="2200" dirty="0" err="1"/>
              <a:t>Gerlach</a:t>
            </a:r>
            <a:r>
              <a:rPr lang="en-US" sz="2200" dirty="0"/>
              <a:t>)</a:t>
            </a:r>
          </a:p>
          <a:p>
            <a:pPr marL="857250" lvl="2" indent="-285750">
              <a:buSzPct val="100000"/>
              <a:buFont typeface="Arial"/>
              <a:buChar char="•"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147808378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3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FPGA Manager Framework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455646" y="787400"/>
            <a:ext cx="8167047" cy="3882669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Manufacturer-agnostic in-kernel API for programming FPGAs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Only handles programming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intention is that higher level layers/interfaces can be implemented that may be used with any FPGA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Low level drivers to handle FPGA particulars are registered with the framework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API has 6 functions: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/>
              <a:t>Register/unregister low level driver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/>
              <a:t>Get/put a FPGA manager from device node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/>
              <a:t>Program FPGA from a buffer or from a firmware file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/>
              <a:t>Plus one on mailing list now: Get FPGA manager from device</a:t>
            </a:r>
          </a:p>
        </p:txBody>
      </p:sp>
    </p:spTree>
    <p:extLst>
      <p:ext uri="{BB962C8B-B14F-4D97-AF65-F5344CB8AC3E}">
        <p14:creationId xmlns:p14="http://schemas.microsoft.com/office/powerpoint/2010/main" val="384707030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4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FPGA Regions and FPGA Bridges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455646" y="772634"/>
            <a:ext cx="8167047" cy="3897436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Adds Device Tree Overlay support for programming FPGAs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DT Overlay notifications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Hierarchy of FPGAs, FPGA Regions, and Bridges in the Device Tree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/>
              <a:t>A base image in FPGA can create FPGA Regions (like slots) for Partial Reconfiguration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/>
              <a:t>FPGA Bridges can be hard hardware or soft hardware in the FPGA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/>
              <a:t>Bridges are disabled and frozen during programming to protect CPU busses and FPGA logic from junk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PR region has have a bridge to control busses independently.  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/>
              <a:t>While one region is being programmed, other regions continue to be active and their drivers don’t have to be unloaded.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use </a:t>
            </a:r>
            <a:r>
              <a:rPr lang="en-US" dirty="0" err="1"/>
              <a:t>Pantelis</a:t>
            </a:r>
            <a:r>
              <a:rPr lang="en-US" dirty="0"/>
              <a:t> Antoniou’s DTO </a:t>
            </a:r>
            <a:r>
              <a:rPr lang="en-US" dirty="0" err="1"/>
              <a:t>ConfigFS</a:t>
            </a:r>
            <a:r>
              <a:rPr lang="en-US" dirty="0"/>
              <a:t> interface for applying DTO’s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127429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5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FPGA Regions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455646" y="630866"/>
            <a:ext cx="8167047" cy="4039204"/>
          </a:xfrm>
        </p:spPr>
        <p:txBody>
          <a:bodyPr/>
          <a:lstStyle/>
          <a:p>
            <a:r>
              <a:rPr lang="en-US" dirty="0"/>
              <a:t>Each region gets its own split of the busses, gated by a bridge.</a:t>
            </a:r>
          </a:p>
        </p:txBody>
      </p:sp>
      <p:sp>
        <p:nvSpPr>
          <p:cNvPr id="24" name="Rectangle 23"/>
          <p:cNvSpPr/>
          <p:nvPr/>
        </p:nvSpPr>
        <p:spPr bwMode="auto">
          <a:xfrm>
            <a:off x="1487120" y="1425883"/>
            <a:ext cx="6756400" cy="3244186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rgbClr val="006CB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" name="Rectangle 24"/>
          <p:cNvSpPr/>
          <p:nvPr/>
        </p:nvSpPr>
        <p:spPr bwMode="auto">
          <a:xfrm>
            <a:off x="4276175" y="1606879"/>
            <a:ext cx="3713345" cy="2908414"/>
          </a:xfrm>
          <a:prstGeom prst="rect">
            <a:avLst/>
          </a:prstGeom>
          <a:solidFill>
            <a:srgbClr val="00B050"/>
          </a:solidFill>
          <a:ln w="28575" cap="flat" cmpd="sng" algn="ctr">
            <a:solidFill>
              <a:srgbClr val="006CB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FPGA</a:t>
            </a:r>
          </a:p>
        </p:txBody>
      </p:sp>
      <p:sp>
        <p:nvSpPr>
          <p:cNvPr id="26" name="Rectangle 25"/>
          <p:cNvSpPr/>
          <p:nvPr/>
        </p:nvSpPr>
        <p:spPr bwMode="auto">
          <a:xfrm>
            <a:off x="4279544" y="1967942"/>
            <a:ext cx="3500866" cy="481634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rgbClr val="006CB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Programming Interface</a:t>
            </a:r>
          </a:p>
        </p:txBody>
      </p:sp>
      <p:sp>
        <p:nvSpPr>
          <p:cNvPr id="27" name="Right Arrow 26"/>
          <p:cNvSpPr/>
          <p:nvPr/>
        </p:nvSpPr>
        <p:spPr bwMode="auto">
          <a:xfrm>
            <a:off x="3694928" y="2103400"/>
            <a:ext cx="592841" cy="21888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8" name="Left-Right Arrow 27"/>
          <p:cNvSpPr/>
          <p:nvPr/>
        </p:nvSpPr>
        <p:spPr bwMode="auto">
          <a:xfrm>
            <a:off x="3678652" y="3295393"/>
            <a:ext cx="592841" cy="165100"/>
          </a:xfrm>
          <a:prstGeom prst="left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9" name="Rectangle 28"/>
          <p:cNvSpPr/>
          <p:nvPr/>
        </p:nvSpPr>
        <p:spPr bwMode="auto">
          <a:xfrm>
            <a:off x="1670389" y="1606879"/>
            <a:ext cx="2008263" cy="2908414"/>
          </a:xfrm>
          <a:prstGeom prst="rect">
            <a:avLst/>
          </a:prstGeom>
          <a:solidFill>
            <a:srgbClr val="00B0F0"/>
          </a:solidFill>
          <a:ln w="28575" cap="flat" cmpd="sng" algn="ctr">
            <a:solidFill>
              <a:srgbClr val="006CB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Processor</a:t>
            </a:r>
          </a:p>
        </p:txBody>
      </p:sp>
      <p:sp>
        <p:nvSpPr>
          <p:cNvPr id="30" name="Rectangle 29"/>
          <p:cNvSpPr/>
          <p:nvPr/>
        </p:nvSpPr>
        <p:spPr bwMode="auto">
          <a:xfrm>
            <a:off x="2131790" y="1976105"/>
            <a:ext cx="1535812" cy="473471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rgbClr val="006CB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FPGA Manager</a:t>
            </a:r>
            <a:r>
              <a:rPr kumimoji="0" lang="en-US" sz="10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HW</a:t>
            </a:r>
            <a:endParaRPr kumimoji="0" 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1" name="Rectangle 30"/>
          <p:cNvSpPr/>
          <p:nvPr/>
        </p:nvSpPr>
        <p:spPr bwMode="auto">
          <a:xfrm>
            <a:off x="2142840" y="3112921"/>
            <a:ext cx="1535812" cy="473471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rgbClr val="006CB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Bridges</a:t>
            </a:r>
          </a:p>
        </p:txBody>
      </p:sp>
      <p:sp>
        <p:nvSpPr>
          <p:cNvPr id="32" name="Rectangle 31"/>
          <p:cNvSpPr/>
          <p:nvPr/>
        </p:nvSpPr>
        <p:spPr bwMode="auto">
          <a:xfrm>
            <a:off x="4276175" y="2449576"/>
            <a:ext cx="3504235" cy="1952303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rgbClr val="006CB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FPGA Fabric</a:t>
            </a:r>
          </a:p>
        </p:txBody>
      </p:sp>
      <p:sp>
        <p:nvSpPr>
          <p:cNvPr id="33" name="Rectangle 32"/>
          <p:cNvSpPr/>
          <p:nvPr/>
        </p:nvSpPr>
        <p:spPr bwMode="auto">
          <a:xfrm>
            <a:off x="5955505" y="2559440"/>
            <a:ext cx="1614711" cy="794716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rgbClr val="006CB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4" name="Rectangle 33"/>
          <p:cNvSpPr/>
          <p:nvPr/>
        </p:nvSpPr>
        <p:spPr bwMode="auto">
          <a:xfrm>
            <a:off x="5486191" y="2559440"/>
            <a:ext cx="469311" cy="794716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rgbClr val="006CB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vert270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Bridge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55505" y="2833687"/>
            <a:ext cx="1614711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dirty="0"/>
              <a:t>PR Region</a:t>
            </a:r>
          </a:p>
        </p:txBody>
      </p:sp>
      <p:sp>
        <p:nvSpPr>
          <p:cNvPr id="36" name="Rectangle 35"/>
          <p:cNvSpPr/>
          <p:nvPr/>
        </p:nvSpPr>
        <p:spPr bwMode="auto">
          <a:xfrm>
            <a:off x="5486189" y="3460493"/>
            <a:ext cx="469311" cy="794716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rgbClr val="006CB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vert270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Bridge</a:t>
            </a:r>
          </a:p>
        </p:txBody>
      </p:sp>
      <p:sp>
        <p:nvSpPr>
          <p:cNvPr id="38" name="Rectangle 37"/>
          <p:cNvSpPr/>
          <p:nvPr/>
        </p:nvSpPr>
        <p:spPr bwMode="auto">
          <a:xfrm>
            <a:off x="5955503" y="3460493"/>
            <a:ext cx="1614711" cy="794716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rgbClr val="006CB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955503" y="3734740"/>
            <a:ext cx="1614711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dirty="0"/>
              <a:t>PR Region</a:t>
            </a:r>
          </a:p>
        </p:txBody>
      </p:sp>
      <p:sp>
        <p:nvSpPr>
          <p:cNvPr id="48" name="Bent-Up Arrow 47"/>
          <p:cNvSpPr/>
          <p:nvPr/>
        </p:nvSpPr>
        <p:spPr>
          <a:xfrm rot="5400000">
            <a:off x="5041580" y="3523282"/>
            <a:ext cx="566356" cy="318180"/>
          </a:xfrm>
          <a:prstGeom prst="bentUpArrow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Bent-Up Arrow 48"/>
          <p:cNvSpPr/>
          <p:nvPr/>
        </p:nvSpPr>
        <p:spPr>
          <a:xfrm rot="5400000" flipH="1">
            <a:off x="4990631" y="3093433"/>
            <a:ext cx="668253" cy="318179"/>
          </a:xfrm>
          <a:prstGeom prst="bentUpArrow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Bent-Up Arrow 50"/>
          <p:cNvSpPr/>
          <p:nvPr/>
        </p:nvSpPr>
        <p:spPr>
          <a:xfrm rot="16200000">
            <a:off x="4599426" y="2973822"/>
            <a:ext cx="334022" cy="957333"/>
          </a:xfrm>
          <a:prstGeom prst="bentUpArrow">
            <a:avLst>
              <a:gd name="adj1" fmla="val 25000"/>
              <a:gd name="adj2" fmla="val 25000"/>
              <a:gd name="adj3" fmla="val 30574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258217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FPGA programming by applying a Device Tree Overlay (DTO)	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455646" y="685815"/>
            <a:ext cx="3754847" cy="3971245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DTO contains: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/>
              <a:t>Target FPGA Region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/>
              <a:t>Bridges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/>
              <a:t>FPGA Image firmware file name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/>
              <a:t>Image specific information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/>
              <a:t>Child devices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DTO is applied:</a:t>
            </a:r>
          </a:p>
          <a:p>
            <a:pPr marL="568325" lvl="1" indent="-342900">
              <a:buFont typeface="+mj-lt"/>
              <a:buAutoNum type="arabicPeriod"/>
            </a:pPr>
            <a:r>
              <a:rPr lang="en-US" dirty="0"/>
              <a:t>Bridges are disabled</a:t>
            </a:r>
          </a:p>
          <a:p>
            <a:pPr marL="568325" lvl="1" indent="-342900">
              <a:buFont typeface="+mj-lt"/>
              <a:buAutoNum type="arabicPeriod"/>
            </a:pPr>
            <a:r>
              <a:rPr lang="en-US" dirty="0"/>
              <a:t>FPGA is programmed</a:t>
            </a:r>
          </a:p>
          <a:p>
            <a:pPr marL="568325" lvl="1" indent="-342900">
              <a:buFont typeface="+mj-lt"/>
              <a:buAutoNum type="arabicPeriod"/>
            </a:pPr>
            <a:r>
              <a:rPr lang="en-US" dirty="0"/>
              <a:t>Bridges </a:t>
            </a:r>
            <a:r>
              <a:rPr lang="en-US" dirty="0" err="1"/>
              <a:t>reenabled</a:t>
            </a:r>
            <a:endParaRPr lang="en-US" dirty="0"/>
          </a:p>
          <a:p>
            <a:pPr marL="568325" lvl="1" indent="-342900">
              <a:buFont typeface="+mj-lt"/>
              <a:buAutoNum type="arabicPeriod"/>
            </a:pPr>
            <a:r>
              <a:rPr lang="en-US" dirty="0"/>
              <a:t>Child devices probed</a:t>
            </a:r>
          </a:p>
          <a:p>
            <a:pPr lvl="1" indent="0">
              <a:buNone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Text Placeholder 3"/>
          <p:cNvSpPr txBox="1">
            <a:spLocks/>
          </p:cNvSpPr>
          <p:nvPr/>
        </p:nvSpPr>
        <p:spPr>
          <a:xfrm>
            <a:off x="4507421" y="685815"/>
            <a:ext cx="3754847" cy="397124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457200" rtl="0" eaLnBrk="1" latinLnBrk="0" hangingPunct="1">
              <a:spcBef>
                <a:spcPts val="1200"/>
              </a:spcBef>
              <a:spcAft>
                <a:spcPts val="0"/>
              </a:spcAft>
              <a:buFont typeface="Arial"/>
              <a:buNone/>
              <a:defRPr sz="1800" b="0" kern="1200">
                <a:solidFill>
                  <a:srgbClr val="0071C5"/>
                </a:solidFill>
                <a:latin typeface="Neo Sans Intel"/>
                <a:ea typeface="+mn-ea"/>
                <a:cs typeface="Neo Sans Intel"/>
              </a:defRPr>
            </a:lvl1pPr>
            <a:lvl2pPr marL="225425" indent="-225425" algn="l" defTabSz="457200" rtl="0" eaLnBrk="1" latinLnBrk="0" hangingPunct="1">
              <a:spcBef>
                <a:spcPts val="800"/>
              </a:spcBef>
              <a:buFont typeface="Wingdings" charset="2"/>
              <a:buChar char="§"/>
              <a:defRPr sz="1600" kern="1200" baseline="0">
                <a:solidFill>
                  <a:schemeClr val="tx2"/>
                </a:solidFill>
                <a:latin typeface="Neo Sans Intel"/>
                <a:ea typeface="+mn-ea"/>
                <a:cs typeface="Neo Sans Intel Medium"/>
              </a:defRPr>
            </a:lvl2pPr>
            <a:lvl3pPr marL="571500" indent="-228600" algn="l" defTabSz="457200" rtl="0" eaLnBrk="1" latinLnBrk="0" hangingPunct="1">
              <a:spcBef>
                <a:spcPts val="400"/>
              </a:spcBef>
              <a:buFont typeface="Wingdings" charset="2"/>
              <a:buChar char="§"/>
              <a:defRPr sz="1600" kern="1200">
                <a:solidFill>
                  <a:schemeClr val="tx2"/>
                </a:solidFill>
                <a:latin typeface="Neo Sans Intel"/>
                <a:ea typeface="+mn-ea"/>
                <a:cs typeface="Neo Sans Intel"/>
              </a:defRPr>
            </a:lvl3pPr>
            <a:lvl4pPr marL="969963" indent="-228600" algn="l" defTabSz="457200" rtl="0" eaLnBrk="1" latinLnBrk="0" hangingPunct="1">
              <a:spcBef>
                <a:spcPts val="200"/>
              </a:spcBef>
              <a:buFont typeface="Arial"/>
              <a:buChar char="–"/>
              <a:defRPr sz="1600" kern="1200">
                <a:solidFill>
                  <a:schemeClr val="tx2"/>
                </a:solidFill>
                <a:latin typeface="Neo Sans Intel"/>
                <a:ea typeface="+mn-ea"/>
                <a:cs typeface="Neo Sans Intel"/>
              </a:defRPr>
            </a:lvl4pPr>
            <a:lvl5pPr marL="1319213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tx2"/>
                </a:solidFill>
                <a:latin typeface="Neo Sans Intel"/>
                <a:ea typeface="+mn-ea"/>
                <a:cs typeface="Neo Sans Inte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DTO is removed</a:t>
            </a:r>
          </a:p>
          <a:p>
            <a:pPr marL="568325" lvl="1" indent="-342900">
              <a:buFont typeface="+mj-lt"/>
              <a:buAutoNum type="arabicPeriod"/>
            </a:pPr>
            <a:r>
              <a:rPr lang="en-US" dirty="0"/>
              <a:t>Child devices removed</a:t>
            </a:r>
          </a:p>
          <a:p>
            <a:pPr marL="568325" lvl="1" indent="-342900">
              <a:buFont typeface="+mj-lt"/>
              <a:buAutoNum type="arabicPeriod"/>
            </a:pPr>
            <a:r>
              <a:rPr lang="en-US" dirty="0"/>
              <a:t>Bridges disabled</a:t>
            </a:r>
          </a:p>
          <a:p>
            <a:pPr lvl="1" indent="0">
              <a:buFont typeface="Wingdings" charset="2"/>
              <a:buNone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473973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7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A few words about interfaces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FPGA Manager framework has no </a:t>
            </a:r>
            <a:r>
              <a:rPr lang="en-US" dirty="0" err="1"/>
              <a:t>userspace</a:t>
            </a:r>
            <a:r>
              <a:rPr lang="en-US" dirty="0"/>
              <a:t> interface by design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/>
              <a:t>I have patches for a simple </a:t>
            </a:r>
            <a:r>
              <a:rPr lang="en-US" dirty="0" err="1"/>
              <a:t>DebugFS</a:t>
            </a:r>
            <a:r>
              <a:rPr lang="en-US" dirty="0"/>
              <a:t>, haven’t submitted yet.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 don’t think that there is one interface or set of higher layers that will be appropriate for all FPGA use cases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FPGA Regions code (when used with the Overlays </a:t>
            </a:r>
            <a:r>
              <a:rPr lang="en-US" dirty="0" err="1"/>
              <a:t>ConfigFS</a:t>
            </a:r>
            <a:r>
              <a:rPr lang="en-US" dirty="0"/>
              <a:t> interface) adds one interface with some good features.  It won’t fill everyone’s needs (not all platforms use Device Tree).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Whatever interfaces and higher layers are added on top of FPGA Manager, all the supported FPGAs will have the opportunity </a:t>
            </a:r>
            <a:r>
              <a:rPr lang="en-US"/>
              <a:t>to use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0369016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8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FPGA Image Info </a:t>
            </a:r>
            <a:r>
              <a:rPr lang="en-US" dirty="0" err="1"/>
              <a:t>Struct</a:t>
            </a:r>
            <a:r>
              <a:rPr lang="en-US" dirty="0"/>
              <a:t> (change to the FPGA Manager framework)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455646" y="872068"/>
            <a:ext cx="8167047" cy="3798002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FPGA images may have particulars that affect how they are programmed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/>
              <a:t>Image built partial or full reconfiguration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/>
              <a:t>How long to wait for the bridges to disable/enable traffic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/>
              <a:t>How long to wait for FPGA to go to operating mode after programming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struct</a:t>
            </a:r>
            <a:r>
              <a:rPr lang="en-US" dirty="0"/>
              <a:t> </a:t>
            </a:r>
            <a:r>
              <a:rPr lang="en-US" dirty="0" err="1"/>
              <a:t>fpga_image_info</a:t>
            </a:r>
            <a:r>
              <a:rPr lang="en-US" dirty="0"/>
              <a:t> added to API to contain these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Struct</a:t>
            </a:r>
            <a:r>
              <a:rPr lang="en-US" dirty="0"/>
              <a:t> can be populated from DT or from… somewhere else.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API change is easy: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/>
              <a:t>Current upstream API contains a u32 flags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/>
              <a:t>Change to API is to take out the u32 flags and put a pointer to this </a:t>
            </a:r>
            <a:r>
              <a:rPr lang="en-US" dirty="0" err="1"/>
              <a:t>struct</a:t>
            </a:r>
            <a:r>
              <a:rPr lang="en-US" dirty="0"/>
              <a:t> instead.</a:t>
            </a:r>
          </a:p>
        </p:txBody>
      </p:sp>
    </p:spTree>
    <p:extLst>
      <p:ext uri="{BB962C8B-B14F-4D97-AF65-F5344CB8AC3E}">
        <p14:creationId xmlns:p14="http://schemas.microsoft.com/office/powerpoint/2010/main" val="1927095718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9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FPGA Manager in the kernel lives here: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/>
              <a:t>drivers/</a:t>
            </a:r>
            <a:r>
              <a:rPr lang="en-US" dirty="0" err="1"/>
              <a:t>fpga</a:t>
            </a:r>
            <a:endParaRPr lang="en-US" dirty="0"/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/>
              <a:t>include/</a:t>
            </a:r>
            <a:r>
              <a:rPr lang="en-US" dirty="0" err="1"/>
              <a:t>linux</a:t>
            </a:r>
            <a:r>
              <a:rPr lang="en-US" dirty="0"/>
              <a:t>/</a:t>
            </a:r>
            <a:r>
              <a:rPr lang="en-US" dirty="0" err="1"/>
              <a:t>fpga</a:t>
            </a:r>
            <a:endParaRPr lang="en-US" dirty="0"/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/>
              <a:t>documentation/</a:t>
            </a:r>
            <a:r>
              <a:rPr lang="en-US" dirty="0" err="1"/>
              <a:t>fpga</a:t>
            </a:r>
            <a:endParaRPr lang="en-US" dirty="0"/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/>
              <a:t>documentation/</a:t>
            </a:r>
            <a:r>
              <a:rPr lang="en-US" dirty="0" err="1"/>
              <a:t>devicetree</a:t>
            </a:r>
            <a:r>
              <a:rPr lang="en-US" dirty="0"/>
              <a:t>/bindings/</a:t>
            </a:r>
            <a:r>
              <a:rPr lang="en-US" dirty="0" err="1"/>
              <a:t>fpga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V21 repost of Device Tree Overlay support for FPGAs (look for Tull)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https://lkml.org/lkml/2016/11/1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particular, here’s the doc for FPGA Regions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3"/>
              </a:rPr>
              <a:t>https://lkml.org/lkml/2016/11/1/383</a:t>
            </a:r>
            <a:endParaRPr lang="en-US" dirty="0"/>
          </a:p>
          <a:p>
            <a:pPr marL="511175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0231559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0" y="1619250"/>
            <a:ext cx="7772400" cy="1022350"/>
          </a:xfrm>
        </p:spPr>
        <p:txBody>
          <a:bodyPr/>
          <a:lstStyle/>
          <a:p>
            <a:r>
              <a:rPr lang="en-US" dirty="0"/>
              <a:t>Back Up</a:t>
            </a:r>
          </a:p>
        </p:txBody>
      </p:sp>
      <p:pic>
        <p:nvPicPr>
          <p:cNvPr id="3" name="Picture 2" descr="http://i0.wp.com/stuffled.com/wp-content/uploads/2014/07/Altera-Logo-EPS-vector-image.png?resize=1020%2C680"/>
          <p:cNvPicPr>
            <a:picLocks noChangeAspect="1" noChangeArrowheads="1"/>
          </p:cNvPicPr>
          <p:nvPr/>
        </p:nvPicPr>
        <p:blipFill rotWithShape="1">
          <a:blip r:embed="rId3" cstate="screen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608" b="32598"/>
          <a:stretch/>
        </p:blipFill>
        <p:spPr bwMode="auto">
          <a:xfrm>
            <a:off x="2882815" y="402150"/>
            <a:ext cx="3636168" cy="916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screen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9807" y="4135978"/>
            <a:ext cx="229762" cy="229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0677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11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Backup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033079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12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FPGA Manager API (with proposed changes)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455646" y="685815"/>
            <a:ext cx="8167047" cy="4197281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Register Low Level Drivers: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b="1" dirty="0" err="1"/>
              <a:t>fpga_mgr_register</a:t>
            </a:r>
            <a:r>
              <a:rPr lang="en-US" dirty="0"/>
              <a:t>(</a:t>
            </a:r>
            <a:r>
              <a:rPr lang="en-US" dirty="0" err="1"/>
              <a:t>struct</a:t>
            </a:r>
            <a:r>
              <a:rPr lang="en-US" dirty="0"/>
              <a:t> device *dev, </a:t>
            </a:r>
            <a:r>
              <a:rPr lang="en-US" dirty="0" err="1"/>
              <a:t>const</a:t>
            </a:r>
            <a:r>
              <a:rPr lang="en-US" dirty="0"/>
              <a:t> char *name, </a:t>
            </a:r>
            <a:r>
              <a:rPr lang="en-US" dirty="0" err="1"/>
              <a:t>const</a:t>
            </a:r>
            <a:r>
              <a:rPr lang="en-US" dirty="0"/>
              <a:t> </a:t>
            </a:r>
            <a:r>
              <a:rPr lang="en-US" dirty="0" err="1"/>
              <a:t>struct</a:t>
            </a:r>
            <a:r>
              <a:rPr lang="en-US" dirty="0"/>
              <a:t> 		</a:t>
            </a:r>
            <a:r>
              <a:rPr lang="en-US" dirty="0" err="1"/>
              <a:t>fpga_manager_ops</a:t>
            </a:r>
            <a:r>
              <a:rPr lang="en-US" dirty="0"/>
              <a:t> *mops, void *</a:t>
            </a:r>
            <a:r>
              <a:rPr lang="en-US" dirty="0" err="1"/>
              <a:t>priv</a:t>
            </a:r>
            <a:r>
              <a:rPr lang="en-US" dirty="0"/>
              <a:t>);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/>
              <a:t>void </a:t>
            </a:r>
            <a:r>
              <a:rPr lang="en-US" b="1" dirty="0" err="1"/>
              <a:t>fpga_mgr_unregister</a:t>
            </a:r>
            <a:r>
              <a:rPr lang="en-US" dirty="0"/>
              <a:t>(</a:t>
            </a:r>
            <a:r>
              <a:rPr lang="en-US" dirty="0" err="1"/>
              <a:t>struct</a:t>
            </a:r>
            <a:r>
              <a:rPr lang="en-US" dirty="0"/>
              <a:t> device *dev);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Get/Put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 err="1"/>
              <a:t>struct</a:t>
            </a:r>
            <a:r>
              <a:rPr lang="en-US" dirty="0"/>
              <a:t> </a:t>
            </a:r>
            <a:r>
              <a:rPr lang="en-US" dirty="0" err="1"/>
              <a:t>fpga_manager</a:t>
            </a:r>
            <a:r>
              <a:rPr lang="en-US" dirty="0"/>
              <a:t> *</a:t>
            </a:r>
            <a:r>
              <a:rPr lang="en-US" b="1" dirty="0" err="1"/>
              <a:t>of_fpga_mgr_get</a:t>
            </a:r>
            <a:r>
              <a:rPr lang="en-US" dirty="0"/>
              <a:t>(</a:t>
            </a:r>
            <a:r>
              <a:rPr lang="en-US" dirty="0" err="1"/>
              <a:t>struct</a:t>
            </a:r>
            <a:r>
              <a:rPr lang="en-US" dirty="0"/>
              <a:t> </a:t>
            </a:r>
            <a:r>
              <a:rPr lang="en-US" dirty="0" err="1"/>
              <a:t>device_node</a:t>
            </a:r>
            <a:r>
              <a:rPr lang="en-US" dirty="0"/>
              <a:t> *node);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/>
              <a:t>void </a:t>
            </a:r>
            <a:r>
              <a:rPr lang="en-US" b="1" dirty="0" err="1"/>
              <a:t>fpga_mgr_put</a:t>
            </a:r>
            <a:r>
              <a:rPr lang="en-US" dirty="0"/>
              <a:t>(</a:t>
            </a:r>
            <a:r>
              <a:rPr lang="en-US" dirty="0" err="1"/>
              <a:t>struct</a:t>
            </a:r>
            <a:r>
              <a:rPr lang="en-US" dirty="0"/>
              <a:t> </a:t>
            </a:r>
            <a:r>
              <a:rPr lang="en-US" dirty="0" err="1"/>
              <a:t>fpga_manager</a:t>
            </a:r>
            <a:r>
              <a:rPr lang="en-US" dirty="0"/>
              <a:t> *</a:t>
            </a:r>
            <a:r>
              <a:rPr lang="en-US" dirty="0" err="1"/>
              <a:t>mgr</a:t>
            </a:r>
            <a:r>
              <a:rPr lang="en-US" dirty="0"/>
              <a:t>);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/>
              <a:t>(on list) </a:t>
            </a:r>
            <a:r>
              <a:rPr lang="en-US" dirty="0" err="1"/>
              <a:t>struct</a:t>
            </a:r>
            <a:r>
              <a:rPr lang="en-US" dirty="0"/>
              <a:t> </a:t>
            </a:r>
            <a:r>
              <a:rPr lang="en-US" dirty="0" err="1"/>
              <a:t>fpga_manager</a:t>
            </a:r>
            <a:r>
              <a:rPr lang="en-US" dirty="0"/>
              <a:t> *</a:t>
            </a:r>
            <a:r>
              <a:rPr lang="en-US" b="1" dirty="0" err="1"/>
              <a:t>fpga_mgr_get</a:t>
            </a:r>
            <a:r>
              <a:rPr lang="en-US" dirty="0"/>
              <a:t>(</a:t>
            </a:r>
            <a:r>
              <a:rPr lang="en-US" dirty="0" err="1"/>
              <a:t>struct</a:t>
            </a:r>
            <a:r>
              <a:rPr lang="en-US" dirty="0"/>
              <a:t> device *node);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Program a FPGA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b="1" dirty="0" err="1"/>
              <a:t>fpga_mgr_buf_load</a:t>
            </a:r>
            <a:r>
              <a:rPr lang="en-US" dirty="0"/>
              <a:t>(</a:t>
            </a:r>
            <a:r>
              <a:rPr lang="en-US" dirty="0" err="1"/>
              <a:t>struct</a:t>
            </a:r>
            <a:r>
              <a:rPr lang="en-US" dirty="0"/>
              <a:t> </a:t>
            </a:r>
            <a:r>
              <a:rPr lang="en-US" dirty="0" err="1"/>
              <a:t>fpga_manager</a:t>
            </a:r>
            <a:r>
              <a:rPr lang="en-US" dirty="0"/>
              <a:t> *</a:t>
            </a:r>
            <a:r>
              <a:rPr lang="en-US" dirty="0" err="1"/>
              <a:t>mgr</a:t>
            </a:r>
            <a:r>
              <a:rPr lang="en-US" dirty="0"/>
              <a:t>, </a:t>
            </a:r>
            <a:r>
              <a:rPr lang="en-US" dirty="0" err="1"/>
              <a:t>struct</a:t>
            </a:r>
            <a:r>
              <a:rPr lang="en-US" dirty="0"/>
              <a:t> </a:t>
            </a:r>
            <a:r>
              <a:rPr lang="en-US" dirty="0" err="1"/>
              <a:t>fpga_image_info</a:t>
            </a:r>
            <a:r>
              <a:rPr lang="en-US" dirty="0"/>
              <a:t> *info,      </a:t>
            </a:r>
            <a:r>
              <a:rPr lang="en-US" dirty="0" err="1"/>
              <a:t>const</a:t>
            </a:r>
            <a:r>
              <a:rPr lang="en-US" dirty="0"/>
              <a:t> char *</a:t>
            </a:r>
            <a:r>
              <a:rPr lang="en-US" dirty="0" err="1"/>
              <a:t>buf</a:t>
            </a:r>
            <a:r>
              <a:rPr lang="en-US" dirty="0"/>
              <a:t>, </a:t>
            </a:r>
            <a:r>
              <a:rPr lang="en-US" dirty="0" err="1"/>
              <a:t>size_t</a:t>
            </a:r>
            <a:r>
              <a:rPr lang="en-US" dirty="0"/>
              <a:t> count);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b="1" dirty="0" err="1"/>
              <a:t>fpga_mgr_firmware_load</a:t>
            </a:r>
            <a:r>
              <a:rPr lang="en-US" dirty="0"/>
              <a:t>(</a:t>
            </a:r>
            <a:r>
              <a:rPr lang="en-US" dirty="0" err="1"/>
              <a:t>struct</a:t>
            </a:r>
            <a:r>
              <a:rPr lang="en-US" dirty="0"/>
              <a:t> </a:t>
            </a:r>
            <a:r>
              <a:rPr lang="en-US" dirty="0" err="1"/>
              <a:t>fpga_manager</a:t>
            </a:r>
            <a:r>
              <a:rPr lang="en-US" dirty="0"/>
              <a:t> *</a:t>
            </a:r>
            <a:r>
              <a:rPr lang="en-US" dirty="0" err="1"/>
              <a:t>mgr</a:t>
            </a:r>
            <a:r>
              <a:rPr lang="en-US" dirty="0"/>
              <a:t>, </a:t>
            </a:r>
            <a:r>
              <a:rPr lang="en-US" dirty="0" err="1"/>
              <a:t>struct</a:t>
            </a:r>
            <a:r>
              <a:rPr lang="en-US" dirty="0"/>
              <a:t> </a:t>
            </a:r>
            <a:r>
              <a:rPr lang="en-US" dirty="0" err="1"/>
              <a:t>fpga_image_info</a:t>
            </a:r>
            <a:r>
              <a:rPr lang="en-US" dirty="0"/>
              <a:t> *info, </a:t>
            </a:r>
            <a:r>
              <a:rPr lang="en-US" dirty="0" err="1"/>
              <a:t>const</a:t>
            </a:r>
            <a:r>
              <a:rPr lang="en-US" dirty="0"/>
              <a:t> char *</a:t>
            </a:r>
            <a:r>
              <a:rPr lang="en-US" dirty="0" err="1"/>
              <a:t>image_name</a:t>
            </a:r>
            <a:r>
              <a:rPr lang="en-US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694437734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Linux Kernel FPGA Manager Framework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060" y="1272126"/>
            <a:ext cx="7219784" cy="28792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19344277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Custom 2">
      <a:dk1>
        <a:sysClr val="windowText" lastClr="000000"/>
      </a:dk1>
      <a:lt1>
        <a:sysClr val="window" lastClr="FFFFFF"/>
      </a:lt1>
      <a:dk2>
        <a:srgbClr val="004280"/>
      </a:dk2>
      <a:lt2>
        <a:srgbClr val="B1BABF"/>
      </a:lt2>
      <a:accent1>
        <a:srgbClr val="0071C5"/>
      </a:accent1>
      <a:accent2>
        <a:srgbClr val="00AEEF"/>
      </a:accent2>
      <a:accent3>
        <a:srgbClr val="8DC8E8"/>
      </a:accent3>
      <a:accent4>
        <a:srgbClr val="FFDA00"/>
      </a:accent4>
      <a:accent5>
        <a:srgbClr val="FDB813"/>
      </a:accent5>
      <a:accent6>
        <a:srgbClr val="A6CE39"/>
      </a:accent6>
      <a:hlink>
        <a:srgbClr val="003862"/>
      </a:hlink>
      <a:folHlink>
        <a:srgbClr val="ED1C24"/>
      </a:folHlink>
    </a:clrScheme>
    <a:fontScheme name="Intel">
      <a:majorFont>
        <a:latin typeface="Neo Sans Intel Light"/>
        <a:ea typeface=""/>
        <a:cs typeface=""/>
      </a:majorFont>
      <a:minorFont>
        <a:latin typeface="Neo Sans Inte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1000" dirty="0" smtClean="0">
            <a:solidFill>
              <a:schemeClr val="tx2"/>
            </a:solidFill>
            <a:latin typeface="Neo Sans Intel"/>
            <a:cs typeface="Neo Sans Intel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28pt Light Title of Presentation.potx" id="{BC95E817-DDC0-4267-8482-CEF1ABD8A081}" vid="{C7A124D3-BC1E-4E68-8D2A-517A971A86CA}"/>
    </a:ext>
  </a:extLst>
</a:theme>
</file>

<file path=ppt/theme/theme2.xml><?xml version="1.0" encoding="utf-8"?>
<a:theme xmlns:a="http://schemas.openxmlformats.org/drawingml/2006/main" name="Intel_LTtemplate_121410">
  <a:themeElements>
    <a:clrScheme name="intel2011">
      <a:dk1>
        <a:srgbClr val="061922"/>
      </a:dk1>
      <a:lt1>
        <a:srgbClr val="FFFFFF"/>
      </a:lt1>
      <a:dk2>
        <a:srgbClr val="939598"/>
      </a:dk2>
      <a:lt2>
        <a:srgbClr val="B4BABD"/>
      </a:lt2>
      <a:accent1>
        <a:srgbClr val="0071C5"/>
      </a:accent1>
      <a:accent2>
        <a:srgbClr val="00AEEF"/>
      </a:accent2>
      <a:accent3>
        <a:srgbClr val="004280"/>
      </a:accent3>
      <a:accent4>
        <a:srgbClr val="FFDA00"/>
      </a:accent4>
      <a:accent5>
        <a:srgbClr val="A6CE39"/>
      </a:accent5>
      <a:accent6>
        <a:srgbClr val="FDB813"/>
      </a:accent6>
      <a:hlink>
        <a:srgbClr val="0071C5"/>
      </a:hlink>
      <a:folHlink>
        <a:srgbClr val="00AEE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ln w="3175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eaLnBrk="0" hangingPunct="0">
          <a:defRPr sz="2000" b="1" smtClean="0">
            <a:latin typeface="Neo Sans Intel" pitchFamily="34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Neo Sans Intel" pitchFamily="34" charset="0"/>
            <a:cs typeface="Arial" pitchFamily="34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dirty="0" err="1" smtClean="0">
            <a:latin typeface="+mn-lt"/>
          </a:defRPr>
        </a:defPPr>
      </a:lstStyle>
    </a:txDef>
  </a:objectDefaults>
  <a:extraClrSchemeLst>
    <a:extraClrScheme>
      <a:clrScheme name="2_intel_template_1_111605_BLUE 1">
        <a:dk1>
          <a:srgbClr val="FF5C00"/>
        </a:dk1>
        <a:lt1>
          <a:srgbClr val="FFFFFF"/>
        </a:lt1>
        <a:dk2>
          <a:srgbClr val="0C2E86"/>
        </a:dk2>
        <a:lt2>
          <a:srgbClr val="F5E647"/>
        </a:lt2>
        <a:accent1>
          <a:srgbClr val="A6CAE1"/>
        </a:accent1>
        <a:accent2>
          <a:srgbClr val="567EB9"/>
        </a:accent2>
        <a:accent3>
          <a:srgbClr val="AAADC3"/>
        </a:accent3>
        <a:accent4>
          <a:srgbClr val="DADADA"/>
        </a:accent4>
        <a:accent5>
          <a:srgbClr val="D0E1EE"/>
        </a:accent5>
        <a:accent6>
          <a:srgbClr val="4D72A7"/>
        </a:accent6>
        <a:hlink>
          <a:srgbClr val="0860A8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intel_template_1_111605_BLUE 2">
        <a:dk1>
          <a:srgbClr val="0860A8"/>
        </a:dk1>
        <a:lt1>
          <a:srgbClr val="FFFFFF"/>
        </a:lt1>
        <a:dk2>
          <a:srgbClr val="F5E647"/>
        </a:dk2>
        <a:lt2>
          <a:srgbClr val="FF5C47"/>
        </a:lt2>
        <a:accent1>
          <a:srgbClr val="A6CAE1"/>
        </a:accent1>
        <a:accent2>
          <a:srgbClr val="567EB9"/>
        </a:accent2>
        <a:accent3>
          <a:srgbClr val="FFFFFF"/>
        </a:accent3>
        <a:accent4>
          <a:srgbClr val="06518F"/>
        </a:accent4>
        <a:accent5>
          <a:srgbClr val="D0E1EE"/>
        </a:accent5>
        <a:accent6>
          <a:srgbClr val="4D72A7"/>
        </a:accent6>
        <a:hlink>
          <a:srgbClr val="0C2E86"/>
        </a:hlink>
        <a:folHlink>
          <a:srgbClr val="AA014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intel_template_1_111605_BLUE 3">
        <a:dk1>
          <a:srgbClr val="000000"/>
        </a:dk1>
        <a:lt1>
          <a:srgbClr val="FFFFFF"/>
        </a:lt1>
        <a:dk2>
          <a:srgbClr val="DDDDDD"/>
        </a:dk2>
        <a:lt2>
          <a:srgbClr val="5F5F5F"/>
        </a:lt2>
        <a:accent1>
          <a:srgbClr val="A6CAE1"/>
        </a:accent1>
        <a:accent2>
          <a:srgbClr val="567EB9"/>
        </a:accent2>
        <a:accent3>
          <a:srgbClr val="FFFFFF"/>
        </a:accent3>
        <a:accent4>
          <a:srgbClr val="000000"/>
        </a:accent4>
        <a:accent5>
          <a:srgbClr val="D0E1EE"/>
        </a:accent5>
        <a:accent6>
          <a:srgbClr val="4D72A7"/>
        </a:accent6>
        <a:hlink>
          <a:srgbClr val="0860A8"/>
        </a:hlink>
        <a:folHlink>
          <a:srgbClr val="0C2E8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Intel_LTtemplate_121410">
  <a:themeElements>
    <a:clrScheme name="intel2011">
      <a:dk1>
        <a:srgbClr val="061922"/>
      </a:dk1>
      <a:lt1>
        <a:srgbClr val="FFFFFF"/>
      </a:lt1>
      <a:dk2>
        <a:srgbClr val="939598"/>
      </a:dk2>
      <a:lt2>
        <a:srgbClr val="B4BABD"/>
      </a:lt2>
      <a:accent1>
        <a:srgbClr val="0071C5"/>
      </a:accent1>
      <a:accent2>
        <a:srgbClr val="00AEEF"/>
      </a:accent2>
      <a:accent3>
        <a:srgbClr val="004280"/>
      </a:accent3>
      <a:accent4>
        <a:srgbClr val="FFDA00"/>
      </a:accent4>
      <a:accent5>
        <a:srgbClr val="A6CE39"/>
      </a:accent5>
      <a:accent6>
        <a:srgbClr val="FDB813"/>
      </a:accent6>
      <a:hlink>
        <a:srgbClr val="0071C5"/>
      </a:hlink>
      <a:folHlink>
        <a:srgbClr val="00AEE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ln w="3175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eaLnBrk="0" hangingPunct="0">
          <a:defRPr sz="2000" b="1" smtClean="0">
            <a:latin typeface="Neo Sans Intel" pitchFamily="34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Neo Sans Intel" pitchFamily="34" charset="0"/>
            <a:cs typeface="Arial" pitchFamily="34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dirty="0" err="1" smtClean="0">
            <a:latin typeface="+mn-lt"/>
          </a:defRPr>
        </a:defPPr>
      </a:lstStyle>
    </a:txDef>
  </a:objectDefaults>
  <a:extraClrSchemeLst>
    <a:extraClrScheme>
      <a:clrScheme name="2_intel_template_1_111605_BLUE 1">
        <a:dk1>
          <a:srgbClr val="FF5C00"/>
        </a:dk1>
        <a:lt1>
          <a:srgbClr val="FFFFFF"/>
        </a:lt1>
        <a:dk2>
          <a:srgbClr val="0C2E86"/>
        </a:dk2>
        <a:lt2>
          <a:srgbClr val="F5E647"/>
        </a:lt2>
        <a:accent1>
          <a:srgbClr val="A6CAE1"/>
        </a:accent1>
        <a:accent2>
          <a:srgbClr val="567EB9"/>
        </a:accent2>
        <a:accent3>
          <a:srgbClr val="AAADC3"/>
        </a:accent3>
        <a:accent4>
          <a:srgbClr val="DADADA"/>
        </a:accent4>
        <a:accent5>
          <a:srgbClr val="D0E1EE"/>
        </a:accent5>
        <a:accent6>
          <a:srgbClr val="4D72A7"/>
        </a:accent6>
        <a:hlink>
          <a:srgbClr val="0860A8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intel_template_1_111605_BLUE 2">
        <a:dk1>
          <a:srgbClr val="0860A8"/>
        </a:dk1>
        <a:lt1>
          <a:srgbClr val="FFFFFF"/>
        </a:lt1>
        <a:dk2>
          <a:srgbClr val="F5E647"/>
        </a:dk2>
        <a:lt2>
          <a:srgbClr val="FF5C47"/>
        </a:lt2>
        <a:accent1>
          <a:srgbClr val="A6CAE1"/>
        </a:accent1>
        <a:accent2>
          <a:srgbClr val="567EB9"/>
        </a:accent2>
        <a:accent3>
          <a:srgbClr val="FFFFFF"/>
        </a:accent3>
        <a:accent4>
          <a:srgbClr val="06518F"/>
        </a:accent4>
        <a:accent5>
          <a:srgbClr val="D0E1EE"/>
        </a:accent5>
        <a:accent6>
          <a:srgbClr val="4D72A7"/>
        </a:accent6>
        <a:hlink>
          <a:srgbClr val="0C2E86"/>
        </a:hlink>
        <a:folHlink>
          <a:srgbClr val="AA014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intel_template_1_111605_BLUE 3">
        <a:dk1>
          <a:srgbClr val="000000"/>
        </a:dk1>
        <a:lt1>
          <a:srgbClr val="FFFFFF"/>
        </a:lt1>
        <a:dk2>
          <a:srgbClr val="DDDDDD"/>
        </a:dk2>
        <a:lt2>
          <a:srgbClr val="5F5F5F"/>
        </a:lt2>
        <a:accent1>
          <a:srgbClr val="A6CAE1"/>
        </a:accent1>
        <a:accent2>
          <a:srgbClr val="567EB9"/>
        </a:accent2>
        <a:accent3>
          <a:srgbClr val="FFFFFF"/>
        </a:accent3>
        <a:accent4>
          <a:srgbClr val="000000"/>
        </a:accent4>
        <a:accent5>
          <a:srgbClr val="D0E1EE"/>
        </a:accent5>
        <a:accent6>
          <a:srgbClr val="4D72A7"/>
        </a:accent6>
        <a:hlink>
          <a:srgbClr val="0860A8"/>
        </a:hlink>
        <a:folHlink>
          <a:srgbClr val="0C2E8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_Intel_LTtemplate_121410">
  <a:themeElements>
    <a:clrScheme name="intel2011">
      <a:dk1>
        <a:srgbClr val="061922"/>
      </a:dk1>
      <a:lt1>
        <a:srgbClr val="FFFFFF"/>
      </a:lt1>
      <a:dk2>
        <a:srgbClr val="939598"/>
      </a:dk2>
      <a:lt2>
        <a:srgbClr val="B4BABD"/>
      </a:lt2>
      <a:accent1>
        <a:srgbClr val="0071C5"/>
      </a:accent1>
      <a:accent2>
        <a:srgbClr val="00AEEF"/>
      </a:accent2>
      <a:accent3>
        <a:srgbClr val="004280"/>
      </a:accent3>
      <a:accent4>
        <a:srgbClr val="FFDA00"/>
      </a:accent4>
      <a:accent5>
        <a:srgbClr val="A6CE39"/>
      </a:accent5>
      <a:accent6>
        <a:srgbClr val="FDB813"/>
      </a:accent6>
      <a:hlink>
        <a:srgbClr val="0071C5"/>
      </a:hlink>
      <a:folHlink>
        <a:srgbClr val="00AEE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ln w="3175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eaLnBrk="0" hangingPunct="0">
          <a:defRPr sz="2000" b="1" smtClean="0">
            <a:latin typeface="Neo Sans Intel" pitchFamily="34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Neo Sans Intel" pitchFamily="34" charset="0"/>
            <a:cs typeface="Arial" pitchFamily="34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dirty="0" err="1" smtClean="0">
            <a:latin typeface="+mn-lt"/>
          </a:defRPr>
        </a:defPPr>
      </a:lstStyle>
    </a:txDef>
  </a:objectDefaults>
  <a:extraClrSchemeLst>
    <a:extraClrScheme>
      <a:clrScheme name="2_intel_template_1_111605_BLUE 1">
        <a:dk1>
          <a:srgbClr val="FF5C00"/>
        </a:dk1>
        <a:lt1>
          <a:srgbClr val="FFFFFF"/>
        </a:lt1>
        <a:dk2>
          <a:srgbClr val="0C2E86"/>
        </a:dk2>
        <a:lt2>
          <a:srgbClr val="F5E647"/>
        </a:lt2>
        <a:accent1>
          <a:srgbClr val="A6CAE1"/>
        </a:accent1>
        <a:accent2>
          <a:srgbClr val="567EB9"/>
        </a:accent2>
        <a:accent3>
          <a:srgbClr val="AAADC3"/>
        </a:accent3>
        <a:accent4>
          <a:srgbClr val="DADADA"/>
        </a:accent4>
        <a:accent5>
          <a:srgbClr val="D0E1EE"/>
        </a:accent5>
        <a:accent6>
          <a:srgbClr val="4D72A7"/>
        </a:accent6>
        <a:hlink>
          <a:srgbClr val="0860A8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intel_template_1_111605_BLUE 2">
        <a:dk1>
          <a:srgbClr val="0860A8"/>
        </a:dk1>
        <a:lt1>
          <a:srgbClr val="FFFFFF"/>
        </a:lt1>
        <a:dk2>
          <a:srgbClr val="F5E647"/>
        </a:dk2>
        <a:lt2>
          <a:srgbClr val="FF5C47"/>
        </a:lt2>
        <a:accent1>
          <a:srgbClr val="A6CAE1"/>
        </a:accent1>
        <a:accent2>
          <a:srgbClr val="567EB9"/>
        </a:accent2>
        <a:accent3>
          <a:srgbClr val="FFFFFF"/>
        </a:accent3>
        <a:accent4>
          <a:srgbClr val="06518F"/>
        </a:accent4>
        <a:accent5>
          <a:srgbClr val="D0E1EE"/>
        </a:accent5>
        <a:accent6>
          <a:srgbClr val="4D72A7"/>
        </a:accent6>
        <a:hlink>
          <a:srgbClr val="0C2E86"/>
        </a:hlink>
        <a:folHlink>
          <a:srgbClr val="AA014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intel_template_1_111605_BLUE 3">
        <a:dk1>
          <a:srgbClr val="000000"/>
        </a:dk1>
        <a:lt1>
          <a:srgbClr val="FFFFFF"/>
        </a:lt1>
        <a:dk2>
          <a:srgbClr val="DDDDDD"/>
        </a:dk2>
        <a:lt2>
          <a:srgbClr val="5F5F5F"/>
        </a:lt2>
        <a:accent1>
          <a:srgbClr val="A6CAE1"/>
        </a:accent1>
        <a:accent2>
          <a:srgbClr val="567EB9"/>
        </a:accent2>
        <a:accent3>
          <a:srgbClr val="FFFFFF"/>
        </a:accent3>
        <a:accent4>
          <a:srgbClr val="000000"/>
        </a:accent4>
        <a:accent5>
          <a:srgbClr val="D0E1EE"/>
        </a:accent5>
        <a:accent6>
          <a:srgbClr val="4D72A7"/>
        </a:accent6>
        <a:hlink>
          <a:srgbClr val="0860A8"/>
        </a:hlink>
        <a:folHlink>
          <a:srgbClr val="0C2E8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intel16x9">
  <a:themeElements>
    <a:clrScheme name="intel2013">
      <a:dk1>
        <a:sysClr val="windowText" lastClr="000000"/>
      </a:dk1>
      <a:lt1>
        <a:sysClr val="window" lastClr="FFFFFF"/>
      </a:lt1>
      <a:dk2>
        <a:srgbClr val="0071C5"/>
      </a:dk2>
      <a:lt2>
        <a:srgbClr val="7ED3F7"/>
      </a:lt2>
      <a:accent1>
        <a:srgbClr val="00AEEF"/>
      </a:accent1>
      <a:accent2>
        <a:srgbClr val="A6CE39"/>
      </a:accent2>
      <a:accent3>
        <a:srgbClr val="FFDA00"/>
      </a:accent3>
      <a:accent4>
        <a:srgbClr val="FDBB13"/>
      </a:accent4>
      <a:accent5>
        <a:srgbClr val="ED1C24"/>
      </a:accent5>
      <a:accent6>
        <a:srgbClr val="004280"/>
      </a:accent6>
      <a:hlink>
        <a:srgbClr val="7ED3F7"/>
      </a:hlink>
      <a:folHlink>
        <a:srgbClr val="939598"/>
      </a:folHlink>
    </a:clrScheme>
    <a:fontScheme name="2_Architecture">
      <a:majorFont>
        <a:latin typeface="Neo Sans Intel Medium"/>
        <a:ea typeface=""/>
        <a:cs typeface="Arial"/>
      </a:majorFont>
      <a:minorFont>
        <a:latin typeface="Neo Sans Inte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372" tIns="45688" rIns="91372" bIns="45688" numCol="1" rtlCol="0" anchor="t" anchorCtr="1" compatLnSpc="1">
        <a:prstTxWarp prst="textNoShape">
          <a:avLst/>
        </a:prstTxWarp>
        <a:noAutofit/>
      </a:bodyPr>
      <a:lstStyle>
        <a:defPPr marL="0" marR="0" indent="0" algn="ctr" defTabSz="914400" rtl="0" eaLnBrk="1" fontAlgn="base" latinLnBrk="0" hangingPunct="1">
          <a:lnSpc>
            <a:spcPct val="95000"/>
          </a:lnSpc>
          <a:spcBef>
            <a:spcPct val="30000"/>
          </a:spcBef>
          <a:spcAft>
            <a:spcPct val="0"/>
          </a:spcAft>
          <a:buClr>
            <a:schemeClr val="tx1"/>
          </a:buClr>
          <a:buSzTx/>
          <a:buFont typeface="Wingdings" pitchFamily="2" charset="2"/>
          <a:buNone/>
          <a:tabLst/>
          <a:defRPr kumimoji="0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 Narrow" pitchFamily="34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372" tIns="45688" rIns="91372" bIns="45688" numCol="1" anchor="t" anchorCtr="1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95000"/>
          </a:lnSpc>
          <a:spcBef>
            <a:spcPct val="30000"/>
          </a:spcBef>
          <a:spcAft>
            <a:spcPct val="0"/>
          </a:spcAft>
          <a:buClr>
            <a:schemeClr val="tx1"/>
          </a:buClr>
          <a:buSzTx/>
          <a:buFont typeface="Wingdings" pitchFamily="2" charset="2"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 Narrow" pitchFamily="34" charset="0"/>
            <a:cs typeface="Arial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sz="3200" dirty="0"/>
        </a:defPPr>
      </a:lstStyle>
    </a:txDef>
  </a:objectDefaults>
  <a:extraClrSchemeLst>
    <a:extraClrScheme>
      <a:clrScheme name="2_Architecture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Architectur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Architecture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Architecture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Architecture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Architecture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Architecture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Architecture 8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5BB3B9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Architecture 9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FFCC00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Architecture 10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Architecture 11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CC00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Architecture 12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Architecture 13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C5C0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Architecture 14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00C5C0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Architecture 15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10C8E1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Architecture 16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10C8E1"/>
        </a:hlink>
        <a:folHlink>
          <a:srgbClr val="F3016E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2_intel16x9">
  <a:themeElements>
    <a:clrScheme name="Custom 74">
      <a:dk1>
        <a:sysClr val="windowText" lastClr="000000"/>
      </a:dk1>
      <a:lt1>
        <a:sysClr val="window" lastClr="FFFFFF"/>
      </a:lt1>
      <a:dk2>
        <a:srgbClr val="0071C5"/>
      </a:dk2>
      <a:lt2>
        <a:srgbClr val="7ED3F7"/>
      </a:lt2>
      <a:accent1>
        <a:srgbClr val="00AEEF"/>
      </a:accent1>
      <a:accent2>
        <a:srgbClr val="A6CE39"/>
      </a:accent2>
      <a:accent3>
        <a:srgbClr val="FFDA00"/>
      </a:accent3>
      <a:accent4>
        <a:srgbClr val="FDBB13"/>
      </a:accent4>
      <a:accent5>
        <a:srgbClr val="ED1C24"/>
      </a:accent5>
      <a:accent6>
        <a:srgbClr val="004280"/>
      </a:accent6>
      <a:hlink>
        <a:srgbClr val="FFFFFF"/>
      </a:hlink>
      <a:folHlink>
        <a:srgbClr val="FFFFFF"/>
      </a:folHlink>
    </a:clrScheme>
    <a:fontScheme name="2_Architecture">
      <a:majorFont>
        <a:latin typeface="Neo Sans Intel Medium"/>
        <a:ea typeface=""/>
        <a:cs typeface="Arial"/>
      </a:majorFont>
      <a:minorFont>
        <a:latin typeface="Neo Sans Inte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372" tIns="45688" rIns="91372" bIns="45688" numCol="1" rtlCol="0" anchor="t" anchorCtr="1" compatLnSpc="1">
        <a:prstTxWarp prst="textNoShape">
          <a:avLst/>
        </a:prstTxWarp>
        <a:noAutofit/>
      </a:bodyPr>
      <a:lstStyle>
        <a:defPPr marL="0" marR="0" indent="0" algn="ctr" defTabSz="914400" rtl="0" eaLnBrk="1" fontAlgn="base" latinLnBrk="0" hangingPunct="1">
          <a:lnSpc>
            <a:spcPct val="95000"/>
          </a:lnSpc>
          <a:spcBef>
            <a:spcPct val="30000"/>
          </a:spcBef>
          <a:spcAft>
            <a:spcPct val="0"/>
          </a:spcAft>
          <a:buClr>
            <a:schemeClr val="tx1"/>
          </a:buClr>
          <a:buSzTx/>
          <a:buFont typeface="Wingdings" pitchFamily="2" charset="2"/>
          <a:buNone/>
          <a:tabLst/>
          <a:defRPr kumimoji="0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 Narrow" pitchFamily="34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372" tIns="45688" rIns="91372" bIns="45688" numCol="1" anchor="t" anchorCtr="1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95000"/>
          </a:lnSpc>
          <a:spcBef>
            <a:spcPct val="30000"/>
          </a:spcBef>
          <a:spcAft>
            <a:spcPct val="0"/>
          </a:spcAft>
          <a:buClr>
            <a:schemeClr val="tx1"/>
          </a:buClr>
          <a:buSzTx/>
          <a:buFont typeface="Wingdings" pitchFamily="2" charset="2"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 Narrow" pitchFamily="34" charset="0"/>
            <a:cs typeface="Arial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sz="3200" dirty="0"/>
        </a:defPPr>
      </a:lstStyle>
    </a:txDef>
  </a:objectDefaults>
  <a:extraClrSchemeLst>
    <a:extraClrScheme>
      <a:clrScheme name="2_Architecture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Architectur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Architecture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Architecture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Architecture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Architecture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Architecture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Architecture 8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5BB3B9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Architecture 9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FFCC00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Architecture 10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Architecture 11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CC00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Architecture 12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Architecture 13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C5C0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Architecture 14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00C5C0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Architecture 15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10C8E1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Architecture 16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10C8E1"/>
        </a:hlink>
        <a:folHlink>
          <a:srgbClr val="F3016E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3_Intel_LTtemplate_121410">
  <a:themeElements>
    <a:clrScheme name="Custom 79">
      <a:dk1>
        <a:srgbClr val="061922"/>
      </a:dk1>
      <a:lt1>
        <a:srgbClr val="FFFFFF"/>
      </a:lt1>
      <a:dk2>
        <a:srgbClr val="939598"/>
      </a:dk2>
      <a:lt2>
        <a:srgbClr val="B4BABD"/>
      </a:lt2>
      <a:accent1>
        <a:srgbClr val="0071C5"/>
      </a:accent1>
      <a:accent2>
        <a:srgbClr val="00AEEF"/>
      </a:accent2>
      <a:accent3>
        <a:srgbClr val="004280"/>
      </a:accent3>
      <a:accent4>
        <a:srgbClr val="FFDA00"/>
      </a:accent4>
      <a:accent5>
        <a:srgbClr val="A6CE39"/>
      </a:accent5>
      <a:accent6>
        <a:srgbClr val="FDB813"/>
      </a:accent6>
      <a:hlink>
        <a:srgbClr val="FFFFFF"/>
      </a:hlink>
      <a:folHlink>
        <a:srgbClr val="FFFF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ln w="3175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eaLnBrk="0" hangingPunct="0">
          <a:defRPr sz="2000" b="1" smtClean="0">
            <a:latin typeface="Neo Sans Intel" pitchFamily="34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Neo Sans Intel" pitchFamily="34" charset="0"/>
            <a:cs typeface="Arial" pitchFamily="34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dirty="0" err="1" smtClean="0">
            <a:latin typeface="+mn-lt"/>
          </a:defRPr>
        </a:defPPr>
      </a:lstStyle>
    </a:txDef>
  </a:objectDefaults>
  <a:extraClrSchemeLst>
    <a:extraClrScheme>
      <a:clrScheme name="2_intel_template_1_111605_BLUE 1">
        <a:dk1>
          <a:srgbClr val="FF5C00"/>
        </a:dk1>
        <a:lt1>
          <a:srgbClr val="FFFFFF"/>
        </a:lt1>
        <a:dk2>
          <a:srgbClr val="0C2E86"/>
        </a:dk2>
        <a:lt2>
          <a:srgbClr val="F5E647"/>
        </a:lt2>
        <a:accent1>
          <a:srgbClr val="A6CAE1"/>
        </a:accent1>
        <a:accent2>
          <a:srgbClr val="567EB9"/>
        </a:accent2>
        <a:accent3>
          <a:srgbClr val="AAADC3"/>
        </a:accent3>
        <a:accent4>
          <a:srgbClr val="DADADA"/>
        </a:accent4>
        <a:accent5>
          <a:srgbClr val="D0E1EE"/>
        </a:accent5>
        <a:accent6>
          <a:srgbClr val="4D72A7"/>
        </a:accent6>
        <a:hlink>
          <a:srgbClr val="0860A8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intel_template_1_111605_BLUE 2">
        <a:dk1>
          <a:srgbClr val="0860A8"/>
        </a:dk1>
        <a:lt1>
          <a:srgbClr val="FFFFFF"/>
        </a:lt1>
        <a:dk2>
          <a:srgbClr val="F5E647"/>
        </a:dk2>
        <a:lt2>
          <a:srgbClr val="FF5C47"/>
        </a:lt2>
        <a:accent1>
          <a:srgbClr val="A6CAE1"/>
        </a:accent1>
        <a:accent2>
          <a:srgbClr val="567EB9"/>
        </a:accent2>
        <a:accent3>
          <a:srgbClr val="FFFFFF"/>
        </a:accent3>
        <a:accent4>
          <a:srgbClr val="06518F"/>
        </a:accent4>
        <a:accent5>
          <a:srgbClr val="D0E1EE"/>
        </a:accent5>
        <a:accent6>
          <a:srgbClr val="4D72A7"/>
        </a:accent6>
        <a:hlink>
          <a:srgbClr val="0C2E86"/>
        </a:hlink>
        <a:folHlink>
          <a:srgbClr val="AA014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intel_template_1_111605_BLUE 3">
        <a:dk1>
          <a:srgbClr val="000000"/>
        </a:dk1>
        <a:lt1>
          <a:srgbClr val="FFFFFF"/>
        </a:lt1>
        <a:dk2>
          <a:srgbClr val="DDDDDD"/>
        </a:dk2>
        <a:lt2>
          <a:srgbClr val="5F5F5F"/>
        </a:lt2>
        <a:accent1>
          <a:srgbClr val="A6CAE1"/>
        </a:accent1>
        <a:accent2>
          <a:srgbClr val="567EB9"/>
        </a:accent2>
        <a:accent3>
          <a:srgbClr val="FFFFFF"/>
        </a:accent3>
        <a:accent4>
          <a:srgbClr val="000000"/>
        </a:accent4>
        <a:accent5>
          <a:srgbClr val="D0E1EE"/>
        </a:accent5>
        <a:accent6>
          <a:srgbClr val="4D72A7"/>
        </a:accent6>
        <a:hlink>
          <a:srgbClr val="0860A8"/>
        </a:hlink>
        <a:folHlink>
          <a:srgbClr val="0C2E8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4_Intel_LTtemplate_121410">
  <a:themeElements>
    <a:clrScheme name="intel2011">
      <a:dk1>
        <a:srgbClr val="061922"/>
      </a:dk1>
      <a:lt1>
        <a:srgbClr val="FFFFFF"/>
      </a:lt1>
      <a:dk2>
        <a:srgbClr val="939598"/>
      </a:dk2>
      <a:lt2>
        <a:srgbClr val="B4BABD"/>
      </a:lt2>
      <a:accent1>
        <a:srgbClr val="0071C5"/>
      </a:accent1>
      <a:accent2>
        <a:srgbClr val="00AEEF"/>
      </a:accent2>
      <a:accent3>
        <a:srgbClr val="004280"/>
      </a:accent3>
      <a:accent4>
        <a:srgbClr val="FFDA00"/>
      </a:accent4>
      <a:accent5>
        <a:srgbClr val="A6CE39"/>
      </a:accent5>
      <a:accent6>
        <a:srgbClr val="FDB813"/>
      </a:accent6>
      <a:hlink>
        <a:srgbClr val="0071C5"/>
      </a:hlink>
      <a:folHlink>
        <a:srgbClr val="00AEE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ln w="3175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eaLnBrk="0" hangingPunct="0">
          <a:defRPr sz="2000" b="1" smtClean="0">
            <a:latin typeface="Neo Sans Intel" pitchFamily="34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Neo Sans Intel" pitchFamily="34" charset="0"/>
            <a:cs typeface="Arial" pitchFamily="34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dirty="0" err="1" smtClean="0">
            <a:latin typeface="+mn-lt"/>
          </a:defRPr>
        </a:defPPr>
      </a:lstStyle>
    </a:txDef>
  </a:objectDefaults>
  <a:extraClrSchemeLst>
    <a:extraClrScheme>
      <a:clrScheme name="2_intel_template_1_111605_BLUE 1">
        <a:dk1>
          <a:srgbClr val="FF5C00"/>
        </a:dk1>
        <a:lt1>
          <a:srgbClr val="FFFFFF"/>
        </a:lt1>
        <a:dk2>
          <a:srgbClr val="0C2E86"/>
        </a:dk2>
        <a:lt2>
          <a:srgbClr val="F5E647"/>
        </a:lt2>
        <a:accent1>
          <a:srgbClr val="A6CAE1"/>
        </a:accent1>
        <a:accent2>
          <a:srgbClr val="567EB9"/>
        </a:accent2>
        <a:accent3>
          <a:srgbClr val="AAADC3"/>
        </a:accent3>
        <a:accent4>
          <a:srgbClr val="DADADA"/>
        </a:accent4>
        <a:accent5>
          <a:srgbClr val="D0E1EE"/>
        </a:accent5>
        <a:accent6>
          <a:srgbClr val="4D72A7"/>
        </a:accent6>
        <a:hlink>
          <a:srgbClr val="0860A8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intel_template_1_111605_BLUE 2">
        <a:dk1>
          <a:srgbClr val="0860A8"/>
        </a:dk1>
        <a:lt1>
          <a:srgbClr val="FFFFFF"/>
        </a:lt1>
        <a:dk2>
          <a:srgbClr val="F5E647"/>
        </a:dk2>
        <a:lt2>
          <a:srgbClr val="FF5C47"/>
        </a:lt2>
        <a:accent1>
          <a:srgbClr val="A6CAE1"/>
        </a:accent1>
        <a:accent2>
          <a:srgbClr val="567EB9"/>
        </a:accent2>
        <a:accent3>
          <a:srgbClr val="FFFFFF"/>
        </a:accent3>
        <a:accent4>
          <a:srgbClr val="06518F"/>
        </a:accent4>
        <a:accent5>
          <a:srgbClr val="D0E1EE"/>
        </a:accent5>
        <a:accent6>
          <a:srgbClr val="4D72A7"/>
        </a:accent6>
        <a:hlink>
          <a:srgbClr val="0C2E86"/>
        </a:hlink>
        <a:folHlink>
          <a:srgbClr val="AA014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intel_template_1_111605_BLUE 3">
        <a:dk1>
          <a:srgbClr val="000000"/>
        </a:dk1>
        <a:lt1>
          <a:srgbClr val="FFFFFF"/>
        </a:lt1>
        <a:dk2>
          <a:srgbClr val="DDDDDD"/>
        </a:dk2>
        <a:lt2>
          <a:srgbClr val="5F5F5F"/>
        </a:lt2>
        <a:accent1>
          <a:srgbClr val="A6CAE1"/>
        </a:accent1>
        <a:accent2>
          <a:srgbClr val="567EB9"/>
        </a:accent2>
        <a:accent3>
          <a:srgbClr val="FFFFFF"/>
        </a:accent3>
        <a:accent4>
          <a:srgbClr val="000000"/>
        </a:accent4>
        <a:accent5>
          <a:srgbClr val="D0E1EE"/>
        </a:accent5>
        <a:accent6>
          <a:srgbClr val="4D72A7"/>
        </a:accent6>
        <a:hlink>
          <a:srgbClr val="0860A8"/>
        </a:hlink>
        <a:folHlink>
          <a:srgbClr val="0C2E8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5_Intel_LTtemplate_121410">
  <a:themeElements>
    <a:clrScheme name="intel2011">
      <a:dk1>
        <a:srgbClr val="061922"/>
      </a:dk1>
      <a:lt1>
        <a:srgbClr val="FFFFFF"/>
      </a:lt1>
      <a:dk2>
        <a:srgbClr val="939598"/>
      </a:dk2>
      <a:lt2>
        <a:srgbClr val="B4BABD"/>
      </a:lt2>
      <a:accent1>
        <a:srgbClr val="0071C5"/>
      </a:accent1>
      <a:accent2>
        <a:srgbClr val="00AEEF"/>
      </a:accent2>
      <a:accent3>
        <a:srgbClr val="004280"/>
      </a:accent3>
      <a:accent4>
        <a:srgbClr val="FFDA00"/>
      </a:accent4>
      <a:accent5>
        <a:srgbClr val="A6CE39"/>
      </a:accent5>
      <a:accent6>
        <a:srgbClr val="FDB813"/>
      </a:accent6>
      <a:hlink>
        <a:srgbClr val="0071C5"/>
      </a:hlink>
      <a:folHlink>
        <a:srgbClr val="00AEE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ln w="3175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eaLnBrk="0" hangingPunct="0">
          <a:defRPr sz="2000" b="1" smtClean="0">
            <a:latin typeface="Neo Sans Intel" pitchFamily="34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Neo Sans Intel" pitchFamily="34" charset="0"/>
            <a:cs typeface="Arial" pitchFamily="34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dirty="0" err="1" smtClean="0">
            <a:latin typeface="+mn-lt"/>
          </a:defRPr>
        </a:defPPr>
      </a:lstStyle>
    </a:txDef>
  </a:objectDefaults>
  <a:extraClrSchemeLst>
    <a:extraClrScheme>
      <a:clrScheme name="2_intel_template_1_111605_BLUE 1">
        <a:dk1>
          <a:srgbClr val="FF5C00"/>
        </a:dk1>
        <a:lt1>
          <a:srgbClr val="FFFFFF"/>
        </a:lt1>
        <a:dk2>
          <a:srgbClr val="0C2E86"/>
        </a:dk2>
        <a:lt2>
          <a:srgbClr val="F5E647"/>
        </a:lt2>
        <a:accent1>
          <a:srgbClr val="A6CAE1"/>
        </a:accent1>
        <a:accent2>
          <a:srgbClr val="567EB9"/>
        </a:accent2>
        <a:accent3>
          <a:srgbClr val="AAADC3"/>
        </a:accent3>
        <a:accent4>
          <a:srgbClr val="DADADA"/>
        </a:accent4>
        <a:accent5>
          <a:srgbClr val="D0E1EE"/>
        </a:accent5>
        <a:accent6>
          <a:srgbClr val="4D72A7"/>
        </a:accent6>
        <a:hlink>
          <a:srgbClr val="0860A8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intel_template_1_111605_BLUE 2">
        <a:dk1>
          <a:srgbClr val="0860A8"/>
        </a:dk1>
        <a:lt1>
          <a:srgbClr val="FFFFFF"/>
        </a:lt1>
        <a:dk2>
          <a:srgbClr val="F5E647"/>
        </a:dk2>
        <a:lt2>
          <a:srgbClr val="FF5C47"/>
        </a:lt2>
        <a:accent1>
          <a:srgbClr val="A6CAE1"/>
        </a:accent1>
        <a:accent2>
          <a:srgbClr val="567EB9"/>
        </a:accent2>
        <a:accent3>
          <a:srgbClr val="FFFFFF"/>
        </a:accent3>
        <a:accent4>
          <a:srgbClr val="06518F"/>
        </a:accent4>
        <a:accent5>
          <a:srgbClr val="D0E1EE"/>
        </a:accent5>
        <a:accent6>
          <a:srgbClr val="4D72A7"/>
        </a:accent6>
        <a:hlink>
          <a:srgbClr val="0C2E86"/>
        </a:hlink>
        <a:folHlink>
          <a:srgbClr val="AA014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intel_template_1_111605_BLUE 3">
        <a:dk1>
          <a:srgbClr val="000000"/>
        </a:dk1>
        <a:lt1>
          <a:srgbClr val="FFFFFF"/>
        </a:lt1>
        <a:dk2>
          <a:srgbClr val="DDDDDD"/>
        </a:dk2>
        <a:lt2>
          <a:srgbClr val="5F5F5F"/>
        </a:lt2>
        <a:accent1>
          <a:srgbClr val="A6CAE1"/>
        </a:accent1>
        <a:accent2>
          <a:srgbClr val="567EB9"/>
        </a:accent2>
        <a:accent3>
          <a:srgbClr val="FFFFFF"/>
        </a:accent3>
        <a:accent4>
          <a:srgbClr val="000000"/>
        </a:accent4>
        <a:accent5>
          <a:srgbClr val="D0E1EE"/>
        </a:accent5>
        <a:accent6>
          <a:srgbClr val="4D72A7"/>
        </a:accent6>
        <a:hlink>
          <a:srgbClr val="0860A8"/>
        </a:hlink>
        <a:folHlink>
          <a:srgbClr val="0C2E8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9C018824A95FB488727A36A2741362C" ma:contentTypeVersion="2" ma:contentTypeDescription="Create a new document." ma:contentTypeScope="" ma:versionID="d71d09c73e07db6d6b2fcbb7ccfb8a79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7508e98659ae690b404782dccb6fdfef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SharedContentType xmlns="Microsoft.SharePoint.Taxonomy.ContentTypeSync" SourceId="b2fd7923-39df-40b1-bcec-a4d906d8b0f0" ContentTypeId="0x0101" PreviousValue="false"/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449827A-4677-4301-BDB0-E01601A812F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5C2E5AF-1574-4AA0-953E-572F351E8F8F}">
  <ds:schemaRefs>
    <ds:schemaRef ds:uri="Microsoft.SharePoint.Taxonomy.ContentTypeSync"/>
  </ds:schemaRefs>
</ds:datastoreItem>
</file>

<file path=customXml/itemProps3.xml><?xml version="1.0" encoding="utf-8"?>
<ds:datastoreItem xmlns:ds="http://schemas.openxmlformats.org/officeDocument/2006/customXml" ds:itemID="{B36B85D5-ACD7-441F-BCC2-8893F7EDD62A}">
  <ds:schemaRefs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www.w3.org/XML/1998/namespace"/>
  </ds:schemaRefs>
</ds:datastoreItem>
</file>

<file path=customXml/itemProps4.xml><?xml version="1.0" encoding="utf-8"?>
<ds:datastoreItem xmlns:ds="http://schemas.openxmlformats.org/officeDocument/2006/customXml" ds:itemID="{2A1EDF66-4A45-4A47-B70E-5EB89CE8531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148911</TotalTime>
  <Words>656</Words>
  <Application>Microsoft Office PowerPoint</Application>
  <PresentationFormat>On-screen Show (16:9)</PresentationFormat>
  <Paragraphs>113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9</vt:i4>
      </vt:variant>
      <vt:variant>
        <vt:lpstr>Slide Titles</vt:lpstr>
      </vt:variant>
      <vt:variant>
        <vt:i4>13</vt:i4>
      </vt:variant>
    </vt:vector>
  </HeadingPairs>
  <TitlesOfParts>
    <vt:vector size="34" baseType="lpstr">
      <vt:lpstr>ＭＳ Ｐゴシック</vt:lpstr>
      <vt:lpstr>ＭＳ Ｐゴシック</vt:lpstr>
      <vt:lpstr>Arial</vt:lpstr>
      <vt:lpstr>Calibri</vt:lpstr>
      <vt:lpstr>Intel Clear</vt:lpstr>
      <vt:lpstr>Lucida Grande</vt:lpstr>
      <vt:lpstr>Neo Sans Intel</vt:lpstr>
      <vt:lpstr>Neo Sans Intel Light</vt:lpstr>
      <vt:lpstr>Neo Sans Intel Medium</vt:lpstr>
      <vt:lpstr>Times</vt:lpstr>
      <vt:lpstr>Verdana</vt:lpstr>
      <vt:lpstr>Wingdings</vt:lpstr>
      <vt:lpstr>Office Theme</vt:lpstr>
      <vt:lpstr>Intel_LTtemplate_121410</vt:lpstr>
      <vt:lpstr>1_Intel_LTtemplate_121410</vt:lpstr>
      <vt:lpstr>2_Intel_LTtemplate_121410</vt:lpstr>
      <vt:lpstr>intel16x9</vt:lpstr>
      <vt:lpstr>2_intel16x9</vt:lpstr>
      <vt:lpstr>3_Intel_LTtemplate_121410</vt:lpstr>
      <vt:lpstr>4_Intel_LTtemplate_121410</vt:lpstr>
      <vt:lpstr>5_Intel_LTtemplate_121410</vt:lpstr>
      <vt:lpstr>FPGA Support in the  upstream kernel  Alan Tull </vt:lpstr>
      <vt:lpstr>Overview</vt:lpstr>
      <vt:lpstr>FPGA Manager Framework</vt:lpstr>
      <vt:lpstr>FPGA Regions and FPGA Bridges</vt:lpstr>
      <vt:lpstr>FPGA Regions</vt:lpstr>
      <vt:lpstr>FPGA programming by applying a Device Tree Overlay (DTO) </vt:lpstr>
      <vt:lpstr>A few words about interfaces</vt:lpstr>
      <vt:lpstr>FPGA Image Info Struct (change to the FPGA Manager framework)</vt:lpstr>
      <vt:lpstr>Reference</vt:lpstr>
      <vt:lpstr>Back Up</vt:lpstr>
      <vt:lpstr>Backup</vt:lpstr>
      <vt:lpstr>FPGA Manager API (with proposed changes)</vt:lpstr>
      <vt:lpstr>The Linux Kernel FPGA Manager Framework</vt:lpstr>
    </vt:vector>
  </TitlesOfParts>
  <Company>Intel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28pt Light Title of Presentation Title of Presentation Line Two</dc:title>
  <dc:creator>Sims, Pattie</dc:creator>
  <cp:lastModifiedBy>Tull, Alan</cp:lastModifiedBy>
  <cp:revision>1756</cp:revision>
  <cp:lastPrinted>2015-12-03T22:29:41Z</cp:lastPrinted>
  <dcterms:created xsi:type="dcterms:W3CDTF">2013-08-02T17:23:13Z</dcterms:created>
  <dcterms:modified xsi:type="dcterms:W3CDTF">2016-11-03T14:27:33Z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0x01010099C018824A95FB488727A36A2741362C</vt:lpwstr>
  </property>
</Properties>
</file>