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7"/>
  </p:notesMasterIdLst>
  <p:handoutMasterIdLst>
    <p:handoutMasterId r:id="rId8"/>
  </p:handoutMasterIdLst>
  <p:sldIdLst>
    <p:sldId id="256" r:id="rId4"/>
    <p:sldId id="257" r:id="rId5"/>
    <p:sldId id="258" r:id="rId6"/>
  </p:sldIdLst>
  <p:sldSz cx="10080625" cy="5670550"/>
  <p:notesSz cx="7772400" cy="10058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94" d="100"/>
          <a:sy n="94" d="100"/>
        </p:scale>
        <p:origin x="91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126C24-0EBB-49CF-A517-9D2DB6424FF1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3438" cy="503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>
            <a:lvl1pPr eaLnBrk="1" fontAlgn="auto">
              <a:spcBef>
                <a:spcPts val="0"/>
              </a:spcBef>
              <a:spcAft>
                <a:spcPts val="0"/>
              </a:spcAft>
              <a:defRPr sz="1400">
                <a:latin typeface="Liberation Sans" pitchFamily="18"/>
                <a:ea typeface="Source Han Sans CN" pitchFamily="2"/>
                <a:cs typeface="Droid Sans Devanagari" pitchFamily="2"/>
              </a:defRPr>
            </a:lvl1pPr>
          </a:lstStyle>
          <a:p>
            <a:pPr>
              <a:defRPr sz="1400"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A2BB90-B1A6-4931-BCDA-302AD0CEDA2B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8963" y="0"/>
            <a:ext cx="3373437" cy="503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>
            <a:lvl1pPr algn="r" eaLnBrk="1" fontAlgn="auto">
              <a:spcBef>
                <a:spcPts val="0"/>
              </a:spcBef>
              <a:spcAft>
                <a:spcPts val="0"/>
              </a:spcAft>
              <a:defRPr sz="1400">
                <a:latin typeface="Liberation Sans" pitchFamily="18"/>
                <a:ea typeface="Source Han Sans CN" pitchFamily="2"/>
                <a:cs typeface="Droid Sans Devanagari" pitchFamily="2"/>
              </a:defRPr>
            </a:lvl1pPr>
          </a:lstStyle>
          <a:p>
            <a:pPr>
              <a:defRPr sz="1400"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1ACC0-ACFE-4F1A-873E-4A57C0E3F7A4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163"/>
            <a:ext cx="3373438" cy="503237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>
            <a:lvl1pPr eaLnBrk="1" fontAlgn="auto">
              <a:spcBef>
                <a:spcPts val="0"/>
              </a:spcBef>
              <a:spcAft>
                <a:spcPts val="0"/>
              </a:spcAft>
              <a:defRPr sz="1400">
                <a:latin typeface="Liberation Sans" pitchFamily="18"/>
                <a:ea typeface="Source Han Sans CN" pitchFamily="2"/>
                <a:cs typeface="Droid Sans Devanagari" pitchFamily="2"/>
              </a:defRPr>
            </a:lvl1pPr>
          </a:lstStyle>
          <a:p>
            <a:pPr>
              <a:defRPr sz="1400"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4A114-1900-454D-A52E-E23017010404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8963" y="9555163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>
            <a:lvl1pPr algn="r" eaLnBrk="1" fontAlgn="auto">
              <a:spcBef>
                <a:spcPts val="0"/>
              </a:spcBef>
              <a:spcAft>
                <a:spcPts val="0"/>
              </a:spcAft>
              <a:defRPr sz="1400">
                <a:latin typeface="Liberation Sans" pitchFamily="18"/>
                <a:ea typeface="Source Han Sans CN" pitchFamily="2"/>
                <a:cs typeface="Droid Sans Devanagari" pitchFamily="2"/>
              </a:defRPr>
            </a:lvl1pPr>
          </a:lstStyle>
          <a:p>
            <a:pPr>
              <a:defRPr sz="1400"/>
            </a:pPr>
            <a:fld id="{69513928-855D-48FD-A40F-503C865A7666}" type="slidenum">
              <a:rPr lang="en-US"/>
              <a:pPr>
                <a:defRPr sz="14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453DCD24-24D8-4159-97D3-69C090561647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3ED38-789A-485E-9C5F-451A4D0A1612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875" y="4776788"/>
            <a:ext cx="6216650" cy="45259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lvl="0"/>
            <a:endParaRPr lang="en-US" noProof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D9BF17E-3E73-4549-9CE1-9591F35CA3AE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3438" cy="50323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7A0D4-817D-4F7B-83DD-4DFD49920296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8963" y="0"/>
            <a:ext cx="3373437" cy="50323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60AAE-9C43-4806-84DC-51CB063BD1E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163"/>
            <a:ext cx="3373438" cy="5032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FDDC2-4B03-4323-8A72-C505A69E26D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8963" y="9555163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 smtClean="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fld id="{6462C7D3-9552-4B5C-A248-FEF0D9DDB8AB}" type="slidenum">
              <a:rPr/>
              <a:pPr>
                <a:defRPr/>
              </a:p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15900" indent="-215900" algn="l" rtl="0" eaLnBrk="0" fontAlgn="base" hangingPunct="0">
      <a:spcBef>
        <a:spcPct val="30000"/>
      </a:spcBef>
      <a:spcAft>
        <a:spcPct val="0"/>
      </a:spcAft>
      <a:defRPr lang="en-US" sz="2000" kern="1200">
        <a:solidFill>
          <a:schemeClr val="tx1"/>
        </a:solidFill>
        <a:highlight>
          <a:scrgbClr r="0" g="0" b="0">
            <a:alpha val="0"/>
          </a:scrgbClr>
        </a:highlight>
        <a:latin typeface="Liberation Sans" pitchFamily="18"/>
      </a:defRPr>
    </a:lvl1pPr>
    <a:lvl2pPr marL="742950" indent="-28575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6">
            <a:extLst>
              <a:ext uri="{FF2B5EF4-FFF2-40B4-BE49-F238E27FC236}">
                <a16:creationId xmlns:a16="http://schemas.microsoft.com/office/drawing/2014/main" id="{EFCCF127-126B-4420-BCE6-EC291E8D5B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F1988C-5721-4A0A-8996-E4FE50E4D1CE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7171" name="Slide Image Placeholder 1">
            <a:extLst>
              <a:ext uri="{FF2B5EF4-FFF2-40B4-BE49-F238E27FC236}">
                <a16:creationId xmlns:a16="http://schemas.microsoft.com/office/drawing/2014/main" id="{FCD57D3F-D27E-414E-9134-FB5438FA8C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A62378-16CD-48BB-981E-C9C5E24879C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6">
            <a:extLst>
              <a:ext uri="{FF2B5EF4-FFF2-40B4-BE49-F238E27FC236}">
                <a16:creationId xmlns:a16="http://schemas.microsoft.com/office/drawing/2014/main" id="{64620854-0F4B-4097-B7C4-0B89E819E1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17F44D7-6AA0-4898-A8AA-E433D8C9F5DD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9219" name="Slide Image Placeholder 1">
            <a:extLst>
              <a:ext uri="{FF2B5EF4-FFF2-40B4-BE49-F238E27FC236}">
                <a16:creationId xmlns:a16="http://schemas.microsoft.com/office/drawing/2014/main" id="{61D60D20-A1A8-4A8E-B33B-6CD79F710A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5CF792-BA6C-4015-B43D-4A94F5C82A0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6">
            <a:extLst>
              <a:ext uri="{FF2B5EF4-FFF2-40B4-BE49-F238E27FC236}">
                <a16:creationId xmlns:a16="http://schemas.microsoft.com/office/drawing/2014/main" id="{5E446441-2B52-40E9-8088-648F3BE572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049E83D-7FE3-49AA-9A3A-BC36347C3951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11267" name="Slide Image Placeholder 1">
            <a:extLst>
              <a:ext uri="{FF2B5EF4-FFF2-40B4-BE49-F238E27FC236}">
                <a16:creationId xmlns:a16="http://schemas.microsoft.com/office/drawing/2014/main" id="{F991E2CC-8DC5-48F1-9E06-E033591E589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F0B5EE-75EC-40F8-BA40-551E5BC7210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496CE-8270-4A56-8A48-F1E37D8F296D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3F635-3A36-44A5-8342-B72E17C6319B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E59CF-B90F-4E57-BCA3-E12EFB12CDF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41104E-A93C-4D51-9EFF-2AEB41300603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2542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B3EDA-3B12-47FC-9A66-40E1941AABC2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CFA76-5EA8-4A70-80CD-91645EF973BA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CB842-3B5C-4368-B44C-1537F3A9618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E00D5F-AD42-4738-ADB0-44EE78ED9AD8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1308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38763-D3BC-4907-8396-70062A057EFC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B96AC-B630-4D9D-97AF-1C2624C0640E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9B13C-478B-4736-A20D-B1FBCE11F1E5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8FF9AC-1C2C-45D0-89C9-699070D7949F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4971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857F767-FF22-4D56-908C-92C00BF91E49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B3F2F80-F8E0-4FC3-901C-A9ABB2BF379A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0992B06-AF4D-4F99-80AE-E1FE603A48F3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F22052-7836-4255-A493-9984ED533633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160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9642B6D-D00C-4EC5-BB68-5F12E51EAF5F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8DF700A-B8E0-4399-9736-259A91160149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F6985A7-7368-4269-8D91-18AFF3D97E9D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67063-F80F-4705-A760-7D107CDD6342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90935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5B37B87-1411-40C1-9EA5-DE97CCF2F4B0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D5ACEEC-499F-4886-8BF3-3DBE441E3100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2EA6093-FEF0-4828-BF03-37D592D6A50F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6F007A-ADE7-4EE8-95D9-CC5A79198BB1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9613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54131CA-A423-488D-8075-C67EF62B7B87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5754B59-1ACD-499A-B131-E4B45913B455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FC51721-C3C3-4ABB-B8AE-B71709F1A922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CB6742-18A0-434A-B5A3-B20A6110C586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749658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E01E9DF-2794-45CE-9ADB-86AFD6F63094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CC06770-B6C3-4FA5-8B98-3B66676537CF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5616655-DABC-429A-B94D-FD345DA3C3C1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4EF087-B562-4457-A83B-8E9EEC4FEE8F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3302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6497756-CADA-49B9-B430-94173DF8D31B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593D194-C71D-412F-97CB-B9A2A41F9D68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0032B8F-0180-43BF-B073-E8B8A1EC362D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C1AA11-0659-4885-868B-418C917EEF89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3337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960F8-FDDB-47DC-96AC-76B9DE05000E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9A781-9EE8-4CC2-B284-F3B83B4EEC80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A870F-770B-4583-91B1-4AE8570FAA47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8328EA-F9F0-4144-8363-A25D441526A6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4744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4BED1-4F87-4F63-814C-6149640FB65D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C6323-4E05-450A-96F2-85256D7F5E13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8C943-4209-4FA7-A547-FBD990F321BB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DAA88B-DE11-4E44-9BD1-BDCB35A45A96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998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7E4A4AFD-2073-4F54-82E4-164026807139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955E6EA2-0F2C-4DEF-AD37-AFFD8309E36B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7A3EE7C4-23C8-4D13-8168-C9C40CD48325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749990-1F12-475F-B4BD-12EFFC736435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8849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9BF43120-BFEE-48E3-82D3-AD2E6A674E5C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D1C918AC-050E-4002-B39A-B598F53584EA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9E53FE43-8508-44D8-8933-20B0A307EAE7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3A63E-C062-498B-88B1-A26E047FFBAF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6925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C6B191E1-B7D4-440B-A7CF-FC834F89B007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6C4CEECA-A67D-468E-8395-DE9105FAB199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E88F46D0-0FD1-4596-B732-D44137841356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EF0036-FAAD-4488-BDA3-66B628C235BE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56496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2563" y="1327150"/>
            <a:ext cx="4843462" cy="35194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78425" y="1327150"/>
            <a:ext cx="4845050" cy="35194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0E25B-2164-4C77-9425-828829751195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C13C6-BE84-4C56-B2F2-5CC10124024D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D886C-77B7-4F34-9A75-28056A16D067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F4DDB-B733-41D8-A17B-D5E8BC2A2DA5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6973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E0271BCE-DA74-4A1C-8D54-731E61B8BE28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ECF49C6-FFAE-430D-9CF8-797A1FCBFB00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17EEFBCA-E458-435F-8B44-BD4F3EFD191A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241CE4-DF7F-4F7B-BDD8-2A21D79051EF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6861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833A022B-3B0B-44C5-A397-A6E72647B26D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04B94B2C-5919-4C25-86E7-A9DBC61F5821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ADACA0FD-EC77-4E5A-AC66-42DF296EAED7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4D90E4-37C8-446C-9852-DC9C34B86891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16132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B4503916-D7E0-43B7-8389-023F82FB6B4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A9737D36-6901-4BC2-8F61-07B764C4BD2C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1181ADC8-F763-4EBC-B91B-82318DCA4859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DA021B-E10D-46C4-809E-C93B2EDF5E2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13556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8A827-011C-43FF-9DA6-2460D71B8AFB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2564B-2723-4894-B5E2-66C608971D36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22AF8-626A-45FC-A87B-FAFEF2A01274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A86C67-C26E-434E-9265-5BCAE263A309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46827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81695-4E04-4716-9D18-3A2A322B7004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E5654-FBF5-4862-B6CD-354F1A587908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774D1-D712-43CE-AE22-CEE6F81CA3CB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E1B804-B530-481E-8E88-B27DD04F94B6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71898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1CE8869C-1872-4156-BBD1-CF65CC094E8A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E8203B82-7D46-4150-985D-186680F843C2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0593F4F-4DC3-4B6B-A2F3-76A1EE564922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516184-D31D-4B8F-BBAF-FABF5E86F3E7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20689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64438" y="225425"/>
            <a:ext cx="2459037" cy="46212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2563" y="225425"/>
            <a:ext cx="7229475" cy="46212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E080950-DEC2-4AB1-BEA5-EF85C6A6B92C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2674A9C5-F977-4B9F-874C-51F0E3E3BA68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B22D0207-73D1-4A51-A669-5C10D4BA384F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F2747-84E5-424C-AA58-47C763672A27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40264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C838AF0C-B177-4E43-8CC5-18F6066DDD0A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7988BC7D-1D69-4A52-A3FC-06F90B921ED7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F7D51D51-AC76-4C28-91DB-66BA6597EA44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72B43C-297A-43C1-AEB7-7FCF2FD46A56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90766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A584EC62-47E9-498A-94FF-DC0C1A281539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00AA47A9-9968-41CB-B44F-1F3EA3462A2E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74261375-8ACA-406D-A3A7-2F41CFB42A43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51A88E-D609-4301-9599-2B6B26ABD3E5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6673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4F941DF1-D641-4CF1-964F-58041E06D745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47AAD272-201B-4AC0-8C15-DB80CBC4B150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EBD606A-7B8A-4D19-9D7E-B345FC403EA7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0E3F8E-391C-4E96-A0CA-1050B3824D9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51617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4638" y="1327150"/>
            <a:ext cx="4724400" cy="35194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1438" y="1327150"/>
            <a:ext cx="4724400" cy="35194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1C875-EECE-4DD2-8931-0BF54756C555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D2262-5409-498F-8B55-1589BAA18960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75D0B-087B-40BF-8164-4071D8510612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D984B6-3F3E-43D6-B298-96E226E0AF9C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94806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A863C0B5-DB89-4DD0-A173-0FAF92F86B4A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34854CBE-D374-45BC-A523-0DBBC088671B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3D8EECE-72EF-4192-ACF5-2BA3E1A7AB42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911C85-85DF-4D59-B8D2-35E528032A72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5250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E6013B8F-0B6B-4B25-B8EB-AC0418089E90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0683F721-5443-4369-9B3D-7CBC34342AD2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FDF1E1EB-1016-4C9C-9AF2-F804BD017022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66CE4D-A334-4D89-AA06-4D6E9C90050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0173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1D384999-929D-46A7-AD9D-0550E993784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04C9B791-D6F3-4266-9778-B89F8327D5B3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76CC6C7A-859B-4CBE-A57E-F6759EF33882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582B95-CFBC-4D80-AC20-763CE0AED63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58131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886FE-41D3-4BE0-874D-6D72CB55C07E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19223-5BCE-442E-915D-A77E29F94010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E1BAD-F98E-4C68-9835-14E2A7626B8A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AD66A4-303C-44D7-BD29-88780689B8F4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33560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FA261-066B-429E-AAC8-3774D89A88A6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1194F-8955-4206-8145-B957CEB3ED5D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9CC41-17E5-4EAF-B601-F143845A6965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4C2E44-4912-4A54-B029-2CEB114B51CB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95788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C0B6FEAD-BD82-4FB2-94A8-D51093881B8C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DA338372-9DBB-44E6-B3E9-393CC0916ED4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24341598-3705-4C86-BE0C-9C6BCE98D8EA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DE8791-586A-4446-9EAD-B47B21FFB396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80671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75538" y="225425"/>
            <a:ext cx="2400300" cy="46212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4638" y="225425"/>
            <a:ext cx="7048500" cy="46212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4EACC45F-6069-44F8-B1C8-8C8645E056C9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7AB4C2DA-32B7-4F06-9EA9-B3DDDCC63354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2339B470-B46D-4FAB-9989-50548001E8BF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A5892E-FF0C-4858-871C-07929FA7D8B2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7122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DC218A-B022-4B10-BED7-4ED081D8CB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238" y="225425"/>
            <a:ext cx="9072562" cy="947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EA956-EAD5-41E4-9BEE-53E0306AD8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238" y="1327150"/>
            <a:ext cx="9072562" cy="32877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2AB09-F6E3-47DB-A2D8-6C7FEA3BEA64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238" y="5165725"/>
            <a:ext cx="2349500" cy="39052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C90CA-51A7-47A1-B0BB-E96837448A1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8050" y="5165725"/>
            <a:ext cx="3194050" cy="39052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081DB-95C2-46CD-A3D7-62EDE37BA5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888" y="5165725"/>
            <a:ext cx="2347912" cy="39052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 smtClean="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fld id="{CCFA9B98-53AC-4680-A7E8-8266195C7DA7}" type="slidenum">
              <a:rPr/>
              <a:pPr>
                <a:defRPr/>
              </a:pPr>
              <a:t>‹#›</a:t>
            </a:fld>
            <a:endParaRPr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FB4F547B-3340-425A-A2BE-B53D3DFAF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9525"/>
            <a:ext cx="10079037" cy="567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en-US" sz="4400" kern="1200">
          <a:solidFill>
            <a:schemeClr val="tx2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9pPr>
    </p:titleStyle>
    <p:bodyStyle>
      <a:lvl1pPr algn="l" rtl="0" eaLnBrk="0" fontAlgn="base" hangingPunct="0">
        <a:spcBef>
          <a:spcPts val="1413"/>
        </a:spcBef>
        <a:spcAft>
          <a:spcPct val="0"/>
        </a:spcAft>
        <a:defRPr lang="en-US" sz="3200" kern="1200">
          <a:solidFill>
            <a:schemeClr val="tx1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011DF6A-4C5E-4FF9-AE69-31DEE0A91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975" y="9525"/>
            <a:ext cx="10077450" cy="567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00A866B-A9A9-4DE9-8B32-6476FB8BF7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475" y="225425"/>
            <a:ext cx="6283325" cy="94773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/>
          <a:p>
            <a:pPr lvl="0"/>
            <a:r>
              <a:rPr lang="en-US"/>
              <a:t>Click to edit the title text format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019CE8-A2EA-4721-9454-75C9834C9B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563" y="1327150"/>
            <a:ext cx="9840912" cy="35194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236B3-64BE-4BEF-9409-B9E3ACC6E75C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238" y="5165725"/>
            <a:ext cx="2349500" cy="39052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59941-4370-40CC-BF12-0A84E8D33FA8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8050" y="5165725"/>
            <a:ext cx="3194050" cy="39052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25EFE-F5EC-4936-80EE-375F6224203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888" y="5165725"/>
            <a:ext cx="2347912" cy="39052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 smtClean="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fld id="{EC3BC0D1-70F1-40EC-9E31-768A72FFAD1A}" type="slidenum">
              <a:rPr/>
              <a:pPr>
                <a:defRPr/>
              </a:p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en-US" sz="3600" kern="1200">
          <a:solidFill>
            <a:schemeClr val="tx2"/>
          </a:solidFill>
          <a:highlight>
            <a:scrgbClr r="0" g="0" b="0">
              <a:alpha val="0"/>
            </a:scrgbClr>
          </a:highlight>
          <a:latin typeface="Liberation Sans" pitchFamily="18"/>
          <a:ea typeface="Source Han Sans CN" pitchFamily="2"/>
          <a:cs typeface="Droid Sans Devanagari" pitchFamily="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iberation Sans"/>
          <a:ea typeface="Source Han Sans CN"/>
          <a:cs typeface="Droid Sans Devanagari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iberation Sans"/>
          <a:ea typeface="Source Han Sans CN"/>
          <a:cs typeface="Droid Sans Devanagari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iberation Sans"/>
          <a:ea typeface="Source Han Sans CN"/>
          <a:cs typeface="Droid Sans Devanagari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iberation Sans"/>
          <a:ea typeface="Source Han Sans CN"/>
          <a:cs typeface="Droid Sans Devanagari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iberation Sans"/>
          <a:ea typeface="Source Han Sans CN"/>
          <a:cs typeface="Droid Sans Devanagari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iberation Sans"/>
          <a:ea typeface="Source Han Sans CN"/>
          <a:cs typeface="Droid Sans Devanagari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iberation Sans"/>
          <a:ea typeface="Source Han Sans CN"/>
          <a:cs typeface="Droid Sans Devanagari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iberation Sans"/>
          <a:ea typeface="Source Han Sans CN"/>
          <a:cs typeface="Droid Sans Devanagari"/>
        </a:defRPr>
      </a:lvl9pPr>
    </p:titleStyle>
    <p:bodyStyle>
      <a:lvl1pPr algn="l" rtl="0" eaLnBrk="0" fontAlgn="base" hangingPunct="0">
        <a:spcBef>
          <a:spcPts val="1413"/>
        </a:spcBef>
        <a:spcAft>
          <a:spcPct val="0"/>
        </a:spcAft>
        <a:defRPr lang="en-US" sz="3200" kern="1200">
          <a:solidFill>
            <a:schemeClr val="tx1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86D9FC0-22BE-4613-B3E5-B49B6BBFF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9525"/>
            <a:ext cx="10079037" cy="567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FD2A570A-2D22-4684-88F4-547E27AF13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82963" y="225425"/>
            <a:ext cx="6192837" cy="94773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/>
          <a:p>
            <a:pPr lvl="0"/>
            <a:r>
              <a:rPr lang="en-US"/>
              <a:t>Click to edit the title text format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720E5-508D-4018-A2AD-6F8C17B37F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4638" y="1327150"/>
            <a:ext cx="9601200" cy="35194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29094-D418-42D7-B58F-C295E9E40225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238" y="5165725"/>
            <a:ext cx="2349500" cy="39052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67130-C2A3-420D-90E9-20C2252C7E2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8050" y="5165725"/>
            <a:ext cx="3194050" cy="39052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5082A-F1E9-44E2-9DF5-990D01F0901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888" y="5165725"/>
            <a:ext cx="2347912" cy="39052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 smtClean="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fld id="{C72A0536-33EF-4879-9BB5-E816319F447E}" type="slidenum">
              <a:rPr/>
              <a:pPr>
                <a:defRPr/>
              </a:p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en-US" sz="3600" kern="1200">
          <a:solidFill>
            <a:schemeClr val="tx2"/>
          </a:solidFill>
          <a:highlight>
            <a:scrgbClr r="0" g="0" b="0">
              <a:alpha val="0"/>
            </a:scrgbClr>
          </a:highlight>
          <a:latin typeface="Liberation Sans" pitchFamily="18"/>
          <a:ea typeface="Source Han Sans CN" pitchFamily="2"/>
          <a:cs typeface="Droid Sans Devanagari" pitchFamily="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iberation Sans"/>
          <a:ea typeface="Source Han Sans CN"/>
          <a:cs typeface="Droid Sans Devanagari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iberation Sans"/>
          <a:ea typeface="Source Han Sans CN"/>
          <a:cs typeface="Droid Sans Devanagari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iberation Sans"/>
          <a:ea typeface="Source Han Sans CN"/>
          <a:cs typeface="Droid Sans Devanagari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iberation Sans"/>
          <a:ea typeface="Source Han Sans CN"/>
          <a:cs typeface="Droid Sans Devanagari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iberation Sans"/>
          <a:ea typeface="Source Han Sans CN"/>
          <a:cs typeface="Droid Sans Devanagari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iberation Sans"/>
          <a:ea typeface="Source Han Sans CN"/>
          <a:cs typeface="Droid Sans Devanagari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iberation Sans"/>
          <a:ea typeface="Source Han Sans CN"/>
          <a:cs typeface="Droid Sans Devanagari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iberation Sans"/>
          <a:ea typeface="Source Han Sans CN"/>
          <a:cs typeface="Droid Sans Devanagari"/>
        </a:defRPr>
      </a:lvl9pPr>
    </p:titleStyle>
    <p:bodyStyle>
      <a:lvl1pPr algn="l" rtl="0" eaLnBrk="0" fontAlgn="base" hangingPunct="0">
        <a:spcBef>
          <a:spcPts val="1413"/>
        </a:spcBef>
        <a:spcAft>
          <a:spcPct val="0"/>
        </a:spcAft>
        <a:defRPr lang="en-US" sz="3200" kern="1200">
          <a:solidFill>
            <a:schemeClr val="tx1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BD1AA5B2-E95D-4F7E-8DB7-66DC0E28F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10788" cy="568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extBox 4">
            <a:extLst>
              <a:ext uri="{FF2B5EF4-FFF2-40B4-BE49-F238E27FC236}">
                <a16:creationId xmlns:a16="http://schemas.microsoft.com/office/drawing/2014/main" id="{421507B9-B8E7-452E-AF45-B801E8BDF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" y="2125663"/>
            <a:ext cx="67214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3600">
                <a:solidFill>
                  <a:srgbClr val="760000"/>
                </a:solidFill>
              </a:rPr>
              <a:t>Dynamic MSI-X and IMS opens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1E12B-EF2C-46CD-A1EF-1F84146B888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  <p:pic>
        <p:nvPicPr>
          <p:cNvPr id="8195" name="Picture 3">
            <a:extLst>
              <a:ext uri="{FF2B5EF4-FFF2-40B4-BE49-F238E27FC236}">
                <a16:creationId xmlns:a16="http://schemas.microsoft.com/office/drawing/2014/main" id="{9DF818DA-21D4-4717-9E63-4DDACA4709D7}"/>
              </a:ext>
            </a:extLst>
          </p:cNvPr>
          <p:cNvPicPr>
            <a:picLocks noGrp="1" noChangeAspect="1" noChangeArrowheads="1"/>
          </p:cNvPicPr>
          <p:nvPr>
            <p:ph type="pic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494"/>
            <a:ext cx="10080625" cy="5670550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6BBADE0-F91C-458F-AD00-D5833B7BE9CB}"/>
              </a:ext>
            </a:extLst>
          </p:cNvPr>
          <p:cNvSpPr txBox="1">
            <a:spLocks/>
          </p:cNvSpPr>
          <p:nvPr/>
        </p:nvSpPr>
        <p:spPr>
          <a:xfrm>
            <a:off x="0" y="443836"/>
            <a:ext cx="10515600" cy="1325563"/>
          </a:xfrm>
          <a:prstGeom prst="rect">
            <a:avLst/>
          </a:prstGeom>
        </p:spPr>
        <p:txBody>
          <a:bodyPr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</a:defRPr>
            </a:lvl1pPr>
          </a:lstStyle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dirty="0">
                <a:solidFill>
                  <a:srgbClr val="760000"/>
                </a:solidFill>
              </a:rPr>
              <a:t>Dynamic</a:t>
            </a:r>
            <a:r>
              <a:rPr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760000"/>
                </a:solidFill>
              </a:rPr>
              <a:t>MSI-X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25B936-7428-49FD-91B8-FAC24E016BB7}"/>
              </a:ext>
            </a:extLst>
          </p:cNvPr>
          <p:cNvSpPr txBox="1"/>
          <p:nvPr/>
        </p:nvSpPr>
        <p:spPr>
          <a:xfrm>
            <a:off x="333032" y="1664439"/>
            <a:ext cx="9569450" cy="280076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+mn-lt"/>
              </a:rPr>
              <a:t>Enable allocation of MSI-X after probe phase (no longer one shot)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+mn-lt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+mn-lt"/>
              </a:rPr>
              <a:t>New API: 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int </a:t>
            </a:r>
            <a:r>
              <a:rPr lang="en-US" sz="2400" dirty="0" err="1">
                <a:solidFill>
                  <a:srgbClr val="FF0000"/>
                </a:solidFill>
                <a:latin typeface="+mn-lt"/>
              </a:rPr>
              <a:t>pci_add_msix_irq_vector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 (struct </a:t>
            </a:r>
            <a:r>
              <a:rPr lang="en-US" sz="2400" dirty="0" err="1">
                <a:solidFill>
                  <a:srgbClr val="FF0000"/>
                </a:solidFill>
                <a:latin typeface="+mn-lt"/>
              </a:rPr>
              <a:t>pci_dev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 *dev)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+mn-lt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+mn-lt"/>
              </a:rPr>
              <a:t>Should be called only after </a:t>
            </a:r>
            <a:r>
              <a:rPr lang="en-US" sz="2200" dirty="0" err="1">
                <a:latin typeface="+mn-lt"/>
              </a:rPr>
              <a:t>pci_alloc_irq_vectors</a:t>
            </a:r>
            <a:r>
              <a:rPr lang="en-US" sz="2200" dirty="0">
                <a:latin typeface="+mn-lt"/>
              </a:rPr>
              <a:t>() or variants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2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2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+mn-lt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+mn-lt"/>
              </a:rPr>
              <a:t>Patches: https://github.com/intel/idxd-driver/tree/intel_dynamic_msix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B5CF6-A7ED-48F7-B6B8-307460C6A74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  <p:pic>
        <p:nvPicPr>
          <p:cNvPr id="10243" name="Picture 3">
            <a:extLst>
              <a:ext uri="{FF2B5EF4-FFF2-40B4-BE49-F238E27FC236}">
                <a16:creationId xmlns:a16="http://schemas.microsoft.com/office/drawing/2014/main" id="{5F1731B9-06F2-4CAF-B201-68F6D2F0542B}"/>
              </a:ext>
            </a:extLst>
          </p:cNvPr>
          <p:cNvPicPr>
            <a:picLocks noGrp="1" noChangeAspect="1" noChangeArrowheads="1"/>
          </p:cNvPicPr>
          <p:nvPr>
            <p:ph type="pic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-106136"/>
            <a:ext cx="10074275" cy="5667375"/>
          </a:xfrm>
        </p:spPr>
      </p:pic>
      <p:sp>
        <p:nvSpPr>
          <p:cNvPr id="10244" name="TextBox 6">
            <a:extLst>
              <a:ext uri="{FF2B5EF4-FFF2-40B4-BE49-F238E27FC236}">
                <a16:creationId xmlns:a16="http://schemas.microsoft.com/office/drawing/2014/main" id="{2D57B98A-DA36-4704-A641-E92D33F96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1674813"/>
            <a:ext cx="7116763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200" dirty="0"/>
              <a:t>1. Support multiple formats for interrupt messages</a:t>
            </a:r>
          </a:p>
          <a:p>
            <a:pPr eaLnBrk="1" hangingPunct="1"/>
            <a:endParaRPr lang="en-US" altLang="en-US" sz="2200" dirty="0"/>
          </a:p>
          <a:p>
            <a:pPr eaLnBrk="1" hangingPunct="1"/>
            <a:endParaRPr lang="en-US" altLang="en-US" sz="2200" dirty="0"/>
          </a:p>
          <a:p>
            <a:pPr eaLnBrk="1" hangingPunct="1"/>
            <a:r>
              <a:rPr lang="en-US" altLang="en-US" sz="2200" dirty="0">
                <a:cs typeface="Times New Roman" panose="02020603050405020304" pitchFamily="18" charset="0"/>
              </a:rPr>
              <a:t>2. IMS PASID programming</a:t>
            </a:r>
          </a:p>
        </p:txBody>
      </p:sp>
      <p:sp>
        <p:nvSpPr>
          <p:cNvPr id="10245" name="Title 1">
            <a:extLst>
              <a:ext uri="{FF2B5EF4-FFF2-40B4-BE49-F238E27FC236}">
                <a16:creationId xmlns:a16="http://schemas.microsoft.com/office/drawing/2014/main" id="{FEE12D2B-F627-4ECF-B478-AD8744163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0" y="349250"/>
            <a:ext cx="3165475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4400">
                <a:solidFill>
                  <a:srgbClr val="760000"/>
                </a:solidFill>
                <a:latin typeface="Liberation Sans"/>
                <a:cs typeface="Aparajita" panose="02020603050405020304" pitchFamily="18" charset="0"/>
              </a:rPr>
              <a:t>IMS opens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93</Words>
  <Application>Microsoft Office PowerPoint</Application>
  <PresentationFormat>Custom</PresentationFormat>
  <Paragraphs>19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Liberation Sans</vt:lpstr>
      <vt:lpstr>Liberation Serif</vt:lpstr>
      <vt:lpstr>Default</vt:lpstr>
      <vt:lpstr>Default 1</vt:lpstr>
      <vt:lpstr>Default 2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Elena Zannoni</dc:creator>
  <cp:lastModifiedBy>Dey, Megha</cp:lastModifiedBy>
  <cp:revision>8</cp:revision>
  <dcterms:created xsi:type="dcterms:W3CDTF">2021-09-12T13:04:25Z</dcterms:created>
  <dcterms:modified xsi:type="dcterms:W3CDTF">2021-09-21T22:25:04Z</dcterms:modified>
</cp:coreProperties>
</file>