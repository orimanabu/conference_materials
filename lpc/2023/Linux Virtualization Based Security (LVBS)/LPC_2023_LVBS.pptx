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ebm" ContentType="video/webm"/>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comments/modernComment_7BBF5C03_8B051BE2.xml" ContentType="application/vnd.ms-powerpoint.comments+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229" r:id="rId4"/>
  </p:sldMasterIdLst>
  <p:notesMasterIdLst>
    <p:notesMasterId r:id="rId45"/>
  </p:notesMasterIdLst>
  <p:handoutMasterIdLst>
    <p:handoutMasterId r:id="rId46"/>
  </p:handoutMasterIdLst>
  <p:sldIdLst>
    <p:sldId id="2076138466" r:id="rId5"/>
    <p:sldId id="2076138472" r:id="rId6"/>
    <p:sldId id="2076138468" r:id="rId7"/>
    <p:sldId id="2076138476" r:id="rId8"/>
    <p:sldId id="2076138494" r:id="rId9"/>
    <p:sldId id="2076138495" r:id="rId10"/>
    <p:sldId id="2076138496" r:id="rId11"/>
    <p:sldId id="2076138477" r:id="rId12"/>
    <p:sldId id="2076138478" r:id="rId13"/>
    <p:sldId id="2076138498" r:id="rId14"/>
    <p:sldId id="2076138469" r:id="rId15"/>
    <p:sldId id="2076138479" r:id="rId16"/>
    <p:sldId id="2076138512" r:id="rId17"/>
    <p:sldId id="2076138488" r:id="rId18"/>
    <p:sldId id="2076138489" r:id="rId19"/>
    <p:sldId id="2076138499" r:id="rId20"/>
    <p:sldId id="2076138505" r:id="rId21"/>
    <p:sldId id="2076138500" r:id="rId22"/>
    <p:sldId id="2076138502" r:id="rId23"/>
    <p:sldId id="2076138501" r:id="rId24"/>
    <p:sldId id="2076138506" r:id="rId25"/>
    <p:sldId id="2076138493" r:id="rId26"/>
    <p:sldId id="2076138491" r:id="rId27"/>
    <p:sldId id="2076138515" r:id="rId28"/>
    <p:sldId id="2076138516" r:id="rId29"/>
    <p:sldId id="2076138484" r:id="rId30"/>
    <p:sldId id="2076138470" r:id="rId31"/>
    <p:sldId id="2076138513" r:id="rId32"/>
    <p:sldId id="2076138511" r:id="rId33"/>
    <p:sldId id="2076138338" r:id="rId34"/>
    <p:sldId id="2076138324" r:id="rId35"/>
    <p:sldId id="2076138510" r:id="rId36"/>
    <p:sldId id="2076138301" r:id="rId37"/>
    <p:sldId id="2076138304" r:id="rId38"/>
    <p:sldId id="2076138514" r:id="rId39"/>
    <p:sldId id="2076138509" r:id="rId40"/>
    <p:sldId id="2076138473" r:id="rId41"/>
    <p:sldId id="2076138467" r:id="rId42"/>
    <p:sldId id="2076138359" r:id="rId43"/>
    <p:sldId id="2076138337" r:id="rId44"/>
  </p:sldIdLst>
  <p:sldSz cx="12192000" cy="6858000"/>
  <p:notesSz cx="6858000" cy="9144000"/>
  <p:defaultText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defaultTextStyle>
  <p:extLst>
    <p:ext uri="{EFAFB233-063F-42B5-8137-9DF3F51BA10A}">
      <p15:sldGuideLst xmlns:p15="http://schemas.microsoft.com/office/powerpoint/2012/main">
        <p15:guide id="2" orient="horz" pos="640" userDrawn="1">
          <p15:clr>
            <a:srgbClr val="A4A3A4"/>
          </p15:clr>
        </p15:guide>
        <p15:guide id="3" pos="3840">
          <p15:clr>
            <a:srgbClr val="A4A3A4"/>
          </p15:clr>
        </p15:guide>
      </p15:sldGuideLst>
    </p:ext>
    <p:ext uri="{2D200454-40CA-4A62-9FC3-DE9A4176ACB9}">
      <p15:notesGuideLst xmlns:p15="http://schemas.microsoft.com/office/powerpoint/2012/main">
        <p15:guide id="1" orient="horz" pos="2880">
          <p15:clr>
            <a:srgbClr val="A4A3A4"/>
          </p15:clr>
        </p15:guide>
        <p15:guide id="2" pos="2160">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5D0CC23E-C659-60B7-C47A-2F2C60698B77}" name="Thara Gopinath" initials="TG" userId="S::tgopinath@microsoft.com::4a91e810-d7ae-4837-ac0f-9de8bbe0f17d" providerId="AD"/>
  <p188:author id="{3454CEC0-B717-6862-CC7B-7DECC2072FCC}" name="Mickaël Salaün" initials="MS" userId="S::misalaun@microsoft.com::3bfd47d3-bed5-4d86-88a5-1e70cef683dd" providerId="AD"/>
</p188:authorLst>
</file>

<file path=ppt/commentAuthors.xml><?xml version="1.0" encoding="utf-8"?>
<p:cmAuthorLst xmlns:a="http://schemas.openxmlformats.org/drawingml/2006/main" xmlns:r="http://schemas.openxmlformats.org/officeDocument/2006/relationships" xmlns:p="http://schemas.openxmlformats.org/presentationml/2006/main">
  <p:cmAuthor id="5" name="Author" initials="A" lastIdx="0" clrIdx="5"/>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2F2F2F"/>
    <a:srgbClr val="FFFFFF"/>
    <a:srgbClr val="666666"/>
    <a:srgbClr val="000000"/>
    <a:srgbClr val="8661C5"/>
    <a:srgbClr val="D59DFF"/>
    <a:srgbClr val="50E6FF"/>
    <a:srgbClr val="0069BA"/>
    <a:srgbClr val="9BF00B"/>
    <a:srgbClr val="0F780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FE86DD3-C168-7E9E-B215-517F9E415D1A}" v="35" dt="2023-11-14T17:31:12.778"/>
    <p1510:client id="{64BA1AB0-B0ED-4A15-A2B5-85A885F837B5}" v="653" dt="2023-11-15T03:47:16.119"/>
    <p1510:client id="{BFD4F1D0-C5AA-4DAD-8056-467E8E36A77A}" v="482" vWet="484" dt="2023-11-15T13:46:46.205"/>
    <p1510:client id="{EA317501-FAD1-D011-3C51-1C84AD367F6A}" v="608" dt="2023-11-14T17:22:04.795"/>
    <p1510:client id="{EF5DF5A5-48F4-913B-168B-C468C51ED3B3}" v="513" vWet="517" dt="2023-11-14T23:16:51.824"/>
    <p1510:client id="{F946177E-FC39-DE25-BE48-A7EF720DCF21}" v="52" dt="2023-11-15T13:57:01.77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8FB837D-C827-4EFA-A057-4D05807E0F7C}" styleName="Themed Style 1 - Accent 6">
    <a:tblBg>
      <a:fillRef idx="2">
        <a:schemeClr val="accent6"/>
      </a:fillRef>
      <a:effectRef idx="1">
        <a:schemeClr val="accent6"/>
      </a:effectRef>
    </a:tblBg>
    <a:wholeTbl>
      <a:tcTxStyle>
        <a:fontRef idx="minor">
          <a:scrgbClr r="0" g="0" b="0"/>
        </a:fontRef>
        <a:schemeClr val="dk1"/>
      </a:tcTxStyle>
      <a:tcStyle>
        <a:tcBdr>
          <a:left>
            <a:lnRef idx="1">
              <a:schemeClr val="accent6"/>
            </a:lnRef>
          </a:left>
          <a:right>
            <a:lnRef idx="1">
              <a:schemeClr val="accent6"/>
            </a:lnRef>
          </a:right>
          <a:top>
            <a:lnRef idx="1">
              <a:schemeClr val="accent6"/>
            </a:lnRef>
          </a:top>
          <a:bottom>
            <a:lnRef idx="1">
              <a:schemeClr val="accent6"/>
            </a:lnRef>
          </a:bottom>
          <a:insideH>
            <a:lnRef idx="1">
              <a:schemeClr val="accent6"/>
            </a:lnRef>
          </a:insideH>
          <a:insideV>
            <a:lnRef idx="1">
              <a:schemeClr val="accent6"/>
            </a:lnRef>
          </a:insideV>
        </a:tcBdr>
        <a:fill>
          <a:noFill/>
        </a:fill>
      </a:tcStyle>
    </a:wholeTbl>
    <a:band1H>
      <a:tcStyle>
        <a:tcBdr/>
        <a:fill>
          <a:solidFill>
            <a:schemeClr val="accent6">
              <a:alpha val="40000"/>
            </a:schemeClr>
          </a:solidFill>
        </a:fill>
      </a:tcStyle>
    </a:band1H>
    <a:band2H>
      <a:tcStyle>
        <a:tcBdr/>
      </a:tcStyle>
    </a:band2H>
    <a:band1V>
      <a:tcStyle>
        <a:tcBdr>
          <a:top>
            <a:lnRef idx="1">
              <a:schemeClr val="accent6"/>
            </a:lnRef>
          </a:top>
          <a:bottom>
            <a:lnRef idx="1">
              <a:schemeClr val="accent6"/>
            </a:lnRef>
          </a:bottom>
        </a:tcBdr>
        <a:fill>
          <a:solidFill>
            <a:schemeClr val="accent6">
              <a:alpha val="40000"/>
            </a:schemeClr>
          </a:solidFill>
        </a:fill>
      </a:tcStyle>
    </a:band1V>
    <a:band2V>
      <a:tcStyle>
        <a:tcBdr/>
      </a:tcStyle>
    </a:band2V>
    <a:lastCol>
      <a:tcTxStyle b="on"/>
      <a:tcStyle>
        <a:tcBdr>
          <a:left>
            <a:lnRef idx="2">
              <a:schemeClr val="accent6"/>
            </a:lnRef>
          </a:left>
          <a:right>
            <a:lnRef idx="1">
              <a:schemeClr val="accent6"/>
            </a:lnRef>
          </a:right>
          <a:top>
            <a:lnRef idx="1">
              <a:schemeClr val="accent6"/>
            </a:lnRef>
          </a:top>
          <a:bottom>
            <a:lnRef idx="1">
              <a:schemeClr val="accent6"/>
            </a:lnRef>
          </a:bottom>
          <a:insideH>
            <a:lnRef idx="1">
              <a:schemeClr val="accent6"/>
            </a:lnRef>
          </a:insideH>
          <a:insideV>
            <a:ln>
              <a:noFill/>
            </a:ln>
          </a:insideV>
        </a:tcBdr>
      </a:tcStyle>
    </a:lastCol>
    <a:firstCol>
      <a:tcTxStyle b="on"/>
      <a:tcStyle>
        <a:tcBdr>
          <a:left>
            <a:lnRef idx="1">
              <a:schemeClr val="accent6"/>
            </a:lnRef>
          </a:left>
          <a:right>
            <a:lnRef idx="2">
              <a:schemeClr val="accent6"/>
            </a:lnRef>
          </a:right>
          <a:top>
            <a:lnRef idx="1">
              <a:schemeClr val="accent6"/>
            </a:lnRef>
          </a:top>
          <a:bottom>
            <a:lnRef idx="1">
              <a:schemeClr val="accent6"/>
            </a:lnRef>
          </a:bottom>
          <a:insideH>
            <a:lnRef idx="1">
              <a:schemeClr val="accent6"/>
            </a:lnRef>
          </a:insideH>
          <a:insideV>
            <a:ln>
              <a:noFill/>
            </a:ln>
          </a:insideV>
        </a:tcBdr>
      </a:tcStyle>
    </a:firstCol>
    <a:lastRow>
      <a:tcTxStyle b="on"/>
      <a:tcStyle>
        <a:tcBdr>
          <a:left>
            <a:lnRef idx="1">
              <a:schemeClr val="accent6"/>
            </a:lnRef>
          </a:left>
          <a:right>
            <a:lnRef idx="1">
              <a:schemeClr val="accent6"/>
            </a:lnRef>
          </a:right>
          <a:top>
            <a:lnRef idx="2">
              <a:schemeClr val="accent6"/>
            </a:lnRef>
          </a:top>
          <a:bottom>
            <a:lnRef idx="2">
              <a:schemeClr val="accent6"/>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6"/>
            </a:lnRef>
          </a:left>
          <a:right>
            <a:lnRef idx="1">
              <a:schemeClr val="accent6"/>
            </a:lnRef>
          </a:right>
          <a:top>
            <a:lnRef idx="1">
              <a:schemeClr val="accent6"/>
            </a:lnRef>
          </a:top>
          <a:bottom>
            <a:lnRef idx="2">
              <a:schemeClr val="lt1"/>
            </a:lnRef>
          </a:bottom>
          <a:insideH>
            <a:ln>
              <a:noFill/>
            </a:ln>
          </a:insideH>
          <a:insideV>
            <a:ln>
              <a:noFill/>
            </a:ln>
          </a:insideV>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76" d="100"/>
          <a:sy n="76" d="100"/>
        </p:scale>
        <p:origin x="36" y="152"/>
      </p:cViewPr>
      <p:guideLst>
        <p:guide orient="horz" pos="640"/>
        <p:guide pos="3840"/>
      </p:guideLst>
    </p:cSldViewPr>
  </p:slideViewPr>
  <p:notesTextViewPr>
    <p:cViewPr>
      <p:scale>
        <a:sx n="1" d="1"/>
        <a:sy n="1" d="1"/>
      </p:scale>
      <p:origin x="0" y="0"/>
    </p:cViewPr>
  </p:notesTextViewPr>
  <p:notesViewPr>
    <p:cSldViewPr snapToGrid="0">
      <p:cViewPr varScale="1">
        <p:scale>
          <a:sx n="66" d="100"/>
          <a:sy n="66" d="100"/>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slide" Target="slides/slide35.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slide" Target="slides/slide38.xml"/><Relationship Id="rId47" Type="http://schemas.openxmlformats.org/officeDocument/2006/relationships/commentAuthors" Target="commentAuthors.xml"/><Relationship Id="rId50" Type="http://schemas.openxmlformats.org/officeDocument/2006/relationships/theme" Target="theme/theme1.xml"/><Relationship Id="rId7" Type="http://schemas.openxmlformats.org/officeDocument/2006/relationships/slide" Target="slides/slide3.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notesMaster" Target="notesMasters/notesMaster1.xml"/><Relationship Id="rId53" Type="http://schemas.microsoft.com/office/2018/10/relationships/authors" Target="authors.xml"/><Relationship Id="rId5" Type="http://schemas.openxmlformats.org/officeDocument/2006/relationships/slide" Target="slides/slide1.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4" Type="http://schemas.openxmlformats.org/officeDocument/2006/relationships/slide" Target="slides/slide40.xml"/><Relationship Id="rId52" Type="http://schemas.microsoft.com/office/2015/10/relationships/revisionInfo" Target="revisionInfo.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presProps" Target="presProps.xml"/><Relationship Id="rId8" Type="http://schemas.openxmlformats.org/officeDocument/2006/relationships/slide" Target="slides/slide4.xml"/><Relationship Id="rId51" Type="http://schemas.openxmlformats.org/officeDocument/2006/relationships/tableStyles" Target="tableStyles.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handoutMaster" Target="handoutMasters/handoutMaster1.xml"/><Relationship Id="rId20" Type="http://schemas.openxmlformats.org/officeDocument/2006/relationships/slide" Target="slides/slide16.xml"/><Relationship Id="rId41" Type="http://schemas.openxmlformats.org/officeDocument/2006/relationships/slide" Target="slides/slide37.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viewProps" Target="viewProps.xml"/></Relationships>
</file>

<file path=ppt/comments/modernComment_7BBF5C03_8B051BE2.xml><?xml version="1.0" encoding="utf-8"?>
<p188:cmLst xmlns:a="http://schemas.openxmlformats.org/drawingml/2006/main" xmlns:r="http://schemas.openxmlformats.org/officeDocument/2006/relationships" xmlns:p188="http://schemas.microsoft.com/office/powerpoint/2018/8/main">
  <p188:cm id="{6558DE2F-3A47-40C5-BB63-3F5518A88C45}" authorId="{5D0CC23E-C659-60B7-C47A-2F2C60698B77}" created="2023-11-14T17:01:22.113">
    <ac:txMkLst xmlns:ac="http://schemas.microsoft.com/office/drawing/2013/main/command">
      <pc:docMk xmlns:pc="http://schemas.microsoft.com/office/powerpoint/2013/main/command"/>
      <pc:sldMk xmlns:pc="http://schemas.microsoft.com/office/powerpoint/2013/main/command" cId="2332367842" sldId="2076138499"/>
      <ac:spMk id="2" creationId="{286BBA00-CCE9-5D29-0F38-2FAF46626738}"/>
      <ac:txMk cp="0" len="18">
        <ac:context len="40" hash="1484660904"/>
      </ac:txMk>
    </ac:txMkLst>
    <p188:pos x="2714940" y="105973"/>
    <p188:replyLst>
      <p188:reply id="{2E8B4E42-E3B4-4C69-AE56-4F5EAA223BEE}" authorId="{3454CEC0-B717-6862-CC7B-7DECC2072FCC}" created="2023-11-14T17:46:29.793">
        <p188:txBody>
          <a:bodyPr/>
          <a:lstStyle/>
          <a:p>
            <a:r>
              <a:rPr lang="en-US"/>
              <a:t>Sure! https://microsofteur-my.sharepoint.com/:p:/g/personal/misalaun_microsoft_com/Ef_Nz2kLtA9PnbtSE1gTaUgBAS5LoK3tuR_iHaW52jfVxg?e=up5y9J</a:t>
            </a:r>
          </a:p>
        </p188:txBody>
      </p188:reply>
    </p188:replyLst>
    <p188:txBody>
      <a:bodyPr/>
      <a:lstStyle/>
      <a:p>
        <a:r>
          <a:rPr lang="en-US"/>
          <a:t>[@Mickaël Salaün]  Can I reuse your threat model slide here ? I think it is good</a:t>
        </a:r>
      </a:p>
    </p188:txBody>
  </p188:cm>
</p188:cmLst>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 name="Header Placeholder 5"/>
          <p:cNvSpPr>
            <a:spLocks noGrp="1"/>
          </p:cNvSpPr>
          <p:nvPr>
            <p:ph type="hdr" sz="quarter"/>
          </p:nvPr>
        </p:nvSpPr>
        <p:spPr>
          <a:xfrm>
            <a:off x="0" y="-11574"/>
            <a:ext cx="2971800" cy="457200"/>
          </a:xfrm>
          <a:prstGeom prst="rect">
            <a:avLst/>
          </a:prstGeom>
        </p:spPr>
        <p:txBody>
          <a:bodyPr vert="horz" lIns="91440" tIns="45720" rIns="91440" bIns="45720" rtlCol="0"/>
          <a:lstStyle>
            <a:lvl1pPr algn="l">
              <a:defRPr sz="1200"/>
            </a:lvl1pPr>
          </a:lstStyle>
          <a:p>
            <a:endParaRPr lang="en-US">
              <a:latin typeface="Segoe UI" pitchFamily="34" charset="0"/>
            </a:endParaRPr>
          </a:p>
        </p:txBody>
      </p:sp>
      <p:sp>
        <p:nvSpPr>
          <p:cNvPr id="7" name="Date Placeholder 6"/>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460F9EC6-89FF-47E1-8594-1A32E3B45134}" type="datetime8">
              <a:rPr lang="en-US" smtClean="0">
                <a:latin typeface="Segoe UI" pitchFamily="34" charset="0"/>
              </a:rPr>
              <a:t>11/15/2023 5:09 AM</a:t>
            </a:fld>
            <a:endParaRPr lang="en-US">
              <a:latin typeface="Segoe UI" pitchFamily="34" charset="0"/>
            </a:endParaRPr>
          </a:p>
        </p:txBody>
      </p:sp>
      <p:sp>
        <p:nvSpPr>
          <p:cNvPr id="8" name="Footer Placeholder 7"/>
          <p:cNvSpPr>
            <a:spLocks noGrp="1"/>
          </p:cNvSpPr>
          <p:nvPr>
            <p:ph type="ftr" sz="quarter" idx="2"/>
          </p:nvPr>
        </p:nvSpPr>
        <p:spPr>
          <a:xfrm>
            <a:off x="0" y="8685213"/>
            <a:ext cx="5795010" cy="332434"/>
          </a:xfrm>
          <a:prstGeom prst="rect">
            <a:avLst/>
          </a:prstGeom>
        </p:spPr>
        <p:txBody>
          <a:bodyPr vert="horz" lIns="91440" tIns="45720" rIns="91440" bIns="45720" rtlCol="0" anchor="b"/>
          <a:lstStyle>
            <a:lvl1pPr algn="l">
              <a:defRPr sz="1200"/>
            </a:lvl1pPr>
          </a:lstStyle>
          <a:p>
            <a:pPr marL="398463" defTabSz="914099" eaLnBrk="0" hangingPunct="0"/>
            <a:r>
              <a:rPr lang="en-US" sz="400">
                <a:gradFill>
                  <a:gsLst>
                    <a:gs pos="0">
                      <a:schemeClr val="tx1"/>
                    </a:gs>
                    <a:gs pos="100000">
                      <a:schemeClr val="tx1"/>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9" name="Slide Number Placeholder 8"/>
          <p:cNvSpPr>
            <a:spLocks noGrp="1"/>
          </p:cNvSpPr>
          <p:nvPr>
            <p:ph type="sldNum" sz="quarter" idx="3"/>
          </p:nvPr>
        </p:nvSpPr>
        <p:spPr>
          <a:xfrm>
            <a:off x="5783579" y="8685213"/>
            <a:ext cx="1072833" cy="457200"/>
          </a:xfrm>
          <a:prstGeom prst="rect">
            <a:avLst/>
          </a:prstGeom>
        </p:spPr>
        <p:txBody>
          <a:bodyPr vert="horz" lIns="91440" tIns="45720" rIns="91440" bIns="45720" rtlCol="0" anchor="b"/>
          <a:lstStyle>
            <a:lvl1pPr algn="r">
              <a:defRPr sz="1200"/>
            </a:lvl1pPr>
          </a:lstStyle>
          <a:p>
            <a:fld id="{0EC9E9D6-92A0-482B-A603-C9BA7FFB8190}" type="slidenum">
              <a:rPr lang="en-US" smtClean="0">
                <a:latin typeface="Segoe UI" pitchFamily="34" charset="0"/>
              </a:rPr>
              <a:t>‹#›</a:t>
            </a:fld>
            <a:endParaRPr lang="en-US">
              <a:latin typeface="Segoe UI" pitchFamily="34" charset="0"/>
            </a:endParaRPr>
          </a:p>
        </p:txBody>
      </p:sp>
    </p:spTree>
    <p:extLst>
      <p:ext uri="{BB962C8B-B14F-4D97-AF65-F5344CB8AC3E}">
        <p14:creationId xmlns:p14="http://schemas.microsoft.com/office/powerpoint/2010/main" val="3904595630"/>
      </p:ext>
    </p:extLst>
  </p:cSld>
  <p:clrMap bg1="lt1" tx1="dk1" bg2="lt2" tx2="dk2" accent1="accent1" accent2="accent2" accent3="accent3" accent4="accent4" accent5="accent5" accent6="accent6" hlink="hlink" folHlink="folHlink"/>
  <p:hf/>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Header Placeholder 7"/>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atin typeface="Segoe UI" pitchFamily="34" charset="0"/>
              </a:defRPr>
            </a:lvl1pPr>
          </a:lstStyle>
          <a:p>
            <a:endParaRPr lang="en-US"/>
          </a:p>
        </p:txBody>
      </p:sp>
      <p:sp>
        <p:nvSpPr>
          <p:cNvPr id="9" name="Slide Image Placeholder 8"/>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a:p>
        </p:txBody>
      </p:sp>
      <p:sp>
        <p:nvSpPr>
          <p:cNvPr id="10" name="Footer Placeholder 9"/>
          <p:cNvSpPr>
            <a:spLocks noGrp="1"/>
          </p:cNvSpPr>
          <p:nvPr>
            <p:ph type="ftr" sz="quarter" idx="4"/>
          </p:nvPr>
        </p:nvSpPr>
        <p:spPr>
          <a:xfrm>
            <a:off x="0" y="8686800"/>
            <a:ext cx="5920740" cy="355964"/>
          </a:xfrm>
          <a:prstGeom prst="rect">
            <a:avLst/>
          </a:prstGeom>
        </p:spPr>
        <p:txBody>
          <a:bodyPr vert="horz" lIns="91440" tIns="45720" rIns="91440" bIns="45720" rtlCol="0" anchor="b"/>
          <a:lstStyle>
            <a:lvl1pPr marL="571500" indent="0" algn="l">
              <a:defRPr sz="1200"/>
            </a:lvl1p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11" name="Date Placeholder 10"/>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atin typeface="Segoe UI" pitchFamily="34" charset="0"/>
              </a:defRPr>
            </a:lvl1pPr>
          </a:lstStyle>
          <a:p>
            <a:fld id="{386CE63F-9E7F-4C04-9D0D-FCA25A8E9E86}" type="datetime8">
              <a:rPr lang="en-US" smtClean="0"/>
              <a:t>11/15/2023 5:09 AM</a:t>
            </a:fld>
            <a:endParaRPr lang="en-US"/>
          </a:p>
        </p:txBody>
      </p:sp>
      <p:sp>
        <p:nvSpPr>
          <p:cNvPr id="12" name="Notes Placeholder 11"/>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Slide Number Placeholder 12"/>
          <p:cNvSpPr>
            <a:spLocks noGrp="1"/>
          </p:cNvSpPr>
          <p:nvPr>
            <p:ph type="sldNum" sz="quarter" idx="5"/>
          </p:nvPr>
        </p:nvSpPr>
        <p:spPr>
          <a:xfrm>
            <a:off x="5909309" y="8685213"/>
            <a:ext cx="947103" cy="457200"/>
          </a:xfrm>
          <a:prstGeom prst="rect">
            <a:avLst/>
          </a:prstGeom>
        </p:spPr>
        <p:txBody>
          <a:bodyPr vert="horz" lIns="91440" tIns="45720" rIns="91440" bIns="45720" rtlCol="0" anchor="b"/>
          <a:lstStyle>
            <a:lvl1pPr algn="r">
              <a:defRPr sz="1200">
                <a:latin typeface="Segoe UI" pitchFamily="34" charset="0"/>
              </a:defRPr>
            </a:lvl1pPr>
          </a:lstStyle>
          <a:p>
            <a:fld id="{B4008EB6-D09E-4580-8CD6-DDB14511944F}" type="slidenum">
              <a:rPr lang="en-US" smtClean="0"/>
              <a:pPr/>
              <a:t>‹#›</a:t>
            </a:fld>
            <a:endParaRPr lang="en-US"/>
          </a:p>
        </p:txBody>
      </p:sp>
    </p:spTree>
    <p:extLst>
      <p:ext uri="{BB962C8B-B14F-4D97-AF65-F5344CB8AC3E}">
        <p14:creationId xmlns:p14="http://schemas.microsoft.com/office/powerpoint/2010/main" val="2624648265"/>
      </p:ext>
    </p:extLst>
  </p:cSld>
  <p:clrMap bg1="lt1" tx1="dk1" bg2="lt2" tx2="dk2" accent1="accent1" accent2="accent2" accent3="accent3" accent4="accent4" accent5="accent5" accent6="accent6" hlink="hlink" folHlink="folHlink"/>
  <p:hf/>
  <p:notesStyle>
    <a:lvl1pPr marL="0" algn="l" defTabSz="914367" rtl="0" eaLnBrk="1" latinLnBrk="0" hangingPunct="1">
      <a:lnSpc>
        <a:spcPct val="90000"/>
      </a:lnSpc>
      <a:spcAft>
        <a:spcPts val="333"/>
      </a:spcAft>
      <a:defRPr sz="882" kern="1200">
        <a:solidFill>
          <a:schemeClr val="tx1"/>
        </a:solidFill>
        <a:latin typeface="Segoe UI" panose="020B0502040204020203" pitchFamily="34" charset="0"/>
        <a:ea typeface="+mn-ea"/>
        <a:cs typeface="+mn-cs"/>
      </a:defRPr>
    </a:lvl1pPr>
    <a:lvl2pPr marL="212982" indent="-105829"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2pPr>
    <a:lvl3pPr marL="328071"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3pPr>
    <a:lvl4pPr marL="482848" indent="-146838"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4pPr>
    <a:lvl5pPr marL="615134" indent="-115090" algn="l" defTabSz="914367" rtl="0" eaLnBrk="1" latinLnBrk="0" hangingPunct="1">
      <a:lnSpc>
        <a:spcPct val="90000"/>
      </a:lnSpc>
      <a:spcAft>
        <a:spcPts val="333"/>
      </a:spcAft>
      <a:buFont typeface="Arial" pitchFamily="34" charset="0"/>
      <a:buChar char="•"/>
      <a:defRPr sz="882" kern="1200">
        <a:solidFill>
          <a:schemeClr val="tx1"/>
        </a:solidFill>
        <a:latin typeface="Segoe UI" panose="020B0502040204020203" pitchFamily="34" charset="0"/>
        <a:ea typeface="+mn-ea"/>
        <a:cs typeface="+mn-cs"/>
      </a:defRPr>
    </a:lvl5pPr>
    <a:lvl6pPr marL="2285918" algn="l" defTabSz="914367" rtl="0" eaLnBrk="1" latinLnBrk="0" hangingPunct="1">
      <a:defRPr sz="1176" kern="1200">
        <a:solidFill>
          <a:schemeClr val="tx1"/>
        </a:solidFill>
        <a:latin typeface="+mn-lt"/>
        <a:ea typeface="+mn-ea"/>
        <a:cs typeface="+mn-cs"/>
      </a:defRPr>
    </a:lvl6pPr>
    <a:lvl7pPr marL="2743101" algn="l" defTabSz="914367" rtl="0" eaLnBrk="1" latinLnBrk="0" hangingPunct="1">
      <a:defRPr sz="1176" kern="1200">
        <a:solidFill>
          <a:schemeClr val="tx1"/>
        </a:solidFill>
        <a:latin typeface="+mn-lt"/>
        <a:ea typeface="+mn-ea"/>
        <a:cs typeface="+mn-cs"/>
      </a:defRPr>
    </a:lvl7pPr>
    <a:lvl8pPr marL="3200284" algn="l" defTabSz="914367" rtl="0" eaLnBrk="1" latinLnBrk="0" hangingPunct="1">
      <a:defRPr sz="1176" kern="1200">
        <a:solidFill>
          <a:schemeClr val="tx1"/>
        </a:solidFill>
        <a:latin typeface="+mn-lt"/>
        <a:ea typeface="+mn-ea"/>
        <a:cs typeface="+mn-cs"/>
      </a:defRPr>
    </a:lvl8pPr>
    <a:lvl9pPr marL="3657469" algn="l" defTabSz="914367" rtl="0" eaLnBrk="1" latinLnBrk="0" hangingPunct="1">
      <a:defRPr sz="1176"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Total time: 45 mins.</a:t>
            </a:r>
          </a:p>
          <a:p>
            <a:r>
              <a:rPr lang="en-US" dirty="0"/>
              <a:t>Sections:</a:t>
            </a:r>
          </a:p>
          <a:p>
            <a:r>
              <a:rPr lang="en-US" dirty="0"/>
              <a:t>- Overview: 8 mins</a:t>
            </a:r>
          </a:p>
          <a:p>
            <a:r>
              <a:rPr lang="en-US" dirty="0"/>
              <a:t>- Hyper-V: 16 mins</a:t>
            </a:r>
          </a:p>
          <a:p>
            <a:r>
              <a:rPr lang="en-US" dirty="0"/>
              <a:t>- HEKI: 16 mins</a:t>
            </a:r>
          </a:p>
          <a:p>
            <a:r>
              <a:rPr lang="en-US" dirty="0"/>
              <a:t>- Q&amp;A: 5 mins</a:t>
            </a:r>
          </a:p>
          <a:p>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a:t>
            </a:fld>
            <a:endParaRPr lang="en-US"/>
          </a:p>
        </p:txBody>
      </p:sp>
    </p:spTree>
    <p:extLst>
      <p:ext uri="{BB962C8B-B14F-4D97-AF65-F5344CB8AC3E}">
        <p14:creationId xmlns:p14="http://schemas.microsoft.com/office/powerpoint/2010/main" val="242861728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a:cs typeface="Segoe UI"/>
              </a:rPr>
              <a:t>- Mickael discussed KVM details yesterday, we will take a step back here to provide a broader overview.</a:t>
            </a:r>
          </a:p>
          <a:p>
            <a:r>
              <a:rPr lang="en-US" sz="850" dirty="0">
                <a:latin typeface="Segoe UI"/>
                <a:cs typeface="Segoe UI"/>
              </a:rPr>
              <a:t>- Define VBS</a:t>
            </a:r>
          </a:p>
          <a:p>
            <a:r>
              <a:rPr lang="en-US" sz="850" dirty="0">
                <a:latin typeface="Segoe UI"/>
                <a:cs typeface="Segoe UI"/>
              </a:rPr>
              <a:t>- provides a security monitor outside of the kernel; in principle is more difficult to attack from kernel itself</a:t>
            </a:r>
          </a:p>
          <a:p>
            <a:r>
              <a:rPr lang="en-US" sz="850" dirty="0">
                <a:latin typeface="Segoe UI"/>
                <a:cs typeface="Segoe UI"/>
              </a:rPr>
              <a:t>- utilize security boundary</a:t>
            </a:r>
          </a:p>
          <a:p>
            <a:r>
              <a:rPr lang="en-US" sz="850" dirty="0">
                <a:latin typeface="Segoe UI"/>
                <a:cs typeface="Segoe UI"/>
              </a:rPr>
              <a:t>- Explain LVBS as extensible VBS </a:t>
            </a:r>
            <a:r>
              <a:rPr lang="en-US" sz="850" b="1" i="1" dirty="0">
                <a:latin typeface="Segoe UI"/>
                <a:cs typeface="Segoe UI"/>
              </a:rPr>
              <a:t>architecture </a:t>
            </a:r>
            <a:r>
              <a:rPr lang="en-US" sz="850" dirty="0">
                <a:latin typeface="Segoe UI"/>
                <a:cs typeface="Segoe UI"/>
              </a:rPr>
              <a:t>for Linux</a:t>
            </a:r>
          </a:p>
          <a:p>
            <a:r>
              <a:rPr lang="en-US" sz="850" dirty="0">
                <a:latin typeface="Segoe UI"/>
                <a:cs typeface="Segoe UI"/>
              </a:rPr>
              <a:t>- Overall model: [hv] [TEE] [TAs] [VMM] [Guest kernel &amp; userland]</a:t>
            </a:r>
          </a:p>
          <a:p>
            <a:pPr marL="171450" indent="-171450">
              <a:buFont typeface="Calibri"/>
              <a:buChar char="-"/>
            </a:pPr>
            <a:r>
              <a:rPr lang="en-US" sz="850" dirty="0">
                <a:latin typeface="Segoe UI"/>
                <a:cs typeface="Segoe UI"/>
              </a:rPr>
              <a:t>Acknowledge existing work</a:t>
            </a:r>
            <a:endParaRPr lang="en-US" dirty="0">
              <a:cs typeface="Segoe UI" panose="020B0502040204020203" pitchFamily="34" charset="0"/>
            </a:endParaRPr>
          </a:p>
          <a:p>
            <a:pPr marL="171450" indent="-171450">
              <a:buFont typeface="Calibri"/>
              <a:buChar char="-"/>
            </a:pPr>
            <a:endParaRPr lang="en-US" sz="850" dirty="0">
              <a:latin typeface="Segoe UI"/>
              <a:cs typeface="Segoe UI"/>
            </a:endParaRPr>
          </a:p>
          <a:p>
            <a:pPr marL="285750" indent="-285750">
              <a:buFont typeface="Calibri"/>
              <a:buChar char="-"/>
            </a:pPr>
            <a:r>
              <a:rPr lang="en-US" sz="850" dirty="0">
                <a:latin typeface="Segoe UI"/>
                <a:cs typeface="Segoe UI"/>
              </a:rPr>
              <a:t>Harden guest kernel and guest userland</a:t>
            </a:r>
            <a:endParaRPr lang="en-US" dirty="0">
              <a:cs typeface="Segoe UI" panose="020B0502040204020203" pitchFamily="34" charset="0"/>
            </a:endParaRPr>
          </a:p>
          <a:p>
            <a:pPr marL="285750" indent="-285750">
              <a:buFont typeface="Calibri"/>
              <a:buChar char="-"/>
            </a:pPr>
            <a:r>
              <a:rPr lang="en-US" sz="850" dirty="0">
                <a:latin typeface="Segoe UI"/>
                <a:cs typeface="Segoe UI"/>
              </a:rPr>
              <a:t>Provide support for a security monitor / TEE</a:t>
            </a:r>
            <a:endParaRPr lang="en-US" sz="850" dirty="0">
              <a:cs typeface="Segoe UI" panose="020B0502040204020203" pitchFamily="34" charset="0"/>
            </a:endParaRPr>
          </a:p>
          <a:p>
            <a:pPr marL="285750" indent="-285750">
              <a:buFont typeface="Calibri"/>
              <a:buChar char="-"/>
            </a:pPr>
            <a:r>
              <a:rPr lang="en-US" sz="850" dirty="0">
                <a:latin typeface="Segoe UI"/>
                <a:cs typeface="Segoe UI"/>
              </a:rPr>
              <a:t>Can run services such as code integrity, key management</a:t>
            </a: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171450" indent="-171450">
              <a:buFont typeface="Calibri"/>
              <a:buChar char="-"/>
            </a:pPr>
            <a:endParaRPr lang="en-US" sz="850"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4</a:t>
            </a:fld>
            <a:endParaRPr lang="en-US"/>
          </a:p>
        </p:txBody>
      </p:sp>
    </p:spTree>
    <p:extLst>
      <p:ext uri="{BB962C8B-B14F-4D97-AF65-F5344CB8AC3E}">
        <p14:creationId xmlns:p14="http://schemas.microsoft.com/office/powerpoint/2010/main" val="2040137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a:cs typeface="Segoe UI"/>
              </a:rPr>
              <a:t>- Structures include: page permissions, CPU registers, data structures, executable memory (authenticated only).</a:t>
            </a:r>
          </a:p>
          <a:p>
            <a:endParaRPr lang="en-US" sz="850" dirty="0">
              <a:latin typeface="Segoe UI"/>
              <a:cs typeface="Segoe UI"/>
            </a:endParaRPr>
          </a:p>
          <a:p>
            <a:endParaRPr lang="en-US" sz="850" dirty="0">
              <a:latin typeface="Segoe UI"/>
              <a:cs typeface="Segoe UI"/>
            </a:endParaRPr>
          </a:p>
          <a:p>
            <a:r>
              <a:rPr lang="en-US" sz="850" dirty="0">
                <a:latin typeface="Segoe UI"/>
                <a:cs typeface="Segoe UI"/>
              </a:rPr>
              <a:t>- Define VBS</a:t>
            </a:r>
          </a:p>
          <a:p>
            <a:r>
              <a:rPr lang="en-US" sz="850" dirty="0">
                <a:latin typeface="Segoe UI"/>
                <a:cs typeface="Segoe UI"/>
              </a:rPr>
              <a:t>- utilize security boundary</a:t>
            </a:r>
          </a:p>
          <a:p>
            <a:r>
              <a:rPr lang="en-US" sz="850" dirty="0">
                <a:latin typeface="Segoe UI"/>
                <a:cs typeface="Segoe UI"/>
              </a:rPr>
              <a:t>- Explain LVBS as extensible VBS </a:t>
            </a:r>
            <a:r>
              <a:rPr lang="en-US" sz="850" b="1" i="1" dirty="0">
                <a:latin typeface="Segoe UI"/>
                <a:cs typeface="Segoe UI"/>
              </a:rPr>
              <a:t>architecture </a:t>
            </a:r>
            <a:r>
              <a:rPr lang="en-US" sz="850" dirty="0">
                <a:latin typeface="Segoe UI"/>
                <a:cs typeface="Segoe UI"/>
              </a:rPr>
              <a:t>for Linux</a:t>
            </a:r>
          </a:p>
          <a:p>
            <a:r>
              <a:rPr lang="en-US" sz="850" dirty="0">
                <a:latin typeface="Segoe UI"/>
                <a:cs typeface="Segoe UI"/>
              </a:rPr>
              <a:t>- Overall model: [hv] [TEE] [TAs] [VMM] [Guest kernel &amp; userland]</a:t>
            </a:r>
          </a:p>
          <a:p>
            <a:pPr marL="171450" indent="-171450">
              <a:buFont typeface="Calibri"/>
              <a:buChar char="-"/>
            </a:pPr>
            <a:r>
              <a:rPr lang="en-US" sz="850" dirty="0">
                <a:latin typeface="Segoe UI"/>
                <a:cs typeface="Segoe UI"/>
              </a:rPr>
              <a:t>Acknowledge existing work</a:t>
            </a:r>
            <a:endParaRPr lang="en-US" dirty="0">
              <a:cs typeface="Segoe UI" panose="020B0502040204020203" pitchFamily="34" charset="0"/>
            </a:endParaRPr>
          </a:p>
          <a:p>
            <a:pPr marL="171450" indent="-171450">
              <a:buFont typeface="Calibri"/>
              <a:buChar char="-"/>
            </a:pPr>
            <a:endParaRPr lang="en-US" sz="850" dirty="0">
              <a:latin typeface="Segoe UI"/>
              <a:cs typeface="Segoe UI"/>
            </a:endParaRPr>
          </a:p>
          <a:p>
            <a:pPr marL="285750" indent="-285750">
              <a:buFont typeface="Calibri"/>
              <a:buChar char="-"/>
            </a:pPr>
            <a:r>
              <a:rPr lang="en-US" sz="850" dirty="0">
                <a:latin typeface="Segoe UI"/>
                <a:cs typeface="Segoe UI"/>
              </a:rPr>
              <a:t>Harden guest kernel and guest userland</a:t>
            </a:r>
            <a:endParaRPr lang="en-US" dirty="0">
              <a:cs typeface="Segoe UI" panose="020B0502040204020203" pitchFamily="34" charset="0"/>
            </a:endParaRPr>
          </a:p>
          <a:p>
            <a:pPr marL="285750" indent="-285750">
              <a:buFont typeface="Calibri"/>
              <a:buChar char="-"/>
            </a:pPr>
            <a:r>
              <a:rPr lang="en-US" sz="850" dirty="0">
                <a:latin typeface="Segoe UI"/>
                <a:cs typeface="Segoe UI"/>
              </a:rPr>
              <a:t>Provide support for a security monitor / TEE</a:t>
            </a:r>
            <a:endParaRPr lang="en-US" sz="850" dirty="0">
              <a:cs typeface="Segoe UI" panose="020B0502040204020203" pitchFamily="34" charset="0"/>
            </a:endParaRPr>
          </a:p>
          <a:p>
            <a:pPr marL="285750" indent="-285750">
              <a:buFont typeface="Calibri"/>
              <a:buChar char="-"/>
            </a:pPr>
            <a:r>
              <a:rPr lang="en-US" sz="850" dirty="0">
                <a:latin typeface="Segoe UI"/>
                <a:cs typeface="Segoe UI"/>
              </a:rPr>
              <a:t>Can run services such as code integrity, key management</a:t>
            </a: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0" indent="0">
              <a:buFont typeface="Calibri"/>
              <a:buNone/>
            </a:pPr>
            <a:endParaRPr lang="en-US" sz="850" dirty="0">
              <a:cs typeface="Segoe UI" panose="020B0502040204020203" pitchFamily="34" charset="0"/>
            </a:endParaRPr>
          </a:p>
          <a:p>
            <a:pPr marL="171450" indent="-171450">
              <a:buFont typeface="Calibri"/>
              <a:buChar char="-"/>
            </a:pPr>
            <a:endParaRPr lang="en-US" sz="850"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5</a:t>
            </a:fld>
            <a:endParaRPr lang="en-US"/>
          </a:p>
        </p:txBody>
      </p:sp>
    </p:spTree>
    <p:extLst>
      <p:ext uri="{BB962C8B-B14F-4D97-AF65-F5344CB8AC3E}">
        <p14:creationId xmlns:p14="http://schemas.microsoft.com/office/powerpoint/2010/main" val="12478621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850" dirty="0">
                <a:latin typeface="Segoe UI"/>
                <a:cs typeface="Segoe UI"/>
              </a:rPr>
              <a:t>-e.g. </a:t>
            </a:r>
            <a:r>
              <a:rPr lang="en-US" sz="850" dirty="0" err="1">
                <a:latin typeface="Segoe UI"/>
                <a:cs typeface="Segoe UI"/>
              </a:rPr>
              <a:t>SELinux</a:t>
            </a:r>
            <a:r>
              <a:rPr lang="en-US" sz="850" dirty="0">
                <a:latin typeface="Segoe UI"/>
                <a:cs typeface="Segoe UI"/>
              </a:rPr>
              <a:t> enforcing; policy database load; AVC is unsolved</a:t>
            </a: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6</a:t>
            </a:fld>
            <a:endParaRPr lang="en-US"/>
          </a:p>
        </p:txBody>
      </p:sp>
    </p:spTree>
    <p:extLst>
      <p:ext uri="{BB962C8B-B14F-4D97-AF65-F5344CB8AC3E}">
        <p14:creationId xmlns:p14="http://schemas.microsoft.com/office/powerpoint/2010/main" val="39089625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Calibri"/>
              <a:buChar char="-"/>
            </a:pPr>
            <a:r>
              <a:rPr lang="en-US" sz="850" dirty="0">
                <a:cs typeface="Segoe UI" panose="020B0502040204020203" pitchFamily="34" charset="0"/>
              </a:rPr>
              <a:t>CI includes kernel modules, </a:t>
            </a:r>
            <a:r>
              <a:rPr lang="en-US" sz="850" dirty="0" err="1">
                <a:cs typeface="Segoe UI" panose="020B0502040204020203" pitchFamily="34" charset="0"/>
              </a:rPr>
              <a:t>eBPF</a:t>
            </a:r>
            <a:r>
              <a:rPr lang="en-US" sz="850" dirty="0">
                <a:cs typeface="Segoe UI" panose="020B0502040204020203" pitchFamily="34" charset="0"/>
              </a:rPr>
              <a:t> etc. as well as all userland binaries, scripts with some limitations</a:t>
            </a:r>
          </a:p>
          <a:p>
            <a:pPr marL="285750" indent="-285750">
              <a:buFont typeface="Calibri"/>
              <a:buChar char="-"/>
            </a:pPr>
            <a:r>
              <a:rPr lang="en-US" sz="850" dirty="0">
                <a:cs typeface="Segoe UI" panose="020B0502040204020203" pitchFamily="34" charset="0"/>
              </a:rPr>
              <a:t>Key management: prevent exfiltration</a:t>
            </a:r>
          </a:p>
          <a:p>
            <a:pPr marL="285750" indent="-285750">
              <a:buFont typeface="Calibri"/>
              <a:buChar char="-"/>
            </a:pP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285750" indent="-285750">
              <a:buFont typeface="Calibri"/>
              <a:buChar char="-"/>
            </a:pPr>
            <a:endParaRPr lang="en-US" sz="850" dirty="0">
              <a:cs typeface="Segoe UI" panose="020B0502040204020203" pitchFamily="34" charset="0"/>
            </a:endParaRPr>
          </a:p>
          <a:p>
            <a:pPr marL="171450" indent="-171450">
              <a:buFont typeface="Calibri"/>
              <a:buChar char="-"/>
            </a:pPr>
            <a:endParaRPr lang="en-US" sz="850" dirty="0">
              <a:cs typeface="Segoe UI" panose="020B0502040204020203" pitchFamily="34" charset="0"/>
            </a:endParaRPr>
          </a:p>
          <a:p>
            <a:endParaRPr lang="en-US" dirty="0">
              <a:cs typeface="Segoe UI" panose="020B0502040204020203" pitchFamily="34" charset="0"/>
            </a:endParaRP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7</a:t>
            </a:fld>
            <a:endParaRPr lang="en-US"/>
          </a:p>
        </p:txBody>
      </p:sp>
    </p:spTree>
    <p:extLst>
      <p:ext uri="{BB962C8B-B14F-4D97-AF65-F5344CB8AC3E}">
        <p14:creationId xmlns:p14="http://schemas.microsoft.com/office/powerpoint/2010/main" val="4108389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State of the art in terms of both available/comparable technologies, and of attacks.</a:t>
            </a:r>
          </a:p>
          <a:p>
            <a:pPr marL="0" marR="0" lvl="0" indent="0" algn="l" defTabSz="914367" rtl="0" eaLnBrk="1" fontAlgn="auto" latinLnBrk="0" hangingPunct="1">
              <a:lnSpc>
                <a:spcPct val="90000"/>
              </a:lnSpc>
              <a:spcBef>
                <a:spcPts val="0"/>
              </a:spcBef>
              <a:spcAft>
                <a:spcPts val="333"/>
              </a:spcAft>
              <a:buClrTx/>
              <a:buSzTx/>
              <a:buFontTx/>
              <a:buNone/>
              <a:tabLst/>
              <a:defRPr/>
            </a:pPr>
            <a:r>
              <a:rPr lang="en-US" dirty="0"/>
              <a:t>Note: does not replace KSPP, is another layer.</a:t>
            </a:r>
          </a:p>
          <a:p>
            <a:pPr marL="0" marR="0" lvl="0" indent="0" algn="l" defTabSz="914367" rtl="0" eaLnBrk="1" fontAlgn="auto" latinLnBrk="0" hangingPunct="1">
              <a:lnSpc>
                <a:spcPct val="90000"/>
              </a:lnSpc>
              <a:spcBef>
                <a:spcPts val="0"/>
              </a:spcBef>
              <a:spcAft>
                <a:spcPts val="333"/>
              </a:spcAft>
              <a:buClrTx/>
              <a:buSzTx/>
              <a:buFontTx/>
              <a:buNone/>
              <a:tabLst/>
              <a:defRPr/>
            </a:pPr>
            <a:endParaRPr lang="en-US" dirty="0"/>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8</a:t>
            </a:fld>
            <a:endParaRPr lang="en-US"/>
          </a:p>
        </p:txBody>
      </p:sp>
    </p:spTree>
    <p:extLst>
      <p:ext uri="{BB962C8B-B14F-4D97-AF65-F5344CB8AC3E}">
        <p14:creationId xmlns:p14="http://schemas.microsoft.com/office/powerpoint/2010/main" val="135467197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Need simple diagram here.</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9</a:t>
            </a:fld>
            <a:endParaRPr lang="en-US"/>
          </a:p>
        </p:txBody>
      </p:sp>
    </p:spTree>
    <p:extLst>
      <p:ext uri="{BB962C8B-B14F-4D97-AF65-F5344CB8AC3E}">
        <p14:creationId xmlns:p14="http://schemas.microsoft.com/office/powerpoint/2010/main" val="42917577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are working on Hyper-V VSM scheme for Linux, welcome other hypervisors &amp; approaches.</a:t>
            </a:r>
          </a:p>
          <a:p>
            <a:endParaRPr lang="en-US" dirty="0"/>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10</a:t>
            </a:fld>
            <a:endParaRPr lang="en-US"/>
          </a:p>
        </p:txBody>
      </p:sp>
    </p:spTree>
    <p:extLst>
      <p:ext uri="{BB962C8B-B14F-4D97-AF65-F5344CB8AC3E}">
        <p14:creationId xmlns:p14="http://schemas.microsoft.com/office/powerpoint/2010/main" val="244956112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29</a:t>
            </a:fld>
            <a:endParaRPr lang="en-US"/>
          </a:p>
        </p:txBody>
      </p:sp>
    </p:spTree>
    <p:extLst>
      <p:ext uri="{BB962C8B-B14F-4D97-AF65-F5344CB8AC3E}">
        <p14:creationId xmlns:p14="http://schemas.microsoft.com/office/powerpoint/2010/main" val="12328816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Configure VMCS</a:t>
            </a:r>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31</a:t>
            </a:fld>
            <a:endParaRPr lang="en-US"/>
          </a:p>
        </p:txBody>
      </p:sp>
    </p:spTree>
    <p:extLst>
      <p:ext uri="{BB962C8B-B14F-4D97-AF65-F5344CB8AC3E}">
        <p14:creationId xmlns:p14="http://schemas.microsoft.com/office/powerpoint/2010/main" val="289404816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32</a:t>
            </a:fld>
            <a:endParaRPr lang="en-US"/>
          </a:p>
        </p:txBody>
      </p:sp>
    </p:spTree>
    <p:extLst>
      <p:ext uri="{BB962C8B-B14F-4D97-AF65-F5344CB8AC3E}">
        <p14:creationId xmlns:p14="http://schemas.microsoft.com/office/powerpoint/2010/main" val="15094414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33</a:t>
            </a:fld>
            <a:endParaRPr lang="en-US"/>
          </a:p>
        </p:txBody>
      </p:sp>
    </p:spTree>
    <p:extLst>
      <p:ext uri="{BB962C8B-B14F-4D97-AF65-F5344CB8AC3E}">
        <p14:creationId xmlns:p14="http://schemas.microsoft.com/office/powerpoint/2010/main" val="193622356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Header Placeholder 3"/>
          <p:cNvSpPr>
            <a:spLocks noGrp="1"/>
          </p:cNvSpPr>
          <p:nvPr>
            <p:ph type="hdr" sz="quarter"/>
          </p:nvPr>
        </p:nvSpPr>
        <p:spPr/>
        <p:txBody>
          <a:bodyPr/>
          <a:lstStyle/>
          <a:p>
            <a:endParaRPr lang="en-US"/>
          </a:p>
        </p:txBody>
      </p:sp>
      <p:sp>
        <p:nvSpPr>
          <p:cNvPr id="5" name="Footer Placeholder 4"/>
          <p:cNvSpPr>
            <a:spLocks noGrp="1"/>
          </p:cNvSpPr>
          <p:nvPr>
            <p:ph type="ftr" sz="quarter" idx="4"/>
          </p:nvPr>
        </p:nvSpPr>
        <p:spPr/>
        <p:txBody>
          <a:bodyPr/>
          <a:lstStyle/>
          <a:p>
            <a:pPr defTabSz="914099" eaLnBrk="0" hangingPunct="0"/>
            <a:r>
              <a:rPr lang="en-US" sz="400">
                <a:gradFill>
                  <a:gsLst>
                    <a:gs pos="0">
                      <a:prstClr val="black"/>
                    </a:gs>
                    <a:gs pos="100000">
                      <a:prstClr val="black"/>
                    </a:gs>
                  </a:gsLst>
                  <a:lin ang="5400000" scaled="0"/>
                </a:gradFill>
                <a:latin typeface="Segoe UI" pitchFamily="34" charset="0"/>
                <a:ea typeface="Segoe UI" pitchFamily="34" charset="0"/>
                <a:cs typeface="Segoe UI" pitchFamily="34" charset="0"/>
              </a:rPr>
              <a:t>© Microsoft Corporation. All rights reserved. MICROSOFT MAKES NO WARRANTIES, EXPRESS, IMPLIED OR STATUTORY, AS TO THE INFORMATION IN THIS PRESENTATION.</a:t>
            </a:r>
          </a:p>
        </p:txBody>
      </p:sp>
      <p:sp>
        <p:nvSpPr>
          <p:cNvPr id="6" name="Date Placeholder 5"/>
          <p:cNvSpPr>
            <a:spLocks noGrp="1"/>
          </p:cNvSpPr>
          <p:nvPr>
            <p:ph type="dt" idx="1"/>
          </p:nvPr>
        </p:nvSpPr>
        <p:spPr/>
        <p:txBody>
          <a:bodyPr/>
          <a:lstStyle/>
          <a:p>
            <a:fld id="{386CE63F-9E7F-4C04-9D0D-FCA25A8E9E86}" type="datetime8">
              <a:rPr lang="en-US" smtClean="0"/>
              <a:t>11/15/2023 5:09 AM</a:t>
            </a:fld>
            <a:endParaRPr lang="en-US"/>
          </a:p>
        </p:txBody>
      </p:sp>
      <p:sp>
        <p:nvSpPr>
          <p:cNvPr id="7" name="Slide Number Placeholder 6"/>
          <p:cNvSpPr>
            <a:spLocks noGrp="1"/>
          </p:cNvSpPr>
          <p:nvPr>
            <p:ph type="sldNum" sz="quarter" idx="5"/>
          </p:nvPr>
        </p:nvSpPr>
        <p:spPr/>
        <p:txBody>
          <a:bodyPr/>
          <a:lstStyle/>
          <a:p>
            <a:fld id="{B4008EB6-D09E-4580-8CD6-DDB14511944F}" type="slidenum">
              <a:rPr lang="en-US" smtClean="0"/>
              <a:pPr/>
              <a:t>34</a:t>
            </a:fld>
            <a:endParaRPr lang="en-US"/>
          </a:p>
        </p:txBody>
      </p:sp>
    </p:spTree>
    <p:extLst>
      <p:ext uri="{BB962C8B-B14F-4D97-AF65-F5344CB8AC3E}">
        <p14:creationId xmlns:p14="http://schemas.microsoft.com/office/powerpoint/2010/main" val="140486993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3.emf"/><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3" Type="http://schemas.openxmlformats.org/officeDocument/2006/relationships/image" Target="../media/image2.emf"/><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57.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58.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image" Target="../media/image15.jpeg"/><Relationship Id="rId2" Type="http://schemas.openxmlformats.org/officeDocument/2006/relationships/image" Target="../media/image14.jpeg"/><Relationship Id="rId1" Type="http://schemas.openxmlformats.org/officeDocument/2006/relationships/slideMaster" Target="../slideMasters/slideMaster1.xml"/><Relationship Id="rId4" Type="http://schemas.openxmlformats.org/officeDocument/2006/relationships/image" Target="../media/image16.jpeg"/></Relationships>
</file>

<file path=ppt/slideLayouts/_rels/slideLayout60.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image" Target="../media/image17.jpeg"/><Relationship Id="rId1" Type="http://schemas.openxmlformats.org/officeDocument/2006/relationships/slideMaster" Target="../slideMasters/slideMaster1.xml"/><Relationship Id="rId5" Type="http://schemas.openxmlformats.org/officeDocument/2006/relationships/image" Target="../media/image20.jpeg"/><Relationship Id="rId4" Type="http://schemas.openxmlformats.org/officeDocument/2006/relationships/image" Target="../media/image19.jpeg"/></Relationships>
</file>

<file path=ppt/slideLayouts/_rels/slideLayout6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2.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4" Type="http://schemas.openxmlformats.org/officeDocument/2006/relationships/image" Target="../media/image10.jpeg"/></Relationships>
</file>

<file path=ppt/slideLayouts/_rels/slideLayout63.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4.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image" Target="../media/image4.jpeg"/><Relationship Id="rId1" Type="http://schemas.openxmlformats.org/officeDocument/2006/relationships/slideMaster" Target="../slideMasters/slideMaster1.xml"/><Relationship Id="rId6" Type="http://schemas.openxmlformats.org/officeDocument/2006/relationships/image" Target="../media/image21.jpeg"/><Relationship Id="rId5" Type="http://schemas.openxmlformats.org/officeDocument/2006/relationships/image" Target="../media/image11.jpeg"/><Relationship Id="rId4" Type="http://schemas.openxmlformats.org/officeDocument/2006/relationships/image" Target="../media/image10.jpeg"/></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2.xml.rels><?xml version="1.0" encoding="UTF-8" standalone="yes"?>
<Relationships xmlns="http://schemas.openxmlformats.org/package/2006/relationships"><Relationship Id="rId2" Type="http://schemas.openxmlformats.org/officeDocument/2006/relationships/image" Target="../media/image2.emf"/><Relationship Id="rId1" Type="http://schemas.openxmlformats.org/officeDocument/2006/relationships/slideMaster" Target="../slideMasters/slideMaster1.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quare photo">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accent3"/>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white - EMF" descr="Microsoft logo white text version">
            <a:extLst>
              <a:ext uri="{FF2B5EF4-FFF2-40B4-BE49-F238E27FC236}">
                <a16:creationId xmlns:a16="http://schemas.microsoft.com/office/drawing/2014/main" id="{B75A0920-A5C0-44B4-805C-2A21395BDE60}"/>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
        <p:nvSpPr>
          <p:cNvPr id="4" name="Picture Placeholder 3">
            <a:extLst>
              <a:ext uri="{FF2B5EF4-FFF2-40B4-BE49-F238E27FC236}">
                <a16:creationId xmlns:a16="http://schemas.microsoft.com/office/drawing/2014/main" id="{40BC5B99-509C-464A-99BC-BB61027E6D1A}"/>
              </a:ext>
            </a:extLst>
          </p:cNvPr>
          <p:cNvSpPr>
            <a:spLocks noGrp="1"/>
          </p:cNvSpPr>
          <p:nvPr>
            <p:ph type="pic" sz="quarter" idx="13"/>
          </p:nvPr>
        </p:nvSpPr>
        <p:spPr>
          <a:xfrm>
            <a:off x="5326063" y="0"/>
            <a:ext cx="6865937" cy="6858000"/>
          </a:xfrm>
        </p:spPr>
        <p:txBody>
          <a:bodyPr/>
          <a:lstStyle/>
          <a:p>
            <a:r>
              <a:rPr lang="en-US"/>
              <a:t>Click icon to add picture</a:t>
            </a:r>
          </a:p>
        </p:txBody>
      </p:sp>
    </p:spTree>
    <p:extLst>
      <p:ext uri="{BB962C8B-B14F-4D97-AF65-F5344CB8AC3E}">
        <p14:creationId xmlns:p14="http://schemas.microsoft.com/office/powerpoint/2010/main" val="301743094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userDrawn="1">
          <p15:clr>
            <a:srgbClr val="5ACBF0"/>
          </p15:clr>
        </p15:guide>
        <p15:guide id="3" pos="3355" userDrawn="1">
          <p15:clr>
            <a:srgbClr val="5ACBF0"/>
          </p15:clr>
        </p15:guide>
        <p15:guide id="5" orient="horz" pos="2160" userDrawn="1">
          <p15:clr>
            <a:srgbClr val="FBAE40"/>
          </p15:clr>
        </p15:guide>
        <p15:guide id="6" orient="horz" pos="2229" userDrawn="1">
          <p15:clr>
            <a:srgbClr val="5ACBF0"/>
          </p15:clr>
        </p15:guide>
        <p15:guide id="7" pos="2996" userDrawn="1">
          <p15:clr>
            <a:srgbClr val="5ACBF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square photo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D0408F-4A76-4E13-B20C-89E0FD40DC32}"/>
              </a:ext>
            </a:extLst>
          </p:cNvPr>
          <p:cNvSpPr>
            <a:spLocks noGrp="1"/>
          </p:cNvSpPr>
          <p:nvPr>
            <p:ph type="title" hasCustomPrompt="1"/>
          </p:nvPr>
        </p:nvSpPr>
        <p:spPr>
          <a:xfrm>
            <a:off x="588263" y="2425541"/>
            <a:ext cx="4167887" cy="1107996"/>
          </a:xfrm>
        </p:spPr>
        <p:txBody>
          <a:bodyPr anchor="b" anchorCtr="0">
            <a:spAutoFit/>
          </a:bodyPr>
          <a:lstStyle>
            <a:lvl1pPr>
              <a:defRPr>
                <a:solidFill>
                  <a:schemeClr val="tx1"/>
                </a:solidFill>
              </a:defRPr>
            </a:lvl1pPr>
          </a:lstStyle>
          <a:p>
            <a:r>
              <a:rPr lang="en-US"/>
              <a:t>Event name or presentation title </a:t>
            </a:r>
          </a:p>
        </p:txBody>
      </p:sp>
      <p:sp>
        <p:nvSpPr>
          <p:cNvPr id="5" name="Text Placeholder 4"/>
          <p:cNvSpPr>
            <a:spLocks noGrp="1"/>
          </p:cNvSpPr>
          <p:nvPr>
            <p:ph type="body" sz="quarter" idx="12" hasCustomPrompt="1"/>
          </p:nvPr>
        </p:nvSpPr>
        <p:spPr>
          <a:xfrm>
            <a:off x="582042" y="3962400"/>
            <a:ext cx="4164583"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a:t>
            </a:r>
          </a:p>
        </p:txBody>
      </p:sp>
      <p:pic>
        <p:nvPicPr>
          <p:cNvPr id="7" name="MS logo gray - EMF" descr="Microsoft logo, gray text version">
            <a:extLst>
              <a:ext uri="{FF2B5EF4-FFF2-40B4-BE49-F238E27FC236}">
                <a16:creationId xmlns:a16="http://schemas.microsoft.com/office/drawing/2014/main" id="{DDC08157-A48C-4ACA-A5BB-EE2A866E103C}"/>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1D16804B-3245-9A4C-A340-6FF89CF57D54}"/>
              </a:ext>
            </a:extLst>
          </p:cNvPr>
          <p:cNvSpPr>
            <a:spLocks noGrp="1"/>
          </p:cNvSpPr>
          <p:nvPr>
            <p:ph type="pic" sz="quarter" idx="13"/>
          </p:nvPr>
        </p:nvSpPr>
        <p:spPr>
          <a:xfrm>
            <a:off x="5334000" y="0"/>
            <a:ext cx="6858000" cy="6858000"/>
          </a:xfrm>
        </p:spPr>
        <p:txBody>
          <a:bodyPr/>
          <a:lstStyle/>
          <a:p>
            <a:r>
              <a:rPr lang="en-US"/>
              <a:t>Click icon to add picture</a:t>
            </a:r>
          </a:p>
        </p:txBody>
      </p:sp>
    </p:spTree>
    <p:extLst>
      <p:ext uri="{BB962C8B-B14F-4D97-AF65-F5344CB8AC3E}">
        <p14:creationId xmlns:p14="http://schemas.microsoft.com/office/powerpoint/2010/main" val="160543543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orient="horz" pos="2496">
          <p15:clr>
            <a:srgbClr val="5ACBF0"/>
          </p15:clr>
        </p15:guide>
        <p15:guide id="3" pos="3360" userDrawn="1">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938504317"/>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6132" userDrawn="1">
          <p15:clr>
            <a:srgbClr val="5ACBF0"/>
          </p15:clr>
        </p15:guide>
        <p15:guide id="4" orient="horz" pos="2160" userDrawn="1">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Slide Left Title Black Bkg">
    <p:bg>
      <p:bgPr>
        <a:solidFill>
          <a:schemeClr val="bg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08996901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Slide Left Title White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551180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EC770E93-46FB-B04C-AFC6-A97F7105D849}"/>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393698997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userDrawn="1">
          <p15:clr>
            <a:srgbClr val="5ACBF0"/>
          </p15:clr>
        </p15:guide>
        <p15:guide id="2" orient="horz" pos="2496" userDrawn="1">
          <p15:clr>
            <a:srgbClr val="5ACBF0"/>
          </p15:clr>
        </p15:guide>
        <p15:guide id="3" pos="3840" userDrawn="1">
          <p15:clr>
            <a:srgbClr val="5ACBF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itle Slide 2">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979778"/>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91440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Tree>
    <p:extLst>
      <p:ext uri="{BB962C8B-B14F-4D97-AF65-F5344CB8AC3E}">
        <p14:creationId xmlns:p14="http://schemas.microsoft.com/office/powerpoint/2010/main" val="184959812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Slide Square Border Photo">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2425780"/>
            <a:ext cx="4756150" cy="1107996"/>
          </a:xfrm>
          <a:noFill/>
        </p:spPr>
        <p:txBody>
          <a:bodyPr wrap="square"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Event name or presentation title </a:t>
            </a:r>
          </a:p>
        </p:txBody>
      </p:sp>
      <p:sp>
        <p:nvSpPr>
          <p:cNvPr id="5" name="Text Placeholder 4"/>
          <p:cNvSpPr>
            <a:spLocks noGrp="1"/>
          </p:cNvSpPr>
          <p:nvPr>
            <p:ph type="body" sz="quarter" idx="12" hasCustomPrompt="1"/>
          </p:nvPr>
        </p:nvSpPr>
        <p:spPr>
          <a:xfrm>
            <a:off x="584200" y="3962400"/>
            <a:ext cx="475615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6" name="MS logo gray - EMF" descr="Microsoft logo, gray text version">
            <a:extLst>
              <a:ext uri="{FF2B5EF4-FFF2-40B4-BE49-F238E27FC236}">
                <a16:creationId xmlns:a16="http://schemas.microsoft.com/office/drawing/2014/main" id="{D3453B0B-33DE-4ED0-A610-D76D0E610F6F}"/>
              </a:ext>
            </a:extLst>
          </p:cNvPr>
          <p:cNvPicPr>
            <a:picLocks noChangeAspect="1"/>
          </p:cNvPicPr>
          <p:nvPr userDrawn="1"/>
        </p:nvPicPr>
        <p:blipFill>
          <a:blip r:embed="rId2"/>
          <a:stretch>
            <a:fillRect/>
          </a:stretch>
        </p:blipFill>
        <p:spPr bwMode="black">
          <a:xfrm>
            <a:off x="584200" y="585788"/>
            <a:ext cx="1366440" cy="292608"/>
          </a:xfrm>
          <a:prstGeom prst="rect">
            <a:avLst/>
          </a:prstGeom>
        </p:spPr>
      </p:pic>
      <p:sp>
        <p:nvSpPr>
          <p:cNvPr id="4" name="Picture Placeholder 3">
            <a:extLst>
              <a:ext uri="{FF2B5EF4-FFF2-40B4-BE49-F238E27FC236}">
                <a16:creationId xmlns:a16="http://schemas.microsoft.com/office/drawing/2014/main" id="{F20930C2-FF47-3F44-BA93-EEDCB40578EB}"/>
              </a:ext>
            </a:extLst>
          </p:cNvPr>
          <p:cNvSpPr>
            <a:spLocks noGrp="1"/>
          </p:cNvSpPr>
          <p:nvPr>
            <p:ph type="pic" sz="quarter" idx="13"/>
          </p:nvPr>
        </p:nvSpPr>
        <p:spPr>
          <a:xfrm>
            <a:off x="5627688" y="292100"/>
            <a:ext cx="6270625" cy="6272213"/>
          </a:xfrm>
        </p:spPr>
        <p:txBody>
          <a:bodyPr/>
          <a:lstStyle/>
          <a:p>
            <a:r>
              <a:rPr lang="en-US"/>
              <a:t>Click icon to add picture</a:t>
            </a:r>
          </a:p>
        </p:txBody>
      </p:sp>
    </p:spTree>
    <p:extLst>
      <p:ext uri="{BB962C8B-B14F-4D97-AF65-F5344CB8AC3E}">
        <p14:creationId xmlns:p14="http://schemas.microsoft.com/office/powerpoint/2010/main" val="86737040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228">
          <p15:clr>
            <a:srgbClr val="5ACBF0"/>
          </p15:clr>
        </p15:guide>
        <p15:guide id="2" orient="horz" pos="2496">
          <p15:clr>
            <a:srgbClr val="5ACBF0"/>
          </p15:clr>
        </p15:guide>
        <p15:guide id="3" pos="6132">
          <p15:clr>
            <a:srgbClr val="5ACBF0"/>
          </p15:clr>
        </p15:guide>
        <p15:guide id="4" orient="horz" pos="2160">
          <p15:clr>
            <a:srgbClr val="FBAE40"/>
          </p15:clr>
        </p15:guide>
        <p15:guide id="5" pos="3545" userDrawn="1">
          <p15:clr>
            <a:srgbClr val="FBAE40"/>
          </p15:clr>
        </p15:guide>
        <p15:guide id="6" pos="3364" userDrawn="1">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End Slide Color Bkg">
    <p:bg>
      <p:bgRef idx="1001">
        <a:schemeClr val="bg2"/>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accent3"/>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259996187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End Slide Black Bkg">
    <p:bg>
      <p:bgRef idx="1001">
        <a:schemeClr val="bg1"/>
      </p:bgRef>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584200" y="5715040"/>
            <a:ext cx="9144000" cy="553998"/>
          </a:xfrm>
          <a:noFill/>
        </p:spPr>
        <p:txBody>
          <a:bodyPr lIns="0" tIns="0" rIns="0" bIns="0" anchor="b" anchorCtr="0">
            <a:spAutoFit/>
          </a:bodyPr>
          <a:lstStyle>
            <a:lvl1pPr>
              <a:defRPr sz="3600" spc="-50" baseline="0">
                <a:solidFill>
                  <a:schemeClr val="tx1"/>
                </a:solidFill>
                <a:latin typeface="+mj-lt"/>
                <a:cs typeface="Segoe UI" panose="020B0502040204020203" pitchFamily="34" charset="0"/>
              </a:defRPr>
            </a:lvl1pPr>
          </a:lstStyle>
          <a:p>
            <a:r>
              <a:rPr lang="en-US"/>
              <a:t>Thank you</a:t>
            </a:r>
          </a:p>
        </p:txBody>
      </p:sp>
      <p:pic>
        <p:nvPicPr>
          <p:cNvPr id="7" name="MS logo white - EMF" descr="Microsoft logo white text version">
            <a:extLst>
              <a:ext uri="{FF2B5EF4-FFF2-40B4-BE49-F238E27FC236}">
                <a16:creationId xmlns:a16="http://schemas.microsoft.com/office/drawing/2014/main" id="{0FD32619-3819-428A-8565-629596C91418}"/>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1369457985"/>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3" pos="6132" userDrawn="1">
          <p15:clr>
            <a:srgbClr val="5ACBF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232991965"/>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Title &amp; Non-bulleted text">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34B655BA-10A4-4A57-89DB-CFFBE1CA1E33}"/>
              </a:ext>
            </a:extLst>
          </p:cNvPr>
          <p:cNvSpPr>
            <a:spLocks noGrp="1"/>
          </p:cNvSpPr>
          <p:nvPr>
            <p:ph type="title"/>
          </p:nvPr>
        </p:nvSpPr>
        <p:spPr/>
        <p:txBody>
          <a:bodyPr/>
          <a:lstStyle/>
          <a:p>
            <a:r>
              <a:rPr lang="en-US"/>
              <a:t>Click to edit Master title style</a:t>
            </a:r>
          </a:p>
        </p:txBody>
      </p:sp>
      <p:sp>
        <p:nvSpPr>
          <p:cNvPr id="4" name="Text Placeholder 3"/>
          <p:cNvSpPr>
            <a:spLocks noGrp="1"/>
          </p:cNvSpPr>
          <p:nvPr>
            <p:ph type="body" sz="quarter" idx="10"/>
          </p:nvPr>
        </p:nvSpPr>
        <p:spPr>
          <a:xfrm>
            <a:off x="586390" y="1434370"/>
            <a:ext cx="11018520" cy="2308324"/>
          </a:xfrm>
        </p:spPr>
        <p:txBody>
          <a:bodyPr wrap="square">
            <a:spAutoFit/>
          </a:bodyPr>
          <a:lstStyle>
            <a:lvl1pPr marL="0" indent="0">
              <a:buNone/>
              <a:defRPr/>
            </a:lvl1pPr>
            <a:lvl2pPr marL="228600" indent="0">
              <a:buNone/>
              <a:defRPr/>
            </a:lvl2pPr>
            <a:lvl3pPr marL="457200" indent="0">
              <a:buNone/>
              <a:defRPr/>
            </a:lvl3pPr>
            <a:lvl4pPr marL="685800" indent="0">
              <a:buNone/>
              <a:defRPr/>
            </a:lvl4pPr>
            <a:lvl5pPr marL="9144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31337368"/>
      </p:ext>
    </p:extLst>
  </p:cSld>
  <p:clrMapOvr>
    <a:masterClrMapping/>
  </p:clrMapOvr>
  <p:transition>
    <p:fade/>
  </p:transition>
  <p:extLst>
    <p:ext uri="{DCECCB84-F9BA-43D5-87BE-67443E8EF086}">
      <p15:sldGuideLst xmlns:p15="http://schemas.microsoft.com/office/powerpoint/2012/main">
        <p15:guide id="1" orient="horz" pos="288" userDrawn="1">
          <p15:clr>
            <a:srgbClr val="5ACBF0"/>
          </p15:clr>
        </p15:guide>
        <p15:guide id="2" orient="horz" pos="905" userDrawn="1">
          <p15:clr>
            <a:srgbClr val="5ACBF0"/>
          </p15:clr>
        </p15:guide>
        <p15:guide id="4" orient="horz" pos="1272" userDrawn="1">
          <p15:clr>
            <a:srgbClr val="5ACBF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57200658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6">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533679714"/>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272">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Two Column Bulle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2" name="Text Placeholder 11">
            <a:extLst>
              <a:ext uri="{FF2B5EF4-FFF2-40B4-BE49-F238E27FC236}">
                <a16:creationId xmlns:a16="http://schemas.microsoft.com/office/drawing/2014/main" id="{DD525736-DEE8-4391-8135-23DE0640053A}"/>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8" name="Text Placeholder 7">
            <a:extLst>
              <a:ext uri="{FF2B5EF4-FFF2-40B4-BE49-F238E27FC236}">
                <a16:creationId xmlns:a16="http://schemas.microsoft.com/office/drawing/2014/main" id="{98E90344-0294-48E2-AAF0-601BB99500E7}"/>
              </a:ext>
            </a:extLst>
          </p:cNvPr>
          <p:cNvSpPr>
            <a:spLocks noGrp="1"/>
          </p:cNvSpPr>
          <p:nvPr>
            <p:ph type="body" sz="quarter" idx="14"/>
          </p:nvPr>
        </p:nvSpPr>
        <p:spPr>
          <a:xfrm>
            <a:off x="584200"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66750" indent="-152400">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3" name="Text Placeholder 11">
            <a:extLst>
              <a:ext uri="{FF2B5EF4-FFF2-40B4-BE49-F238E27FC236}">
                <a16:creationId xmlns:a16="http://schemas.microsoft.com/office/drawing/2014/main" id="{B4F729D4-B1F1-45F2-A06A-40234B19C883}"/>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0" name="Text Placeholder 9">
            <a:extLst>
              <a:ext uri="{FF2B5EF4-FFF2-40B4-BE49-F238E27FC236}">
                <a16:creationId xmlns:a16="http://schemas.microsoft.com/office/drawing/2014/main" id="{D1F896FB-325C-4849-B372-8DF0D6C0562C}"/>
              </a:ext>
            </a:extLst>
          </p:cNvPr>
          <p:cNvSpPr>
            <a:spLocks noGrp="1"/>
          </p:cNvSpPr>
          <p:nvPr>
            <p:ph type="body" sz="quarter" idx="15"/>
          </p:nvPr>
        </p:nvSpPr>
        <p:spPr>
          <a:xfrm>
            <a:off x="6397625" y="2084388"/>
            <a:ext cx="5219700" cy="1612749"/>
          </a:xfrm>
        </p:spPr>
        <p:txBody>
          <a:bodyPr>
            <a:spAutoFit/>
          </a:bodyPr>
          <a:lstStyle>
            <a:lvl1pPr marL="171450" indent="-171450">
              <a:defRPr lang="en-US" sz="2400" dirty="0"/>
            </a:lvl1pPr>
            <a:lvl2pPr marL="342900" indent="-171450">
              <a:defRPr lang="en-US" dirty="0"/>
            </a:lvl2pPr>
            <a:lvl3pPr marL="514350" indent="-171450">
              <a:defRPr lang="en-US" dirty="0"/>
            </a:lvl3pPr>
            <a:lvl4pPr marL="685800" indent="-136525">
              <a:defRPr lang="en-US" dirty="0"/>
            </a:lvl4pPr>
            <a:lvl5pPr marL="793750" indent="-120650">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8857019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spAutoFit/>
          </a:bodyPr>
          <a:lstStyle>
            <a:lvl1pPr>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2"/>
            <a:ext cx="5214937" cy="4187825"/>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10708830"/>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311"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96918344"/>
      </p:ext>
    </p:extLst>
  </p:cSld>
  <p:clrMapOvr>
    <a:masterClrMapping/>
  </p:clrMapOvr>
  <p:transition>
    <p:fade/>
  </p:transition>
  <p:extLst>
    <p:ext uri="{DCECCB84-F9BA-43D5-87BE-67443E8EF086}">
      <p15:sldGuideLst xmlns:p15="http://schemas.microsoft.com/office/powerpoint/2012/main">
        <p15:guide id="3" orient="horz" pos="1506">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993881619"/>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436">
          <p15:clr>
            <a:srgbClr val="5ACBF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Fiv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spAutoFit/>
          </a:body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hasCustomPrompt="1"/>
          </p:nvPr>
        </p:nvSpPr>
        <p:spPr>
          <a:xfrm>
            <a:off x="584200"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hasCustomPrompt="1"/>
          </p:nvPr>
        </p:nvSpPr>
        <p:spPr>
          <a:xfrm>
            <a:off x="2849007"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2849007"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hasCustomPrompt="1"/>
          </p:nvPr>
        </p:nvSpPr>
        <p:spPr>
          <a:xfrm>
            <a:off x="5113814"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5113814" y="228311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hasCustomPrompt="1"/>
          </p:nvPr>
        </p:nvSpPr>
        <p:spPr>
          <a:xfrm>
            <a:off x="7378621"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7378621"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1" name="Text Placeholder 11">
            <a:extLst>
              <a:ext uri="{FF2B5EF4-FFF2-40B4-BE49-F238E27FC236}">
                <a16:creationId xmlns:a16="http://schemas.microsoft.com/office/drawing/2014/main" id="{540485AC-5036-400C-92C3-D3E9EC0252BC}"/>
              </a:ext>
            </a:extLst>
          </p:cNvPr>
          <p:cNvSpPr>
            <a:spLocks noGrp="1"/>
          </p:cNvSpPr>
          <p:nvPr>
            <p:ph type="body" sz="quarter" idx="22" hasCustomPrompt="1"/>
          </p:nvPr>
        </p:nvSpPr>
        <p:spPr>
          <a:xfrm>
            <a:off x="9643428" y="1438275"/>
            <a:ext cx="1965960" cy="492443"/>
          </a:xfrm>
        </p:spPr>
        <p:txBody>
          <a:bodyPr anchor="t"/>
          <a:lstStyle>
            <a:lvl1pPr marL="0" indent="0">
              <a:spcBef>
                <a:spcPts val="0"/>
              </a:spcBef>
              <a:buNone/>
              <a:defRPr sz="1600">
                <a:solidFill>
                  <a:schemeClr val="tx1"/>
                </a:solidFill>
                <a:latin typeface="+mj-lt"/>
              </a:defRPr>
            </a:lvl1pPr>
          </a:lstStyle>
          <a:p>
            <a:pPr lvl="0"/>
            <a:r>
              <a:rPr lang="en-US"/>
              <a:t>Click to edit text styles</a:t>
            </a:r>
          </a:p>
        </p:txBody>
      </p:sp>
      <p:sp>
        <p:nvSpPr>
          <p:cNvPr id="12" name="Text Placeholder 9">
            <a:extLst>
              <a:ext uri="{FF2B5EF4-FFF2-40B4-BE49-F238E27FC236}">
                <a16:creationId xmlns:a16="http://schemas.microsoft.com/office/drawing/2014/main" id="{F90290A2-7689-4DF5-971A-36C2D9173411}"/>
              </a:ext>
            </a:extLst>
          </p:cNvPr>
          <p:cNvSpPr>
            <a:spLocks noGrp="1"/>
          </p:cNvSpPr>
          <p:nvPr>
            <p:ph type="body" sz="quarter" idx="23"/>
          </p:nvPr>
        </p:nvSpPr>
        <p:spPr>
          <a:xfrm>
            <a:off x="9643428" y="2276475"/>
            <a:ext cx="1965960" cy="1452705"/>
          </a:xfrm>
        </p:spPr>
        <p:txBody>
          <a:bodyPr wrap="square">
            <a:spAutoFit/>
          </a:bodyPr>
          <a:lstStyle>
            <a:lvl1pPr marL="141288" indent="-141288">
              <a:defRPr lang="en-US" sz="1500" dirty="0"/>
            </a:lvl1pPr>
            <a:lvl2pPr marL="285750" indent="-125413">
              <a:defRPr lang="en-US" sz="1400" dirty="0"/>
            </a:lvl2pPr>
            <a:lvl3pPr marL="438150" indent="-133350">
              <a:defRPr lang="en-US" sz="1400" dirty="0"/>
            </a:lvl3pPr>
            <a:lvl4pPr marL="566738" indent="-114300">
              <a:defRPr lang="en-US" sz="1200" dirty="0"/>
            </a:lvl4pPr>
            <a:lvl5pPr marL="685800" indent="-109538">
              <a:defRPr lang="en-US" sz="1200"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265518951"/>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610" userDrawn="1">
          <p15:clr>
            <a:srgbClr val="5ACBF0"/>
          </p15:clr>
        </p15:guide>
        <p15:guide id="7" pos="1795" userDrawn="1">
          <p15:clr>
            <a:srgbClr val="5ACBF0"/>
          </p15:clr>
        </p15:guide>
        <p15:guide id="8" pos="3035" userDrawn="1">
          <p15:clr>
            <a:srgbClr val="5ACBF0"/>
          </p15:clr>
        </p15:guide>
        <p15:guide id="9" pos="3221" userDrawn="1">
          <p15:clr>
            <a:srgbClr val="5ACBF0"/>
          </p15:clr>
        </p15:guide>
        <p15:guide id="10" pos="4461" userDrawn="1">
          <p15:clr>
            <a:srgbClr val="5ACBF0"/>
          </p15:clr>
        </p15:guide>
        <p15:guide id="11" pos="5890" userDrawn="1">
          <p15:clr>
            <a:srgbClr val="5ACBF0"/>
          </p15:clr>
        </p15:guide>
        <p15:guide id="12" orient="horz" pos="1436">
          <p15:clr>
            <a:srgbClr val="5ACBF0"/>
          </p15:clr>
        </p15:guide>
        <p15:guide id="13" pos="4646" userDrawn="1">
          <p15:clr>
            <a:srgbClr val="5ACBF0"/>
          </p15:clr>
        </p15:guide>
        <p15:guide id="14" pos="6072" userDrawn="1">
          <p15:clr>
            <a:srgbClr val="5ACBF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p:txBody>
          <a:bodyPr/>
          <a:lstStyle/>
          <a:p>
            <a:r>
              <a:rPr lang="en-US"/>
              <a:t>Click to edit Master title style</a:t>
            </a:r>
          </a:p>
        </p:txBody>
      </p:sp>
    </p:spTree>
    <p:extLst>
      <p:ext uri="{BB962C8B-B14F-4D97-AF65-F5344CB8AC3E}">
        <p14:creationId xmlns:p14="http://schemas.microsoft.com/office/powerpoint/2010/main" val="1307984548"/>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Title Only - left side ">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AAD849-7CFE-4AF7-A7C5-6BBD50C88C1A}"/>
              </a:ext>
            </a:extLst>
          </p:cNvPr>
          <p:cNvSpPr>
            <a:spLocks noGrp="1"/>
          </p:cNvSpPr>
          <p:nvPr>
            <p:ph type="title"/>
          </p:nvPr>
        </p:nvSpPr>
        <p:spPr>
          <a:xfrm>
            <a:off x="588264" y="2875002"/>
            <a:ext cx="4127692" cy="1107996"/>
          </a:xfrm>
        </p:spPr>
        <p:txBody>
          <a:bodyPr wrap="square" anchor="ctr">
            <a:spAutoFit/>
          </a:bodyPr>
          <a:lstStyle/>
          <a:p>
            <a:r>
              <a:rPr lang="en-US"/>
              <a:t>Click to edit Master title style</a:t>
            </a:r>
          </a:p>
        </p:txBody>
      </p:sp>
    </p:spTree>
    <p:extLst>
      <p:ext uri="{BB962C8B-B14F-4D97-AF65-F5344CB8AC3E}">
        <p14:creationId xmlns:p14="http://schemas.microsoft.com/office/powerpoint/2010/main" val="61338459"/>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30" orient="horz" pos="288">
          <p15:clr>
            <a:srgbClr val="5ACBF0"/>
          </p15:clr>
        </p15:guide>
        <p15:guide id="32" orient="horz" pos="2160">
          <p15:clr>
            <a:srgbClr val="5ACBF0"/>
          </p15:clr>
        </p15:guide>
        <p15:guide id="33" pos="2976" userDrawn="1">
          <p15:clr>
            <a:srgbClr val="5ACBF0"/>
          </p15:clr>
        </p15:guide>
        <p15:guide id="34" pos="3336" userDrawn="1">
          <p15:clr>
            <a:srgbClr val="5ACBF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Small title - half page">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4B2500C4-B436-4E3A-8A91-A02448A774DB}"/>
              </a:ext>
            </a:extLst>
          </p:cNvPr>
          <p:cNvSpPr>
            <a:spLocks noGrp="1"/>
          </p:cNvSpPr>
          <p:nvPr>
            <p:ph type="title"/>
          </p:nvPr>
        </p:nvSpPr>
        <p:spPr>
          <a:xfrm>
            <a:off x="584200" y="457200"/>
            <a:ext cx="5508419" cy="372410"/>
          </a:xfrm>
        </p:spPr>
        <p:txBody>
          <a:bodyPr tIns="64008"/>
          <a:lstStyle>
            <a:lvl1pPr>
              <a:defRPr sz="2000" spc="0">
                <a:latin typeface="+mj-lt"/>
                <a:cs typeface="Segoe UI"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243858526"/>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52" userDrawn="1">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userDrawn="1">
          <p15:clr>
            <a:srgbClr val="5ACBF0"/>
          </p15:clr>
        </p15:guide>
        <p15:guide id="29" orient="horz" pos="1271" userDrawn="1">
          <p15:clr>
            <a:srgbClr val="5ACBF0"/>
          </p15:clr>
        </p15:guide>
        <p15:guide id="30" orient="horz" pos="288" userDrawn="1">
          <p15:clr>
            <a:srgbClr val="5ACBF0"/>
          </p15:clr>
        </p15:guide>
        <p15:guide id="31" pos="3840" userDrawn="1">
          <p15:clr>
            <a:srgbClr val="5ACBF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Header Background Title and Content">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01109616-29F5-2A48-AD26-C036688E660A}"/>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844675"/>
            <a:ext cx="11018838" cy="4424363"/>
          </a:xfrm>
        </p:spPr>
        <p:txBody>
          <a:bodyPr/>
          <a:lstStyle>
            <a:lvl1pPr marL="0" indent="0">
              <a:buNone/>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589192910"/>
      </p:ext>
    </p:extLst>
  </p:cSld>
  <p:clrMapOvr>
    <a:masterClrMapping/>
  </p:clrMapOvr>
  <p:transition>
    <p:fade/>
  </p:transition>
  <p:extLst>
    <p:ext uri="{DCECCB84-F9BA-43D5-87BE-67443E8EF086}">
      <p15:sldGuideLst xmlns:p15="http://schemas.microsoft.com/office/powerpoint/2012/main">
        <p15:guide id="2" orient="horz" pos="1162" userDrawn="1">
          <p15:clr>
            <a:srgbClr val="5ACBF0"/>
          </p15:clr>
        </p15:guide>
        <p15:guide id="3" orient="horz" pos="288">
          <p15:clr>
            <a:srgbClr val="5ACBF0"/>
          </p15:clr>
        </p15:guide>
        <p15:guide id="5" orient="horz" pos="904">
          <p15:clr>
            <a:srgbClr val="5ACBF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Header Background Two Column Bullet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D3A5130-10A1-954A-B139-8F920AB6EC86}"/>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accent3"/>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844674"/>
            <a:ext cx="5211763"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844674"/>
            <a:ext cx="5219700" cy="442436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28703027"/>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Header Background Two Column Non-bulleted text">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E6D08175-261D-A74C-8918-CB97ADB19271}"/>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accent3"/>
                </a:solidFill>
              </a:defRPr>
            </a:lvl1pPr>
          </a:lstStyle>
          <a:p>
            <a:r>
              <a:rPr lang="en-US"/>
              <a:t>Click to edit Master title style</a:t>
            </a:r>
          </a:p>
        </p:txBody>
      </p:sp>
      <p:sp>
        <p:nvSpPr>
          <p:cNvPr id="4" name="Text Placeholder 3"/>
          <p:cNvSpPr>
            <a:spLocks noGrp="1"/>
          </p:cNvSpPr>
          <p:nvPr>
            <p:ph type="body" sz="quarter" idx="10"/>
          </p:nvPr>
        </p:nvSpPr>
        <p:spPr>
          <a:xfrm>
            <a:off x="584200" y="1853052"/>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844675"/>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658693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Header Background Two Column Content with Subheads">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77941E1A-46FF-9B43-8237-B9FAC6645B8E}"/>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851161"/>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495686"/>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844675"/>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489200"/>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13330693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Header Background Three Column Bullet with Subtitles">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5B0B838-FFE7-3848-8346-94C828955739}"/>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7971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7905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8446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7971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422089322"/>
      </p:ext>
    </p:extLst>
  </p:cSld>
  <p:clrMapOvr>
    <a:masterClrMapping/>
  </p:clrMapOvr>
  <p:transition>
    <p:fade/>
  </p:transition>
  <p:extLst>
    <p:ext uri="{DCECCB84-F9BA-43D5-87BE-67443E8EF086}">
      <p15:sldGuideLst xmlns:p15="http://schemas.microsoft.com/office/powerpoint/2012/main">
        <p15:guide id="3" orient="horz" pos="1162" userDrawn="1">
          <p15:clr>
            <a:srgbClr val="5ACBF0"/>
          </p15:clr>
        </p15:guide>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Header Background Four Column Bullet with Subtitle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57D56507-64E9-FD49-A968-94669A530F3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accent3"/>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8446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6895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8446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6828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75996806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1162" userDrawn="1">
          <p15:clr>
            <a:srgbClr val="5ACBF0"/>
          </p15:clr>
        </p15:guide>
      </p15:sldGuideLst>
    </p:ext>
  </p:extLs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Header Line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CFEFD-88E5-4869-B5C3-1611B0B50E15}"/>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4" name="Content Placeholder 3">
            <a:extLst>
              <a:ext uri="{FF2B5EF4-FFF2-40B4-BE49-F238E27FC236}">
                <a16:creationId xmlns:a16="http://schemas.microsoft.com/office/drawing/2014/main" id="{58A212C2-8B30-4835-8711-AA981B6CFBE1}"/>
              </a:ext>
            </a:extLst>
          </p:cNvPr>
          <p:cNvSpPr>
            <a:spLocks noGrp="1"/>
          </p:cNvSpPr>
          <p:nvPr>
            <p:ph sz="quarter" idx="10"/>
          </p:nvPr>
        </p:nvSpPr>
        <p:spPr>
          <a:xfrm>
            <a:off x="584200" y="1435100"/>
            <a:ext cx="11018838" cy="4833938"/>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4F9662A5-6E2F-47B0-9B6E-E87983D375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7" name="Straight Connector 6">
            <a:extLst>
              <a:ext uri="{FF2B5EF4-FFF2-40B4-BE49-F238E27FC236}">
                <a16:creationId xmlns:a16="http://schemas.microsoft.com/office/drawing/2014/main" id="{8EDAE969-6DFB-AD4B-A4BB-4C9D04F1489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31251049"/>
      </p:ext>
    </p:extLst>
  </p:cSld>
  <p:clrMapOvr>
    <a:masterClrMapping/>
  </p:clrMapOvr>
  <p:transition>
    <p:fade/>
  </p:transition>
  <p:extLst>
    <p:ext uri="{DCECCB84-F9BA-43D5-87BE-67443E8EF086}">
      <p15:sldGuideLst xmlns:p15="http://schemas.microsoft.com/office/powerpoint/2012/main">
        <p15:guide id="2" orient="horz" pos="1272">
          <p15:clr>
            <a:srgbClr val="5ACBF0"/>
          </p15:clr>
        </p15:guide>
        <p15:guide id="3" orient="horz" pos="288">
          <p15:clr>
            <a:srgbClr val="5ACBF0"/>
          </p15:clr>
        </p15:guide>
        <p15:guide id="5" orient="horz" pos="904">
          <p15:clr>
            <a:srgbClr val="5ACBF0"/>
          </p15:clr>
        </p15:guide>
      </p15:sldGuideLst>
    </p:ext>
  </p:extLs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Header Line Two Column Bullet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BE2550-DA43-453C-A328-33C740E65403}"/>
              </a:ext>
            </a:extLst>
          </p:cNvPr>
          <p:cNvSpPr>
            <a:spLocks noGrp="1"/>
          </p:cNvSpPr>
          <p:nvPr>
            <p:ph type="title"/>
          </p:nvPr>
        </p:nvSpPr>
        <p:spPr/>
        <p:txBody>
          <a:bodyPr anchor="ctr"/>
          <a:lstStyle>
            <a:lvl1pPr>
              <a:defRPr>
                <a:solidFill>
                  <a:schemeClr val="tx1"/>
                </a:solidFill>
              </a:defRPr>
            </a:lvl1pPr>
          </a:lstStyle>
          <a:p>
            <a:r>
              <a:rPr lang="en-US"/>
              <a:t>Click to edit Master title style</a:t>
            </a:r>
          </a:p>
        </p:txBody>
      </p:sp>
      <p:sp>
        <p:nvSpPr>
          <p:cNvPr id="5" name="Content Placeholder 4">
            <a:extLst>
              <a:ext uri="{FF2B5EF4-FFF2-40B4-BE49-F238E27FC236}">
                <a16:creationId xmlns:a16="http://schemas.microsoft.com/office/drawing/2014/main" id="{14B7A288-CDAC-4184-9F73-137C95F5E643}"/>
              </a:ext>
            </a:extLst>
          </p:cNvPr>
          <p:cNvSpPr>
            <a:spLocks noGrp="1"/>
          </p:cNvSpPr>
          <p:nvPr>
            <p:ph sz="quarter" idx="12"/>
          </p:nvPr>
        </p:nvSpPr>
        <p:spPr>
          <a:xfrm>
            <a:off x="584200" y="1435100"/>
            <a:ext cx="5211763"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9" name="Content Placeholder 8">
            <a:extLst>
              <a:ext uri="{FF2B5EF4-FFF2-40B4-BE49-F238E27FC236}">
                <a16:creationId xmlns:a16="http://schemas.microsoft.com/office/drawing/2014/main" id="{CEC22105-78D6-4753-94FA-3DA949361A95}"/>
              </a:ext>
            </a:extLst>
          </p:cNvPr>
          <p:cNvSpPr>
            <a:spLocks noGrp="1"/>
          </p:cNvSpPr>
          <p:nvPr>
            <p:ph sz="quarter" idx="13"/>
          </p:nvPr>
        </p:nvSpPr>
        <p:spPr>
          <a:xfrm>
            <a:off x="6389688" y="1435100"/>
            <a:ext cx="5219700" cy="4833937"/>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Box 5">
            <a:extLst>
              <a:ext uri="{FF2B5EF4-FFF2-40B4-BE49-F238E27FC236}">
                <a16:creationId xmlns:a16="http://schemas.microsoft.com/office/drawing/2014/main" id="{5F6A123D-3A27-499F-9210-3E0D7CED39C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AE9361ED-1B01-E94D-9CDA-29127BEC918D}"/>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085227412"/>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60">
          <p15:clr>
            <a:srgbClr val="5ACBF0"/>
          </p15:clr>
        </p15:guide>
        <p15:guide id="5" pos="4024">
          <p15:clr>
            <a:srgbClr val="5ACBF0"/>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Header Line Two Column Non-bullete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lstStyle>
            <a:lvl1pPr>
              <a:defRPr>
                <a:solidFill>
                  <a:schemeClr val="tx1"/>
                </a:solidFill>
              </a:defRPr>
            </a:lvl1pPr>
          </a:lstStyle>
          <a:p>
            <a:r>
              <a:rPr lang="en-US"/>
              <a:t>Click to edit Master title style</a:t>
            </a:r>
          </a:p>
        </p:txBody>
      </p:sp>
      <p:sp>
        <p:nvSpPr>
          <p:cNvPr id="4" name="Text Placeholder 3"/>
          <p:cNvSpPr>
            <a:spLocks noGrp="1"/>
          </p:cNvSpPr>
          <p:nvPr>
            <p:ph type="body" sz="quarter" idx="10"/>
          </p:nvPr>
        </p:nvSpPr>
        <p:spPr>
          <a:xfrm>
            <a:off x="584200"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Text Placeholder 3">
            <a:extLst>
              <a:ext uri="{FF2B5EF4-FFF2-40B4-BE49-F238E27FC236}">
                <a16:creationId xmlns:a16="http://schemas.microsoft.com/office/drawing/2014/main" id="{8E9CDCB4-03E1-4763-B83E-A1334BCDB0C0}"/>
              </a:ext>
            </a:extLst>
          </p:cNvPr>
          <p:cNvSpPr>
            <a:spLocks noGrp="1"/>
          </p:cNvSpPr>
          <p:nvPr>
            <p:ph type="body" sz="quarter" idx="12"/>
          </p:nvPr>
        </p:nvSpPr>
        <p:spPr>
          <a:xfrm>
            <a:off x="6397171" y="1435100"/>
            <a:ext cx="5212080" cy="1649682"/>
          </a:xfrm>
        </p:spPr>
        <p:txBody>
          <a:bodyPr wrap="square">
            <a:spAutoFit/>
          </a:bodyPr>
          <a:lstStyle>
            <a:lvl1pPr marL="0" indent="0">
              <a:spcBef>
                <a:spcPts val="1224"/>
              </a:spcBef>
              <a:buClr>
                <a:schemeClr val="tx1"/>
              </a:buClr>
              <a:buFont typeface="Wingdings" panose="05000000000000000000" pitchFamily="2" charset="2"/>
              <a:buNone/>
              <a:defRPr sz="2800" b="0">
                <a:latin typeface="Segoe UI" panose="020B0502040204020203" pitchFamily="34" charset="0"/>
                <a:cs typeface="Segoe UI" panose="020B0502040204020203" pitchFamily="34" charset="0"/>
              </a:defRPr>
            </a:lvl1pPr>
            <a:lvl2pPr marL="255588" indent="0">
              <a:buFont typeface="Wingdings" panose="05000000000000000000" pitchFamily="2" charset="2"/>
              <a:buNone/>
              <a:defRPr sz="2000" b="0"/>
            </a:lvl2pPr>
            <a:lvl3pPr marL="450850" indent="0">
              <a:buFont typeface="Wingdings" panose="05000000000000000000" pitchFamily="2" charset="2"/>
              <a:buNone/>
              <a:tabLst/>
              <a:defRPr sz="1600" b="0"/>
            </a:lvl3pPr>
            <a:lvl4pPr marL="652462" indent="0">
              <a:buFont typeface="Wingdings" panose="05000000000000000000" pitchFamily="2" charset="2"/>
              <a:buNone/>
              <a:defRPr sz="1400" b="0"/>
            </a:lvl4pPr>
            <a:lvl5pPr marL="854075" indent="0">
              <a:buFont typeface="Wingdings" panose="05000000000000000000" pitchFamily="2" charset="2"/>
              <a:buNone/>
              <a:tabLst/>
              <a:defRPr sz="1400" b="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6161C8D7-A314-D146-8B0F-88DAD8C243A2}"/>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23318051"/>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3" orient="horz" pos="904">
          <p15:clr>
            <a:srgbClr val="5ACBF0"/>
          </p15:clr>
        </p15:guide>
        <p15:guide id="4" pos="3656">
          <p15:clr>
            <a:srgbClr val="5ACBF0"/>
          </p15:clr>
        </p15:guide>
        <p15:guide id="5" pos="4024">
          <p15:clr>
            <a:srgbClr val="5ACBF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1_Header Background Two Column Content with Subhead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876633-3E8D-4CF4-A5D4-D4E9D88A6DE0}"/>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8" name="Text Placeholder 11">
            <a:extLst>
              <a:ext uri="{FF2B5EF4-FFF2-40B4-BE49-F238E27FC236}">
                <a16:creationId xmlns:a16="http://schemas.microsoft.com/office/drawing/2014/main" id="{C2759870-0BEA-44DC-A414-1C70D04E35CC}"/>
              </a:ext>
            </a:extLst>
          </p:cNvPr>
          <p:cNvSpPr>
            <a:spLocks noGrp="1"/>
          </p:cNvSpPr>
          <p:nvPr>
            <p:ph type="body" sz="quarter" idx="16"/>
          </p:nvPr>
        </p:nvSpPr>
        <p:spPr>
          <a:xfrm>
            <a:off x="584200" y="1443174"/>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5" name="Content Placeholder 14">
            <a:extLst>
              <a:ext uri="{FF2B5EF4-FFF2-40B4-BE49-F238E27FC236}">
                <a16:creationId xmlns:a16="http://schemas.microsoft.com/office/drawing/2014/main" id="{BFEF95FA-F121-4653-B60A-0D068C345462}"/>
              </a:ext>
            </a:extLst>
          </p:cNvPr>
          <p:cNvSpPr>
            <a:spLocks noGrp="1"/>
          </p:cNvSpPr>
          <p:nvPr>
            <p:ph sz="quarter" idx="11"/>
          </p:nvPr>
        </p:nvSpPr>
        <p:spPr>
          <a:xfrm>
            <a:off x="588963" y="2087699"/>
            <a:ext cx="5214937" cy="3773352"/>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9" name="Text Placeholder 11">
            <a:extLst>
              <a:ext uri="{FF2B5EF4-FFF2-40B4-BE49-F238E27FC236}">
                <a16:creationId xmlns:a16="http://schemas.microsoft.com/office/drawing/2014/main" id="{C327262A-D327-4189-AD22-BAD67CF4AB79}"/>
              </a:ext>
            </a:extLst>
          </p:cNvPr>
          <p:cNvSpPr>
            <a:spLocks noGrp="1"/>
          </p:cNvSpPr>
          <p:nvPr>
            <p:ph type="body" sz="quarter" idx="17"/>
          </p:nvPr>
        </p:nvSpPr>
        <p:spPr>
          <a:xfrm>
            <a:off x="6397625" y="1436688"/>
            <a:ext cx="5219700" cy="430887"/>
          </a:xfrm>
        </p:spPr>
        <p:txBody>
          <a:bodyPr anchor="t"/>
          <a:lstStyle>
            <a:lvl1pPr marL="0" indent="0">
              <a:spcBef>
                <a:spcPts val="0"/>
              </a:spcBef>
              <a:buNone/>
              <a:defRPr sz="2800">
                <a:solidFill>
                  <a:schemeClr val="tx1"/>
                </a:solidFill>
                <a:latin typeface="+mj-lt"/>
              </a:defRPr>
            </a:lvl1pPr>
          </a:lstStyle>
          <a:p>
            <a:pPr lvl="0"/>
            <a:r>
              <a:rPr lang="en-US"/>
              <a:t>Click to edit Master text styles</a:t>
            </a:r>
          </a:p>
        </p:txBody>
      </p:sp>
      <p:sp>
        <p:nvSpPr>
          <p:cNvPr id="17" name="Content Placeholder 14">
            <a:extLst>
              <a:ext uri="{FF2B5EF4-FFF2-40B4-BE49-F238E27FC236}">
                <a16:creationId xmlns:a16="http://schemas.microsoft.com/office/drawing/2014/main" id="{47F8EAA9-0E64-4589-A234-BC31685BE7D3}"/>
              </a:ext>
            </a:extLst>
          </p:cNvPr>
          <p:cNvSpPr>
            <a:spLocks noGrp="1"/>
          </p:cNvSpPr>
          <p:nvPr>
            <p:ph sz="quarter" idx="13"/>
          </p:nvPr>
        </p:nvSpPr>
        <p:spPr>
          <a:xfrm>
            <a:off x="6394451" y="2081213"/>
            <a:ext cx="5214937" cy="3779838"/>
          </a:xfrm>
        </p:spPr>
        <p:txBody>
          <a:bodyPr/>
          <a:lstStyle>
            <a:lvl1pPr>
              <a:defRPr sz="2400"/>
            </a:lvl1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8" name="Straight Connector 7">
            <a:extLst>
              <a:ext uri="{FF2B5EF4-FFF2-40B4-BE49-F238E27FC236}">
                <a16:creationId xmlns:a16="http://schemas.microsoft.com/office/drawing/2014/main" id="{B52B4BDF-7433-F544-8549-B08FCF3FD2A9}"/>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7576135"/>
      </p:ext>
    </p:extLst>
  </p:cSld>
  <p:clrMapOvr>
    <a:masterClrMapping/>
  </p:clrMapOvr>
  <p:transition>
    <p:fade/>
  </p:transition>
  <p:extLst>
    <p:ext uri="{DCECCB84-F9BA-43D5-87BE-67443E8EF086}">
      <p15:sldGuideLst xmlns:p15="http://schemas.microsoft.com/office/powerpoint/2012/main">
        <p15:guide id="1" orient="horz" pos="288">
          <p15:clr>
            <a:srgbClr val="5ACBF0"/>
          </p15:clr>
        </p15:guide>
        <p15:guide id="2" orient="horz" pos="1162" userDrawn="1">
          <p15:clr>
            <a:srgbClr val="5ACBF0"/>
          </p15:clr>
        </p15:guide>
        <p15:guide id="4" pos="3656">
          <p15:clr>
            <a:srgbClr val="5ACBF0"/>
          </p15:clr>
        </p15:guide>
        <p15:guide id="5" pos="4024">
          <p15:clr>
            <a:srgbClr val="5ACBF0"/>
          </p15:clr>
        </p15:guide>
        <p15:guide id="7" orient="horz" pos="905" userDrawn="1">
          <p15:clr>
            <a:srgbClr val="5ACBF0"/>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Header Line Three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19" name="Text Placeholder 11">
            <a:extLst>
              <a:ext uri="{FF2B5EF4-FFF2-40B4-BE49-F238E27FC236}">
                <a16:creationId xmlns:a16="http://schemas.microsoft.com/office/drawing/2014/main" id="{CB20F198-3776-433D-85A8-C2B6AC6235FF}"/>
              </a:ext>
            </a:extLst>
          </p:cNvPr>
          <p:cNvSpPr>
            <a:spLocks noGrp="1"/>
          </p:cNvSpPr>
          <p:nvPr>
            <p:ph type="body" sz="quarter" idx="16"/>
          </p:nvPr>
        </p:nvSpPr>
        <p:spPr>
          <a:xfrm>
            <a:off x="585217"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0" name="Text Placeholder 7">
            <a:extLst>
              <a:ext uri="{FF2B5EF4-FFF2-40B4-BE49-F238E27FC236}">
                <a16:creationId xmlns:a16="http://schemas.microsoft.com/office/drawing/2014/main" id="{97BC59AA-6CF8-4091-8008-21AA9AD8E8B5}"/>
              </a:ext>
            </a:extLst>
          </p:cNvPr>
          <p:cNvSpPr>
            <a:spLocks noGrp="1"/>
          </p:cNvSpPr>
          <p:nvPr>
            <p:ph type="body" sz="quarter" idx="14"/>
          </p:nvPr>
        </p:nvSpPr>
        <p:spPr>
          <a:xfrm>
            <a:off x="585217" y="2390775"/>
            <a:ext cx="3264408" cy="1760482"/>
          </a:xfrm>
        </p:spPr>
        <p:txBody>
          <a:bodyPr wrap="square">
            <a:spAutoFit/>
          </a:bodyPr>
          <a:lstStyle>
            <a:lvl1pPr marL="176213" indent="-176213">
              <a:defRPr lang="en-US" sz="2000" dirty="0"/>
            </a:lvl1pPr>
            <a:lvl2pPr marL="322263" indent="-150813">
              <a:defRPr lang="en-US" sz="1800" dirty="0"/>
            </a:lvl2pPr>
            <a:lvl3pPr marL="466725" indent="-138113">
              <a:defRPr lang="en-US" dirty="0"/>
            </a:lvl3pPr>
            <a:lvl4pPr marL="595313" indent="-128588">
              <a:defRPr lang="en-US" dirty="0"/>
            </a:lvl4pPr>
            <a:lvl5pPr marL="731838" indent="-1222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1" name="Text Placeholder 11">
            <a:extLst>
              <a:ext uri="{FF2B5EF4-FFF2-40B4-BE49-F238E27FC236}">
                <a16:creationId xmlns:a16="http://schemas.microsoft.com/office/drawing/2014/main" id="{BECED387-BA3E-49B2-8F1E-0E371E09E0A4}"/>
              </a:ext>
            </a:extLst>
          </p:cNvPr>
          <p:cNvSpPr>
            <a:spLocks noGrp="1"/>
          </p:cNvSpPr>
          <p:nvPr>
            <p:ph type="body" sz="quarter" idx="17"/>
          </p:nvPr>
        </p:nvSpPr>
        <p:spPr>
          <a:xfrm>
            <a:off x="4463796"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2" name="Text Placeholder 9">
            <a:extLst>
              <a:ext uri="{FF2B5EF4-FFF2-40B4-BE49-F238E27FC236}">
                <a16:creationId xmlns:a16="http://schemas.microsoft.com/office/drawing/2014/main" id="{6B26A1CD-81F9-4C2F-896F-E69757C6658C}"/>
              </a:ext>
            </a:extLst>
          </p:cNvPr>
          <p:cNvSpPr>
            <a:spLocks noGrp="1"/>
          </p:cNvSpPr>
          <p:nvPr>
            <p:ph type="body" sz="quarter" idx="15"/>
          </p:nvPr>
        </p:nvSpPr>
        <p:spPr>
          <a:xfrm>
            <a:off x="4463796" y="238413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3" name="Text Placeholder 11">
            <a:extLst>
              <a:ext uri="{FF2B5EF4-FFF2-40B4-BE49-F238E27FC236}">
                <a16:creationId xmlns:a16="http://schemas.microsoft.com/office/drawing/2014/main" id="{79263A4B-A9A8-4CE5-96A8-6F6EC365E512}"/>
              </a:ext>
            </a:extLst>
          </p:cNvPr>
          <p:cNvSpPr>
            <a:spLocks noGrp="1"/>
          </p:cNvSpPr>
          <p:nvPr>
            <p:ph type="body" sz="quarter" idx="18"/>
          </p:nvPr>
        </p:nvSpPr>
        <p:spPr>
          <a:xfrm>
            <a:off x="8342375" y="1438275"/>
            <a:ext cx="3264408" cy="677108"/>
          </a:xfrm>
        </p:spPr>
        <p:txBody>
          <a:bodyPr anchor="t"/>
          <a:lstStyle>
            <a:lvl1pPr marL="0" indent="0">
              <a:spcBef>
                <a:spcPts val="0"/>
              </a:spcBef>
              <a:buNone/>
              <a:defRPr sz="2200">
                <a:solidFill>
                  <a:schemeClr val="tx1"/>
                </a:solidFill>
                <a:latin typeface="+mj-lt"/>
              </a:defRPr>
            </a:lvl1pPr>
          </a:lstStyle>
          <a:p>
            <a:pPr lvl="0"/>
            <a:r>
              <a:rPr lang="en-US"/>
              <a:t>Click to edit Master text styles</a:t>
            </a:r>
          </a:p>
        </p:txBody>
      </p:sp>
      <p:sp>
        <p:nvSpPr>
          <p:cNvPr id="24" name="Text Placeholder 7">
            <a:extLst>
              <a:ext uri="{FF2B5EF4-FFF2-40B4-BE49-F238E27FC236}">
                <a16:creationId xmlns:a16="http://schemas.microsoft.com/office/drawing/2014/main" id="{2205743D-F71A-4647-9BE4-2900BDA2582B}"/>
              </a:ext>
            </a:extLst>
          </p:cNvPr>
          <p:cNvSpPr>
            <a:spLocks noGrp="1"/>
          </p:cNvSpPr>
          <p:nvPr>
            <p:ph type="body" sz="quarter" idx="19"/>
          </p:nvPr>
        </p:nvSpPr>
        <p:spPr>
          <a:xfrm>
            <a:off x="8342375" y="2390775"/>
            <a:ext cx="3264408" cy="1760482"/>
          </a:xfrm>
        </p:spPr>
        <p:txBody>
          <a:bodyPr wrap="square">
            <a:spAutoFit/>
          </a:bodyPr>
          <a:lstStyle>
            <a:lvl1pPr marL="176213" indent="-176213">
              <a:defRPr lang="en-US" sz="2000" dirty="0"/>
            </a:lvl1pPr>
            <a:lvl2pPr marL="398463" indent="-169863">
              <a:defRPr lang="en-US" sz="1800" dirty="0"/>
            </a:lvl2pPr>
            <a:lvl3pPr marL="555625" indent="-157163">
              <a:defRPr lang="en-US" dirty="0"/>
            </a:lvl3pPr>
            <a:lvl4pPr marL="685800" indent="-136525">
              <a:defRPr lang="en-US" dirty="0"/>
            </a:lvl4pPr>
            <a:lvl5pPr marL="800100" indent="-111125">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0" name="Straight Connector 9">
            <a:extLst>
              <a:ext uri="{FF2B5EF4-FFF2-40B4-BE49-F238E27FC236}">
                <a16:creationId xmlns:a16="http://schemas.microsoft.com/office/drawing/2014/main" id="{CF841732-6515-3E42-A4B2-E3983B953B2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52168791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2430">
          <p15:clr>
            <a:srgbClr val="5ACBF0"/>
          </p15:clr>
        </p15:guide>
        <p15:guide id="7" pos="2811">
          <p15:clr>
            <a:srgbClr val="5ACBF0"/>
          </p15:clr>
        </p15:guide>
        <p15:guide id="8" pos="4871">
          <p15:clr>
            <a:srgbClr val="5ACBF0"/>
          </p15:clr>
        </p15:guide>
        <p15:guide id="9" pos="5251">
          <p15:clr>
            <a:srgbClr val="5ACBF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Header Line Four Column Bullet with Subtitle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22" name="Text Placeholder 11">
            <a:extLst>
              <a:ext uri="{FF2B5EF4-FFF2-40B4-BE49-F238E27FC236}">
                <a16:creationId xmlns:a16="http://schemas.microsoft.com/office/drawing/2014/main" id="{92783506-927E-48F7-8EFC-36257F3E2812}"/>
              </a:ext>
            </a:extLst>
          </p:cNvPr>
          <p:cNvSpPr>
            <a:spLocks noGrp="1"/>
          </p:cNvSpPr>
          <p:nvPr>
            <p:ph type="body" sz="quarter" idx="16"/>
          </p:nvPr>
        </p:nvSpPr>
        <p:spPr>
          <a:xfrm>
            <a:off x="584200"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3" name="Text Placeholder 7">
            <a:extLst>
              <a:ext uri="{FF2B5EF4-FFF2-40B4-BE49-F238E27FC236}">
                <a16:creationId xmlns:a16="http://schemas.microsoft.com/office/drawing/2014/main" id="{FB6093D3-3EDF-4A80-8450-C5EBB1990775}"/>
              </a:ext>
            </a:extLst>
          </p:cNvPr>
          <p:cNvSpPr>
            <a:spLocks noGrp="1"/>
          </p:cNvSpPr>
          <p:nvPr>
            <p:ph type="body" sz="quarter" idx="14"/>
          </p:nvPr>
        </p:nvSpPr>
        <p:spPr>
          <a:xfrm>
            <a:off x="584200"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4" name="Text Placeholder 11">
            <a:extLst>
              <a:ext uri="{FF2B5EF4-FFF2-40B4-BE49-F238E27FC236}">
                <a16:creationId xmlns:a16="http://schemas.microsoft.com/office/drawing/2014/main" id="{438D2C80-6884-451D-8D7D-B69022CCC5C4}"/>
              </a:ext>
            </a:extLst>
          </p:cNvPr>
          <p:cNvSpPr>
            <a:spLocks noGrp="1"/>
          </p:cNvSpPr>
          <p:nvPr>
            <p:ph type="body" sz="quarter" idx="17"/>
          </p:nvPr>
        </p:nvSpPr>
        <p:spPr>
          <a:xfrm>
            <a:off x="3413125"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5" name="Text Placeholder 9">
            <a:extLst>
              <a:ext uri="{FF2B5EF4-FFF2-40B4-BE49-F238E27FC236}">
                <a16:creationId xmlns:a16="http://schemas.microsoft.com/office/drawing/2014/main" id="{7614A884-0AD6-4A85-A432-2B13E7464DA9}"/>
              </a:ext>
            </a:extLst>
          </p:cNvPr>
          <p:cNvSpPr>
            <a:spLocks noGrp="1"/>
          </p:cNvSpPr>
          <p:nvPr>
            <p:ph type="body" sz="quarter" idx="15"/>
          </p:nvPr>
        </p:nvSpPr>
        <p:spPr>
          <a:xfrm>
            <a:off x="3413125"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6" name="Text Placeholder 11">
            <a:extLst>
              <a:ext uri="{FF2B5EF4-FFF2-40B4-BE49-F238E27FC236}">
                <a16:creationId xmlns:a16="http://schemas.microsoft.com/office/drawing/2014/main" id="{7D8FFDED-9FE5-4D94-8EB0-7D645C10FBFF}"/>
              </a:ext>
            </a:extLst>
          </p:cNvPr>
          <p:cNvSpPr>
            <a:spLocks noGrp="1"/>
          </p:cNvSpPr>
          <p:nvPr>
            <p:ph type="body" sz="quarter" idx="18"/>
          </p:nvPr>
        </p:nvSpPr>
        <p:spPr>
          <a:xfrm>
            <a:off x="6244208" y="1438275"/>
            <a:ext cx="2532063"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7" name="Text Placeholder 7">
            <a:extLst>
              <a:ext uri="{FF2B5EF4-FFF2-40B4-BE49-F238E27FC236}">
                <a16:creationId xmlns:a16="http://schemas.microsoft.com/office/drawing/2014/main" id="{D429D954-9297-44FA-B7BD-56586012419C}"/>
              </a:ext>
            </a:extLst>
          </p:cNvPr>
          <p:cNvSpPr>
            <a:spLocks noGrp="1"/>
          </p:cNvSpPr>
          <p:nvPr>
            <p:ph type="body" sz="quarter" idx="19"/>
          </p:nvPr>
        </p:nvSpPr>
        <p:spPr>
          <a:xfrm>
            <a:off x="6244208" y="228311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8" name="Text Placeholder 11">
            <a:extLst>
              <a:ext uri="{FF2B5EF4-FFF2-40B4-BE49-F238E27FC236}">
                <a16:creationId xmlns:a16="http://schemas.microsoft.com/office/drawing/2014/main" id="{04D43B0D-50F8-4F63-AFA3-34A46F42E816}"/>
              </a:ext>
            </a:extLst>
          </p:cNvPr>
          <p:cNvSpPr>
            <a:spLocks noGrp="1"/>
          </p:cNvSpPr>
          <p:nvPr>
            <p:ph type="body" sz="quarter" idx="20"/>
          </p:nvPr>
        </p:nvSpPr>
        <p:spPr>
          <a:xfrm>
            <a:off x="9073133" y="1438275"/>
            <a:ext cx="2533650" cy="615553"/>
          </a:xfrm>
        </p:spPr>
        <p:txBody>
          <a:bodyPr anchor="t"/>
          <a:lstStyle>
            <a:lvl1pPr marL="0" indent="0">
              <a:spcBef>
                <a:spcPts val="0"/>
              </a:spcBef>
              <a:buNone/>
              <a:defRPr sz="2000">
                <a:solidFill>
                  <a:schemeClr val="tx1"/>
                </a:solidFill>
                <a:latin typeface="+mj-lt"/>
              </a:defRPr>
            </a:lvl1pPr>
          </a:lstStyle>
          <a:p>
            <a:pPr lvl="0"/>
            <a:r>
              <a:rPr lang="en-US"/>
              <a:t>Click to edit Master text styles</a:t>
            </a:r>
          </a:p>
        </p:txBody>
      </p:sp>
      <p:sp>
        <p:nvSpPr>
          <p:cNvPr id="29" name="Text Placeholder 9">
            <a:extLst>
              <a:ext uri="{FF2B5EF4-FFF2-40B4-BE49-F238E27FC236}">
                <a16:creationId xmlns:a16="http://schemas.microsoft.com/office/drawing/2014/main" id="{804CEFDA-6A6F-42D3-B65C-4BE1054C905E}"/>
              </a:ext>
            </a:extLst>
          </p:cNvPr>
          <p:cNvSpPr>
            <a:spLocks noGrp="1"/>
          </p:cNvSpPr>
          <p:nvPr>
            <p:ph type="body" sz="quarter" idx="21"/>
          </p:nvPr>
        </p:nvSpPr>
        <p:spPr>
          <a:xfrm>
            <a:off x="9073133" y="2276475"/>
            <a:ext cx="2532063" cy="1698927"/>
          </a:xfrm>
        </p:spPr>
        <p:txBody>
          <a:bodyPr wrap="square">
            <a:spAutoFit/>
          </a:bodyPr>
          <a:lstStyle>
            <a:lvl1pPr marL="141288" indent="-141288">
              <a:defRPr lang="en-US" sz="1800" dirty="0"/>
            </a:lvl1pPr>
            <a:lvl2pPr marL="285750" indent="-125413">
              <a:defRPr lang="en-US" sz="1600" dirty="0"/>
            </a:lvl2pPr>
            <a:lvl3pPr marL="438150" indent="-133350">
              <a:defRPr lang="en-US" dirty="0"/>
            </a:lvl3pPr>
            <a:lvl4pPr marL="566738" indent="-114300">
              <a:defRPr lang="en-US" dirty="0"/>
            </a:lvl4pPr>
            <a:lvl5pPr marL="685800" indent="-109538">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4675876"/>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Header Line Four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12" name="Straight Connector 11">
            <a:extLst>
              <a:ext uri="{FF2B5EF4-FFF2-40B4-BE49-F238E27FC236}">
                <a16:creationId xmlns:a16="http://schemas.microsoft.com/office/drawing/2014/main" id="{F6A269D7-BC15-0043-AAC1-8EE9E66292B3}"/>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48708290"/>
      </p:ext>
    </p:extLst>
  </p:cSld>
  <p:clrMapOvr>
    <a:masterClrMapping/>
  </p:clrMapOvr>
  <p:transition>
    <p:fade/>
  </p:transition>
  <p:extLst>
    <p:ext uri="{DCECCB84-F9BA-43D5-87BE-67443E8EF086}">
      <p15:sldGuideLst xmlns:p15="http://schemas.microsoft.com/office/powerpoint/2012/main">
        <p15:guide id="4" orient="horz" pos="90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Header Line Blank">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cxnSp>
        <p:nvCxnSpPr>
          <p:cNvPr id="3" name="Straight Connector 2">
            <a:extLst>
              <a:ext uri="{FF2B5EF4-FFF2-40B4-BE49-F238E27FC236}">
                <a16:creationId xmlns:a16="http://schemas.microsoft.com/office/drawing/2014/main" id="{2502F9BD-EF25-7144-AB08-9EDFAA5C2CEA}"/>
              </a:ext>
            </a:extLst>
          </p:cNvPr>
          <p:cNvCxnSpPr/>
          <p:nvPr userDrawn="1"/>
        </p:nvCxnSpPr>
        <p:spPr>
          <a:xfrm>
            <a:off x="584200" y="1219200"/>
            <a:ext cx="1102518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273890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6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nchor="ct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oAutofit/>
          </a:bodyPr>
          <a:lstStyle/>
          <a:p>
            <a:pPr algn="l"/>
            <a:r>
              <a:rPr lang="en-US" sz="3600">
                <a:solidFill>
                  <a:schemeClr val="tx2"/>
                </a:solidFill>
                <a:latin typeface="+mj-lt"/>
              </a:rPr>
              <a:t>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oAutofit/>
          </a:bodyPr>
          <a:lstStyle/>
          <a:p>
            <a:pPr algn="l"/>
            <a:r>
              <a:rPr lang="en-US" sz="3600">
                <a:solidFill>
                  <a:schemeClr val="tx2"/>
                </a:solidFill>
                <a:latin typeface="+mj-lt"/>
              </a:rPr>
              <a:t>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oAutofit/>
          </a:bodyPr>
          <a:lstStyle/>
          <a:p>
            <a:pPr algn="l"/>
            <a:r>
              <a:rPr lang="en-US" sz="3600">
                <a:solidFill>
                  <a:schemeClr val="tx2"/>
                </a:solidFill>
                <a:latin typeface="+mj-lt"/>
              </a:rPr>
              <a:t>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oAutofit/>
          </a:bodyPr>
          <a:lstStyle/>
          <a:p>
            <a:pPr algn="l"/>
            <a:r>
              <a:rPr lang="en-US" sz="3600">
                <a:solidFill>
                  <a:schemeClr val="tx2"/>
                </a:solidFill>
                <a:latin typeface="+mj-lt"/>
              </a:rPr>
              <a:t>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26888610"/>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9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Jan</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Feb</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Mar</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Apr</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May</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Jun</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Jul</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Aug</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Sep</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Oct</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800">
                <a:solidFill>
                  <a:schemeClr val="tx2"/>
                </a:solidFill>
                <a:latin typeface="+mj-lt"/>
              </a:rPr>
              <a:t>Nov</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800">
                <a:solidFill>
                  <a:schemeClr val="tx2"/>
                </a:solidFill>
                <a:latin typeface="+mj-lt"/>
              </a:rPr>
              <a:t>Dec</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14783843"/>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11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4" name="TextBox 3">
            <a:extLst>
              <a:ext uri="{FF2B5EF4-FFF2-40B4-BE49-F238E27FC236}">
                <a16:creationId xmlns:a16="http://schemas.microsoft.com/office/drawing/2014/main" id="{B18F2C41-5A30-1248-BC80-9A37B665EECC}"/>
              </a:ext>
            </a:extLst>
          </p:cNvPr>
          <p:cNvSpPr txBox="1"/>
          <p:nvPr userDrawn="1"/>
        </p:nvSpPr>
        <p:spPr>
          <a:xfrm flipH="1">
            <a:off x="58420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a:t>
            </a:r>
          </a:p>
        </p:txBody>
      </p:sp>
      <p:sp>
        <p:nvSpPr>
          <p:cNvPr id="5" name="TextBox 4">
            <a:extLst>
              <a:ext uri="{FF2B5EF4-FFF2-40B4-BE49-F238E27FC236}">
                <a16:creationId xmlns:a16="http://schemas.microsoft.com/office/drawing/2014/main" id="{4D68F0A3-9593-8B46-BA55-A0F722402788}"/>
              </a:ext>
            </a:extLst>
          </p:cNvPr>
          <p:cNvSpPr txBox="1"/>
          <p:nvPr userDrawn="1"/>
        </p:nvSpPr>
        <p:spPr>
          <a:xfrm flipH="1">
            <a:off x="24701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2</a:t>
            </a:r>
          </a:p>
        </p:txBody>
      </p:sp>
      <p:sp>
        <p:nvSpPr>
          <p:cNvPr id="6" name="TextBox 5">
            <a:extLst>
              <a:ext uri="{FF2B5EF4-FFF2-40B4-BE49-F238E27FC236}">
                <a16:creationId xmlns:a16="http://schemas.microsoft.com/office/drawing/2014/main" id="{E5945E50-A071-0142-989D-F328676D8802}"/>
              </a:ext>
            </a:extLst>
          </p:cNvPr>
          <p:cNvSpPr txBox="1"/>
          <p:nvPr userDrawn="1"/>
        </p:nvSpPr>
        <p:spPr>
          <a:xfrm flipH="1">
            <a:off x="4367808"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3</a:t>
            </a:r>
          </a:p>
        </p:txBody>
      </p:sp>
      <p:sp>
        <p:nvSpPr>
          <p:cNvPr id="7" name="TextBox 6">
            <a:extLst>
              <a:ext uri="{FF2B5EF4-FFF2-40B4-BE49-F238E27FC236}">
                <a16:creationId xmlns:a16="http://schemas.microsoft.com/office/drawing/2014/main" id="{2F614F22-4D74-7342-860E-4B18A66D7E4D}"/>
              </a:ext>
            </a:extLst>
          </p:cNvPr>
          <p:cNvSpPr txBox="1"/>
          <p:nvPr userDrawn="1"/>
        </p:nvSpPr>
        <p:spPr>
          <a:xfrm flipH="1">
            <a:off x="6240016"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4</a:t>
            </a:r>
          </a:p>
        </p:txBody>
      </p:sp>
      <p:sp>
        <p:nvSpPr>
          <p:cNvPr id="8" name="TextBox 7">
            <a:extLst>
              <a:ext uri="{FF2B5EF4-FFF2-40B4-BE49-F238E27FC236}">
                <a16:creationId xmlns:a16="http://schemas.microsoft.com/office/drawing/2014/main" id="{9CFA38B9-D596-324E-B56C-86272052ED71}"/>
              </a:ext>
            </a:extLst>
          </p:cNvPr>
          <p:cNvSpPr txBox="1"/>
          <p:nvPr userDrawn="1"/>
        </p:nvSpPr>
        <p:spPr>
          <a:xfrm flipH="1">
            <a:off x="8127999" y="1436688"/>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5</a:t>
            </a:r>
          </a:p>
        </p:txBody>
      </p:sp>
      <p:sp>
        <p:nvSpPr>
          <p:cNvPr id="9" name="TextBox 8">
            <a:extLst>
              <a:ext uri="{FF2B5EF4-FFF2-40B4-BE49-F238E27FC236}">
                <a16:creationId xmlns:a16="http://schemas.microsoft.com/office/drawing/2014/main" id="{389AA766-019D-D747-8BF8-A6BB5F9B0D2A}"/>
              </a:ext>
            </a:extLst>
          </p:cNvPr>
          <p:cNvSpPr txBox="1"/>
          <p:nvPr userDrawn="1"/>
        </p:nvSpPr>
        <p:spPr>
          <a:xfrm flipH="1">
            <a:off x="10013950" y="1436688"/>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6</a:t>
            </a:r>
          </a:p>
        </p:txBody>
      </p:sp>
      <p:sp>
        <p:nvSpPr>
          <p:cNvPr id="10" name="TextBox 9">
            <a:extLst>
              <a:ext uri="{FF2B5EF4-FFF2-40B4-BE49-F238E27FC236}">
                <a16:creationId xmlns:a16="http://schemas.microsoft.com/office/drawing/2014/main" id="{FC53D296-5303-4A40-AC03-A80B718ABEE0}"/>
              </a:ext>
            </a:extLst>
          </p:cNvPr>
          <p:cNvSpPr txBox="1"/>
          <p:nvPr userDrawn="1"/>
        </p:nvSpPr>
        <p:spPr>
          <a:xfrm flipH="1">
            <a:off x="58420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7</a:t>
            </a:r>
          </a:p>
        </p:txBody>
      </p:sp>
      <p:sp>
        <p:nvSpPr>
          <p:cNvPr id="11" name="TextBox 10">
            <a:extLst>
              <a:ext uri="{FF2B5EF4-FFF2-40B4-BE49-F238E27FC236}">
                <a16:creationId xmlns:a16="http://schemas.microsoft.com/office/drawing/2014/main" id="{28091C67-5938-734E-B7A2-BD95A68B67E6}"/>
              </a:ext>
            </a:extLst>
          </p:cNvPr>
          <p:cNvSpPr txBox="1"/>
          <p:nvPr userDrawn="1"/>
        </p:nvSpPr>
        <p:spPr>
          <a:xfrm flipH="1">
            <a:off x="24701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8</a:t>
            </a:r>
          </a:p>
        </p:txBody>
      </p:sp>
      <p:sp>
        <p:nvSpPr>
          <p:cNvPr id="12" name="TextBox 11">
            <a:extLst>
              <a:ext uri="{FF2B5EF4-FFF2-40B4-BE49-F238E27FC236}">
                <a16:creationId xmlns:a16="http://schemas.microsoft.com/office/drawing/2014/main" id="{F6E67942-3EF0-2141-89C0-47BA2F77054B}"/>
              </a:ext>
            </a:extLst>
          </p:cNvPr>
          <p:cNvSpPr txBox="1"/>
          <p:nvPr userDrawn="1"/>
        </p:nvSpPr>
        <p:spPr>
          <a:xfrm flipH="1">
            <a:off x="4367808"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9</a:t>
            </a:r>
          </a:p>
        </p:txBody>
      </p:sp>
      <p:sp>
        <p:nvSpPr>
          <p:cNvPr id="13" name="TextBox 12">
            <a:extLst>
              <a:ext uri="{FF2B5EF4-FFF2-40B4-BE49-F238E27FC236}">
                <a16:creationId xmlns:a16="http://schemas.microsoft.com/office/drawing/2014/main" id="{76066549-A02E-E44F-96D7-F0B171B059E3}"/>
              </a:ext>
            </a:extLst>
          </p:cNvPr>
          <p:cNvSpPr txBox="1"/>
          <p:nvPr userDrawn="1"/>
        </p:nvSpPr>
        <p:spPr>
          <a:xfrm flipH="1">
            <a:off x="6240016"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10</a:t>
            </a:r>
          </a:p>
        </p:txBody>
      </p:sp>
      <p:sp>
        <p:nvSpPr>
          <p:cNvPr id="14" name="TextBox 13">
            <a:extLst>
              <a:ext uri="{FF2B5EF4-FFF2-40B4-BE49-F238E27FC236}">
                <a16:creationId xmlns:a16="http://schemas.microsoft.com/office/drawing/2014/main" id="{898C6871-7F8D-4545-9CE1-97DF89587969}"/>
              </a:ext>
            </a:extLst>
          </p:cNvPr>
          <p:cNvSpPr txBox="1"/>
          <p:nvPr userDrawn="1"/>
        </p:nvSpPr>
        <p:spPr>
          <a:xfrm flipH="1">
            <a:off x="8127999" y="3789363"/>
            <a:ext cx="1592262" cy="581025"/>
          </a:xfrm>
          <a:prstGeom prst="rect">
            <a:avLst/>
          </a:prstGeom>
          <a:noFill/>
        </p:spPr>
        <p:txBody>
          <a:bodyPr wrap="square" lIns="90000" tIns="0" rIns="0" bIns="0" rtlCol="0" anchor="ctr">
            <a:noAutofit/>
          </a:bodyPr>
          <a:lstStyle/>
          <a:p>
            <a:pPr algn="l"/>
            <a:r>
              <a:rPr lang="en-US" sz="2000">
                <a:solidFill>
                  <a:schemeClr val="tx2"/>
                </a:solidFill>
                <a:latin typeface="+mj-lt"/>
              </a:rPr>
              <a:t>Week 11</a:t>
            </a:r>
          </a:p>
        </p:txBody>
      </p:sp>
      <p:sp>
        <p:nvSpPr>
          <p:cNvPr id="15" name="TextBox 14">
            <a:extLst>
              <a:ext uri="{FF2B5EF4-FFF2-40B4-BE49-F238E27FC236}">
                <a16:creationId xmlns:a16="http://schemas.microsoft.com/office/drawing/2014/main" id="{0BCD1BBA-EDFD-9E48-8219-788B491881B6}"/>
              </a:ext>
            </a:extLst>
          </p:cNvPr>
          <p:cNvSpPr txBox="1"/>
          <p:nvPr userDrawn="1"/>
        </p:nvSpPr>
        <p:spPr>
          <a:xfrm flipH="1">
            <a:off x="10013950" y="3789363"/>
            <a:ext cx="1595438" cy="581025"/>
          </a:xfrm>
          <a:prstGeom prst="rect">
            <a:avLst/>
          </a:prstGeom>
          <a:noFill/>
        </p:spPr>
        <p:txBody>
          <a:bodyPr wrap="square" lIns="90000" tIns="0" rIns="0" bIns="0" rtlCol="0" anchor="ctr">
            <a:noAutofit/>
          </a:bodyPr>
          <a:lstStyle/>
          <a:p>
            <a:pPr algn="l"/>
            <a:r>
              <a:rPr lang="en-US" sz="2000">
                <a:solidFill>
                  <a:schemeClr val="tx2"/>
                </a:solidFill>
                <a:latin typeface="+mj-lt"/>
              </a:rPr>
              <a:t>Week 12</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956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2137864"/>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13_Header Line 12 Months">
    <p:bg>
      <p:bgPr>
        <a:solidFill>
          <a:schemeClr val="bg1"/>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tx1"/>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185091634"/>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12_Header Line 12 Months">
    <p:bg>
      <p:bgPr>
        <a:solidFill>
          <a:schemeClr val="tx2"/>
        </a:solidFill>
        <a:effectLst/>
      </p:bgPr>
    </p:bg>
    <p:spTree>
      <p:nvGrpSpPr>
        <p:cNvPr id="1" name=""/>
        <p:cNvGrpSpPr/>
        <p:nvPr/>
      </p:nvGrpSpPr>
      <p:grpSpPr>
        <a:xfrm>
          <a:off x="0" y="0"/>
          <a:ext cx="0" cy="0"/>
          <a:chOff x="0" y="0"/>
          <a:chExt cx="0" cy="0"/>
        </a:xfrm>
      </p:grpSpPr>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11018520" cy="553998"/>
          </a:xfrm>
        </p:spPr>
        <p:txBody>
          <a:bodyPr>
            <a:spAutoFit/>
          </a:bodyPr>
          <a:lstStyle>
            <a:lvl1pPr>
              <a:defRPr>
                <a:solidFill>
                  <a:schemeClr val="accent3"/>
                </a:solidFill>
              </a:defRPr>
            </a:lvl1pPr>
          </a:lstStyle>
          <a:p>
            <a:r>
              <a:rPr lang="en-US"/>
              <a:t>Click to edit Master title style</a:t>
            </a:r>
          </a:p>
        </p:txBody>
      </p:sp>
      <p:sp>
        <p:nvSpPr>
          <p:cNvPr id="17" name="Text Placeholder 16">
            <a:extLst>
              <a:ext uri="{FF2B5EF4-FFF2-40B4-BE49-F238E27FC236}">
                <a16:creationId xmlns:a16="http://schemas.microsoft.com/office/drawing/2014/main" id="{3B0B9755-980E-B04E-95D6-C276F382D087}"/>
              </a:ext>
            </a:extLst>
          </p:cNvPr>
          <p:cNvSpPr>
            <a:spLocks noGrp="1"/>
          </p:cNvSpPr>
          <p:nvPr>
            <p:ph type="body" sz="quarter" idx="10"/>
          </p:nvPr>
        </p:nvSpPr>
        <p:spPr>
          <a:xfrm>
            <a:off x="58420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8" name="Text Placeholder 16">
            <a:extLst>
              <a:ext uri="{FF2B5EF4-FFF2-40B4-BE49-F238E27FC236}">
                <a16:creationId xmlns:a16="http://schemas.microsoft.com/office/drawing/2014/main" id="{E14B2888-1E67-E04C-894E-926FC1FD801D}"/>
              </a:ext>
            </a:extLst>
          </p:cNvPr>
          <p:cNvSpPr>
            <a:spLocks noGrp="1"/>
          </p:cNvSpPr>
          <p:nvPr>
            <p:ph type="body" sz="quarter" idx="11"/>
          </p:nvPr>
        </p:nvSpPr>
        <p:spPr>
          <a:xfrm>
            <a:off x="24701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19" name="Text Placeholder 16">
            <a:extLst>
              <a:ext uri="{FF2B5EF4-FFF2-40B4-BE49-F238E27FC236}">
                <a16:creationId xmlns:a16="http://schemas.microsoft.com/office/drawing/2014/main" id="{333BC1A1-9771-5646-BEE1-9E5EEAED2699}"/>
              </a:ext>
            </a:extLst>
          </p:cNvPr>
          <p:cNvSpPr>
            <a:spLocks noGrp="1"/>
          </p:cNvSpPr>
          <p:nvPr>
            <p:ph type="body" sz="quarter" idx="12"/>
          </p:nvPr>
        </p:nvSpPr>
        <p:spPr>
          <a:xfrm>
            <a:off x="4356100" y="2137143"/>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3" name="Text Placeholder 16">
            <a:extLst>
              <a:ext uri="{FF2B5EF4-FFF2-40B4-BE49-F238E27FC236}">
                <a16:creationId xmlns:a16="http://schemas.microsoft.com/office/drawing/2014/main" id="{15EF34EC-5A49-5E44-8FF1-785ECE15E3B9}"/>
              </a:ext>
            </a:extLst>
          </p:cNvPr>
          <p:cNvSpPr>
            <a:spLocks noGrp="1"/>
          </p:cNvSpPr>
          <p:nvPr>
            <p:ph type="body" sz="quarter" idx="16"/>
          </p:nvPr>
        </p:nvSpPr>
        <p:spPr>
          <a:xfrm>
            <a:off x="58420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4" name="Text Placeholder 16">
            <a:extLst>
              <a:ext uri="{FF2B5EF4-FFF2-40B4-BE49-F238E27FC236}">
                <a16:creationId xmlns:a16="http://schemas.microsoft.com/office/drawing/2014/main" id="{1815091A-D110-584B-AB6E-643B6462EE03}"/>
              </a:ext>
            </a:extLst>
          </p:cNvPr>
          <p:cNvSpPr>
            <a:spLocks noGrp="1"/>
          </p:cNvSpPr>
          <p:nvPr>
            <p:ph type="body" sz="quarter" idx="17"/>
          </p:nvPr>
        </p:nvSpPr>
        <p:spPr>
          <a:xfrm>
            <a:off x="24701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5" name="Text Placeholder 16">
            <a:extLst>
              <a:ext uri="{FF2B5EF4-FFF2-40B4-BE49-F238E27FC236}">
                <a16:creationId xmlns:a16="http://schemas.microsoft.com/office/drawing/2014/main" id="{DBBF8BC8-BC7B-004B-A427-B1F9D8D9199A}"/>
              </a:ext>
            </a:extLst>
          </p:cNvPr>
          <p:cNvSpPr>
            <a:spLocks noGrp="1"/>
          </p:cNvSpPr>
          <p:nvPr>
            <p:ph type="body" sz="quarter" idx="18"/>
          </p:nvPr>
        </p:nvSpPr>
        <p:spPr>
          <a:xfrm>
            <a:off x="4356100" y="4509120"/>
            <a:ext cx="160337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bg2"/>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16" name="Straight Connector 15">
            <a:extLst>
              <a:ext uri="{FF2B5EF4-FFF2-40B4-BE49-F238E27FC236}">
                <a16:creationId xmlns:a16="http://schemas.microsoft.com/office/drawing/2014/main" id="{1EA3253A-CBC3-A644-9057-A616EFD62183}"/>
              </a:ext>
            </a:extLst>
          </p:cNvPr>
          <p:cNvCxnSpPr>
            <a:cxnSpLocks/>
          </p:cNvCxnSpPr>
          <p:nvPr userDrawn="1"/>
        </p:nvCxnSpPr>
        <p:spPr>
          <a:xfrm>
            <a:off x="58420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3FA9607-273B-BF42-A068-8D930E44C050}"/>
              </a:ext>
            </a:extLst>
          </p:cNvPr>
          <p:cNvCxnSpPr>
            <a:cxnSpLocks/>
          </p:cNvCxnSpPr>
          <p:nvPr userDrawn="1"/>
        </p:nvCxnSpPr>
        <p:spPr>
          <a:xfrm>
            <a:off x="24701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85FB5306-5527-0B40-80C7-DB5C8423B952}"/>
              </a:ext>
            </a:extLst>
          </p:cNvPr>
          <p:cNvCxnSpPr>
            <a:cxnSpLocks/>
          </p:cNvCxnSpPr>
          <p:nvPr userDrawn="1"/>
        </p:nvCxnSpPr>
        <p:spPr>
          <a:xfrm>
            <a:off x="4364037" y="2015240"/>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5" name="Straight Connector 34">
            <a:extLst>
              <a:ext uri="{FF2B5EF4-FFF2-40B4-BE49-F238E27FC236}">
                <a16:creationId xmlns:a16="http://schemas.microsoft.com/office/drawing/2014/main" id="{C21346A5-A33F-5946-9543-99C299D786AC}"/>
              </a:ext>
            </a:extLst>
          </p:cNvPr>
          <p:cNvCxnSpPr>
            <a:cxnSpLocks/>
          </p:cNvCxnSpPr>
          <p:nvPr userDrawn="1"/>
        </p:nvCxnSpPr>
        <p:spPr>
          <a:xfrm>
            <a:off x="5842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6" name="Straight Connector 35">
            <a:extLst>
              <a:ext uri="{FF2B5EF4-FFF2-40B4-BE49-F238E27FC236}">
                <a16:creationId xmlns:a16="http://schemas.microsoft.com/office/drawing/2014/main" id="{524EA3CD-0BD7-E747-A4EB-45424A3C1987}"/>
              </a:ext>
            </a:extLst>
          </p:cNvPr>
          <p:cNvCxnSpPr>
            <a:cxnSpLocks/>
          </p:cNvCxnSpPr>
          <p:nvPr userDrawn="1"/>
        </p:nvCxnSpPr>
        <p:spPr>
          <a:xfrm>
            <a:off x="249560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7" name="Straight Connector 36">
            <a:extLst>
              <a:ext uri="{FF2B5EF4-FFF2-40B4-BE49-F238E27FC236}">
                <a16:creationId xmlns:a16="http://schemas.microsoft.com/office/drawing/2014/main" id="{DB66C269-8DE0-714D-AB7A-BA133A81E3C7}"/>
              </a:ext>
            </a:extLst>
          </p:cNvPr>
          <p:cNvCxnSpPr>
            <a:cxnSpLocks/>
          </p:cNvCxnSpPr>
          <p:nvPr userDrawn="1"/>
        </p:nvCxnSpPr>
        <p:spPr>
          <a:xfrm>
            <a:off x="4364037" y="4362631"/>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bg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9" name="Text Placeholder 28">
            <a:extLst>
              <a:ext uri="{FF2B5EF4-FFF2-40B4-BE49-F238E27FC236}">
                <a16:creationId xmlns:a16="http://schemas.microsoft.com/office/drawing/2014/main" id="{2B32F430-ED23-B440-BB46-25EFAA521E1A}"/>
              </a:ext>
            </a:extLst>
          </p:cNvPr>
          <p:cNvSpPr>
            <a:spLocks noGrp="1"/>
          </p:cNvSpPr>
          <p:nvPr>
            <p:ph type="body" sz="quarter" idx="22" hasCustomPrompt="1"/>
          </p:nvPr>
        </p:nvSpPr>
        <p:spPr>
          <a:xfrm>
            <a:off x="584200" y="1436688"/>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1" name="Text Placeholder 28">
            <a:extLst>
              <a:ext uri="{FF2B5EF4-FFF2-40B4-BE49-F238E27FC236}">
                <a16:creationId xmlns:a16="http://schemas.microsoft.com/office/drawing/2014/main" id="{7BE96FEE-E6DA-2941-AEAC-A1C8FC164091}"/>
              </a:ext>
            </a:extLst>
          </p:cNvPr>
          <p:cNvSpPr>
            <a:spLocks noGrp="1"/>
          </p:cNvSpPr>
          <p:nvPr>
            <p:ph type="body" sz="quarter" idx="23" hasCustomPrompt="1"/>
          </p:nvPr>
        </p:nvSpPr>
        <p:spPr>
          <a:xfrm>
            <a:off x="24701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2" name="Text Placeholder 28">
            <a:extLst>
              <a:ext uri="{FF2B5EF4-FFF2-40B4-BE49-F238E27FC236}">
                <a16:creationId xmlns:a16="http://schemas.microsoft.com/office/drawing/2014/main" id="{8732B004-72E3-4E45-A749-459DEFBC1733}"/>
              </a:ext>
            </a:extLst>
          </p:cNvPr>
          <p:cNvSpPr>
            <a:spLocks noGrp="1"/>
          </p:cNvSpPr>
          <p:nvPr>
            <p:ph type="body" sz="quarter" idx="24" hasCustomPrompt="1"/>
          </p:nvPr>
        </p:nvSpPr>
        <p:spPr>
          <a:xfrm>
            <a:off x="4367808"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6" name="Text Placeholder 28">
            <a:extLst>
              <a:ext uri="{FF2B5EF4-FFF2-40B4-BE49-F238E27FC236}">
                <a16:creationId xmlns:a16="http://schemas.microsoft.com/office/drawing/2014/main" id="{8172C080-65E1-3C46-99C0-978870D28AF8}"/>
              </a:ext>
            </a:extLst>
          </p:cNvPr>
          <p:cNvSpPr>
            <a:spLocks noGrp="1"/>
          </p:cNvSpPr>
          <p:nvPr>
            <p:ph type="body" sz="quarter" idx="28" hasCustomPrompt="1"/>
          </p:nvPr>
        </p:nvSpPr>
        <p:spPr>
          <a:xfrm>
            <a:off x="584200" y="3789040"/>
            <a:ext cx="1595439"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7" name="Text Placeholder 28">
            <a:extLst>
              <a:ext uri="{FF2B5EF4-FFF2-40B4-BE49-F238E27FC236}">
                <a16:creationId xmlns:a16="http://schemas.microsoft.com/office/drawing/2014/main" id="{4928442B-3D98-0B48-9333-273D8587E0E3}"/>
              </a:ext>
            </a:extLst>
          </p:cNvPr>
          <p:cNvSpPr>
            <a:spLocks noGrp="1"/>
          </p:cNvSpPr>
          <p:nvPr>
            <p:ph type="body" sz="quarter" idx="29" hasCustomPrompt="1"/>
          </p:nvPr>
        </p:nvSpPr>
        <p:spPr>
          <a:xfrm>
            <a:off x="24701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8" name="Text Placeholder 28">
            <a:extLst>
              <a:ext uri="{FF2B5EF4-FFF2-40B4-BE49-F238E27FC236}">
                <a16:creationId xmlns:a16="http://schemas.microsoft.com/office/drawing/2014/main" id="{2961F7B7-1EDB-2C43-951E-B36532A1E791}"/>
              </a:ext>
            </a:extLst>
          </p:cNvPr>
          <p:cNvSpPr>
            <a:spLocks noGrp="1"/>
          </p:cNvSpPr>
          <p:nvPr>
            <p:ph type="body" sz="quarter" idx="30" hasCustomPrompt="1"/>
          </p:nvPr>
        </p:nvSpPr>
        <p:spPr>
          <a:xfrm>
            <a:off x="4367808"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bg1"/>
                </a:solidFill>
                <a:latin typeface="+mj-lt"/>
              </a:defRPr>
            </a:lvl1pPr>
            <a:lvl2pPr marL="228600" indent="0" algn="ctr">
              <a:buNone/>
              <a:defRPr>
                <a:solidFill>
                  <a:schemeClr val="bg1"/>
                </a:solidFill>
                <a:latin typeface="+mj-lt"/>
              </a:defRPr>
            </a:lvl2pPr>
          </a:lstStyle>
          <a:p>
            <a:pPr lvl="0"/>
            <a:r>
              <a:rPr lang="en-US"/>
              <a:t>Label</a:t>
            </a:r>
          </a:p>
        </p:txBody>
      </p:sp>
    </p:spTree>
    <p:extLst>
      <p:ext uri="{BB962C8B-B14F-4D97-AF65-F5344CB8AC3E}">
        <p14:creationId xmlns:p14="http://schemas.microsoft.com/office/powerpoint/2010/main" val="1598530170"/>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14_Header Line 12 Months">
    <p:bg>
      <p:bgPr>
        <a:solidFill>
          <a:schemeClr val="bg1"/>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BE9C8D47-3F89-2440-BD17-30886A5B991A}"/>
              </a:ext>
            </a:extLst>
          </p:cNvPr>
          <p:cNvSpPr/>
          <p:nvPr userDrawn="1"/>
        </p:nvSpPr>
        <p:spPr bwMode="auto">
          <a:xfrm>
            <a:off x="0"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2">
            <a:extLst>
              <a:ext uri="{FF2B5EF4-FFF2-40B4-BE49-F238E27FC236}">
                <a16:creationId xmlns:a16="http://schemas.microsoft.com/office/drawing/2014/main" id="{BB973DD2-1476-E74C-99DF-240F2E508778}"/>
              </a:ext>
            </a:extLst>
          </p:cNvPr>
          <p:cNvSpPr>
            <a:spLocks noGrp="1"/>
          </p:cNvSpPr>
          <p:nvPr>
            <p:ph type="title"/>
          </p:nvPr>
        </p:nvSpPr>
        <p:spPr>
          <a:xfrm>
            <a:off x="588263" y="457200"/>
            <a:ext cx="3477325" cy="1107996"/>
          </a:xfrm>
        </p:spPr>
        <p:txBody>
          <a:bodyPr wrap="square">
            <a:spAutoFit/>
          </a:bodyPr>
          <a:lstStyle>
            <a:lvl1pPr>
              <a:defRPr>
                <a:solidFill>
                  <a:schemeClr val="accent3"/>
                </a:solidFill>
              </a:defRPr>
            </a:lvl1pPr>
          </a:lstStyle>
          <a:p>
            <a:r>
              <a:rPr lang="en-US"/>
              <a:t>Click to edit Master title style</a:t>
            </a:r>
          </a:p>
        </p:txBody>
      </p:sp>
      <p:sp>
        <p:nvSpPr>
          <p:cNvPr id="20" name="Text Placeholder 16">
            <a:extLst>
              <a:ext uri="{FF2B5EF4-FFF2-40B4-BE49-F238E27FC236}">
                <a16:creationId xmlns:a16="http://schemas.microsoft.com/office/drawing/2014/main" id="{6B558C13-2A32-8A4B-856B-2AB00C47770F}"/>
              </a:ext>
            </a:extLst>
          </p:cNvPr>
          <p:cNvSpPr>
            <a:spLocks noGrp="1"/>
          </p:cNvSpPr>
          <p:nvPr>
            <p:ph type="body" sz="quarter" idx="13"/>
          </p:nvPr>
        </p:nvSpPr>
        <p:spPr>
          <a:xfrm>
            <a:off x="6240463" y="2137143"/>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1" name="Text Placeholder 16">
            <a:extLst>
              <a:ext uri="{FF2B5EF4-FFF2-40B4-BE49-F238E27FC236}">
                <a16:creationId xmlns:a16="http://schemas.microsoft.com/office/drawing/2014/main" id="{DFF8B5E8-017D-9448-B30F-CD659C221073}"/>
              </a:ext>
            </a:extLst>
          </p:cNvPr>
          <p:cNvSpPr>
            <a:spLocks noGrp="1"/>
          </p:cNvSpPr>
          <p:nvPr>
            <p:ph type="body" sz="quarter" idx="14"/>
          </p:nvPr>
        </p:nvSpPr>
        <p:spPr>
          <a:xfrm>
            <a:off x="8128000" y="2137143"/>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2" name="Text Placeholder 16">
            <a:extLst>
              <a:ext uri="{FF2B5EF4-FFF2-40B4-BE49-F238E27FC236}">
                <a16:creationId xmlns:a16="http://schemas.microsoft.com/office/drawing/2014/main" id="{23243079-7E64-8247-A7DE-8C677FA6F54F}"/>
              </a:ext>
            </a:extLst>
          </p:cNvPr>
          <p:cNvSpPr>
            <a:spLocks noGrp="1"/>
          </p:cNvSpPr>
          <p:nvPr>
            <p:ph type="body" sz="quarter" idx="15"/>
          </p:nvPr>
        </p:nvSpPr>
        <p:spPr>
          <a:xfrm>
            <a:off x="10013950" y="2137143"/>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6" name="Text Placeholder 16">
            <a:extLst>
              <a:ext uri="{FF2B5EF4-FFF2-40B4-BE49-F238E27FC236}">
                <a16:creationId xmlns:a16="http://schemas.microsoft.com/office/drawing/2014/main" id="{844592AA-1A9A-8E46-B40A-8739500A22C9}"/>
              </a:ext>
            </a:extLst>
          </p:cNvPr>
          <p:cNvSpPr>
            <a:spLocks noGrp="1"/>
          </p:cNvSpPr>
          <p:nvPr>
            <p:ph type="body" sz="quarter" idx="19"/>
          </p:nvPr>
        </p:nvSpPr>
        <p:spPr>
          <a:xfrm>
            <a:off x="6240463" y="4509120"/>
            <a:ext cx="1597025"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7" name="Text Placeholder 16">
            <a:extLst>
              <a:ext uri="{FF2B5EF4-FFF2-40B4-BE49-F238E27FC236}">
                <a16:creationId xmlns:a16="http://schemas.microsoft.com/office/drawing/2014/main" id="{6E747F9F-4D5A-1E4C-92B5-549F887E8726}"/>
              </a:ext>
            </a:extLst>
          </p:cNvPr>
          <p:cNvSpPr>
            <a:spLocks noGrp="1"/>
          </p:cNvSpPr>
          <p:nvPr>
            <p:ph type="body" sz="quarter" idx="20"/>
          </p:nvPr>
        </p:nvSpPr>
        <p:spPr>
          <a:xfrm>
            <a:off x="8128000" y="4509120"/>
            <a:ext cx="1592263"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sp>
        <p:nvSpPr>
          <p:cNvPr id="28" name="Text Placeholder 16">
            <a:extLst>
              <a:ext uri="{FF2B5EF4-FFF2-40B4-BE49-F238E27FC236}">
                <a16:creationId xmlns:a16="http://schemas.microsoft.com/office/drawing/2014/main" id="{F878EC20-6567-6B45-AE19-F3465093EEC8}"/>
              </a:ext>
            </a:extLst>
          </p:cNvPr>
          <p:cNvSpPr>
            <a:spLocks noGrp="1"/>
          </p:cNvSpPr>
          <p:nvPr>
            <p:ph type="body" sz="quarter" idx="21"/>
          </p:nvPr>
        </p:nvSpPr>
        <p:spPr>
          <a:xfrm>
            <a:off x="10013950" y="4509120"/>
            <a:ext cx="1595438" cy="646331"/>
          </a:xfrm>
        </p:spPr>
        <p:txBody>
          <a:bodyPr lIns="90000" anchor="t"/>
          <a:lstStyle>
            <a:lvl1pPr marL="179388" indent="-179388">
              <a:buSzPct val="90000"/>
              <a:buFont typeface="Wingdings" pitchFamily="2" charset="2"/>
              <a:buChar char=""/>
              <a:tabLst/>
              <a:defRPr sz="1400">
                <a:solidFill>
                  <a:schemeClr val="tx1"/>
                </a:solidFill>
              </a:defRPr>
            </a:lvl1pPr>
            <a:lvl2pPr>
              <a:defRPr sz="1800">
                <a:solidFill>
                  <a:schemeClr val="bg1"/>
                </a:solidFill>
              </a:defRPr>
            </a:lvl2pPr>
            <a:lvl3pPr>
              <a:defRPr sz="1800">
                <a:solidFill>
                  <a:schemeClr val="bg1"/>
                </a:solidFill>
              </a:defRPr>
            </a:lvl3pPr>
            <a:lvl4pPr>
              <a:defRPr sz="1800">
                <a:solidFill>
                  <a:schemeClr val="bg1"/>
                </a:solidFill>
              </a:defRPr>
            </a:lvl4pPr>
            <a:lvl5pPr>
              <a:defRPr sz="1800">
                <a:solidFill>
                  <a:schemeClr val="bg1"/>
                </a:solidFill>
              </a:defRPr>
            </a:lvl5pPr>
          </a:lstStyle>
          <a:p>
            <a:pPr lvl="0"/>
            <a:r>
              <a:rPr lang="en-US"/>
              <a:t>Click to edit Master text styles</a:t>
            </a:r>
          </a:p>
        </p:txBody>
      </p:sp>
      <p:cxnSp>
        <p:nvCxnSpPr>
          <p:cNvPr id="32" name="Straight Connector 31">
            <a:extLst>
              <a:ext uri="{FF2B5EF4-FFF2-40B4-BE49-F238E27FC236}">
                <a16:creationId xmlns:a16="http://schemas.microsoft.com/office/drawing/2014/main" id="{93971A8C-E65D-6B49-ADA2-293469DDD7BC}"/>
              </a:ext>
            </a:extLst>
          </p:cNvPr>
          <p:cNvCxnSpPr>
            <a:cxnSpLocks/>
          </p:cNvCxnSpPr>
          <p:nvPr userDrawn="1"/>
        </p:nvCxnSpPr>
        <p:spPr>
          <a:xfrm>
            <a:off x="6240463"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291A700F-7F45-F94C-A435-F7EE30C70A7E}"/>
              </a:ext>
            </a:extLst>
          </p:cNvPr>
          <p:cNvCxnSpPr>
            <a:cxnSpLocks/>
          </p:cNvCxnSpPr>
          <p:nvPr userDrawn="1"/>
        </p:nvCxnSpPr>
        <p:spPr>
          <a:xfrm>
            <a:off x="8124825"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4" name="Straight Connector 33">
            <a:extLst>
              <a:ext uri="{FF2B5EF4-FFF2-40B4-BE49-F238E27FC236}">
                <a16:creationId xmlns:a16="http://schemas.microsoft.com/office/drawing/2014/main" id="{18EA0204-C4C9-6644-861D-6EB50FE04062}"/>
              </a:ext>
            </a:extLst>
          </p:cNvPr>
          <p:cNvCxnSpPr>
            <a:cxnSpLocks/>
          </p:cNvCxnSpPr>
          <p:nvPr userDrawn="1"/>
        </p:nvCxnSpPr>
        <p:spPr>
          <a:xfrm>
            <a:off x="10013950" y="2017713"/>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8" name="Straight Connector 37">
            <a:extLst>
              <a:ext uri="{FF2B5EF4-FFF2-40B4-BE49-F238E27FC236}">
                <a16:creationId xmlns:a16="http://schemas.microsoft.com/office/drawing/2014/main" id="{C3539B16-CE2C-3A4D-B528-4C530EFD148D}"/>
              </a:ext>
            </a:extLst>
          </p:cNvPr>
          <p:cNvCxnSpPr>
            <a:cxnSpLocks/>
          </p:cNvCxnSpPr>
          <p:nvPr userDrawn="1"/>
        </p:nvCxnSpPr>
        <p:spPr>
          <a:xfrm>
            <a:off x="6240463"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CA683FC3-D470-6642-8CD2-833A816B7C06}"/>
              </a:ext>
            </a:extLst>
          </p:cNvPr>
          <p:cNvCxnSpPr>
            <a:cxnSpLocks/>
          </p:cNvCxnSpPr>
          <p:nvPr userDrawn="1"/>
        </p:nvCxnSpPr>
        <p:spPr>
          <a:xfrm>
            <a:off x="8124825"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F13A02AF-593E-A740-8AA5-3E98EC7712B3}"/>
              </a:ext>
            </a:extLst>
          </p:cNvPr>
          <p:cNvCxnSpPr>
            <a:cxnSpLocks/>
          </p:cNvCxnSpPr>
          <p:nvPr userDrawn="1"/>
        </p:nvCxnSpPr>
        <p:spPr>
          <a:xfrm>
            <a:off x="10013950" y="4365104"/>
            <a:ext cx="1595438"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43" name="Text Placeholder 28">
            <a:extLst>
              <a:ext uri="{FF2B5EF4-FFF2-40B4-BE49-F238E27FC236}">
                <a16:creationId xmlns:a16="http://schemas.microsoft.com/office/drawing/2014/main" id="{E66FAAC7-8AEC-104A-A5DD-4AEB7AA585A9}"/>
              </a:ext>
            </a:extLst>
          </p:cNvPr>
          <p:cNvSpPr>
            <a:spLocks noGrp="1"/>
          </p:cNvSpPr>
          <p:nvPr>
            <p:ph type="body" sz="quarter" idx="25" hasCustomPrompt="1"/>
          </p:nvPr>
        </p:nvSpPr>
        <p:spPr>
          <a:xfrm>
            <a:off x="6240016"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4" name="Text Placeholder 28">
            <a:extLst>
              <a:ext uri="{FF2B5EF4-FFF2-40B4-BE49-F238E27FC236}">
                <a16:creationId xmlns:a16="http://schemas.microsoft.com/office/drawing/2014/main" id="{5E1D2D98-23BB-FF4A-95AC-2A429CDF840F}"/>
              </a:ext>
            </a:extLst>
          </p:cNvPr>
          <p:cNvSpPr>
            <a:spLocks noGrp="1"/>
          </p:cNvSpPr>
          <p:nvPr>
            <p:ph type="body" sz="quarter" idx="26" hasCustomPrompt="1"/>
          </p:nvPr>
        </p:nvSpPr>
        <p:spPr>
          <a:xfrm>
            <a:off x="812800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5" name="Text Placeholder 28">
            <a:extLst>
              <a:ext uri="{FF2B5EF4-FFF2-40B4-BE49-F238E27FC236}">
                <a16:creationId xmlns:a16="http://schemas.microsoft.com/office/drawing/2014/main" id="{527C7347-F791-F945-A658-6E2EC13C6393}"/>
              </a:ext>
            </a:extLst>
          </p:cNvPr>
          <p:cNvSpPr>
            <a:spLocks noGrp="1"/>
          </p:cNvSpPr>
          <p:nvPr>
            <p:ph type="body" sz="quarter" idx="27" hasCustomPrompt="1"/>
          </p:nvPr>
        </p:nvSpPr>
        <p:spPr>
          <a:xfrm>
            <a:off x="10013950" y="1436688"/>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49" name="Text Placeholder 28">
            <a:extLst>
              <a:ext uri="{FF2B5EF4-FFF2-40B4-BE49-F238E27FC236}">
                <a16:creationId xmlns:a16="http://schemas.microsoft.com/office/drawing/2014/main" id="{6345ABD8-4C05-A749-91A9-2D1F286CB735}"/>
              </a:ext>
            </a:extLst>
          </p:cNvPr>
          <p:cNvSpPr>
            <a:spLocks noGrp="1"/>
          </p:cNvSpPr>
          <p:nvPr>
            <p:ph type="body" sz="quarter" idx="31" hasCustomPrompt="1"/>
          </p:nvPr>
        </p:nvSpPr>
        <p:spPr>
          <a:xfrm>
            <a:off x="6240016"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0" name="Text Placeholder 28">
            <a:extLst>
              <a:ext uri="{FF2B5EF4-FFF2-40B4-BE49-F238E27FC236}">
                <a16:creationId xmlns:a16="http://schemas.microsoft.com/office/drawing/2014/main" id="{40D75468-C5B7-204E-BE74-7892BA35FF75}"/>
              </a:ext>
            </a:extLst>
          </p:cNvPr>
          <p:cNvSpPr>
            <a:spLocks noGrp="1"/>
          </p:cNvSpPr>
          <p:nvPr>
            <p:ph type="body" sz="quarter" idx="32" hasCustomPrompt="1"/>
          </p:nvPr>
        </p:nvSpPr>
        <p:spPr>
          <a:xfrm>
            <a:off x="812800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1" name="Text Placeholder 28">
            <a:extLst>
              <a:ext uri="{FF2B5EF4-FFF2-40B4-BE49-F238E27FC236}">
                <a16:creationId xmlns:a16="http://schemas.microsoft.com/office/drawing/2014/main" id="{C0D28E3D-12EC-FE42-A86A-CE63CE12A178}"/>
              </a:ext>
            </a:extLst>
          </p:cNvPr>
          <p:cNvSpPr>
            <a:spLocks noGrp="1"/>
          </p:cNvSpPr>
          <p:nvPr>
            <p:ph type="body" sz="quarter" idx="33" hasCustomPrompt="1"/>
          </p:nvPr>
        </p:nvSpPr>
        <p:spPr>
          <a:xfrm>
            <a:off x="10013950" y="3789040"/>
            <a:ext cx="1595438" cy="581025"/>
          </a:xfrm>
        </p:spPr>
        <p:txBody>
          <a:bodyPr lIns="90000" tIns="46800" rIns="90000" bIns="46800" anchor="ctr">
            <a:noAutofit/>
          </a:bodyPr>
          <a:lstStyle>
            <a:lvl1pPr marL="0" indent="0">
              <a:buNone/>
              <a:defRPr sz="2000">
                <a:solidFill>
                  <a:schemeClr val="tx2"/>
                </a:solidFill>
                <a:latin typeface="+mj-lt"/>
              </a:defRPr>
            </a:lvl1pPr>
            <a:lvl2pPr marL="228600" indent="0" algn="ctr">
              <a:buNone/>
              <a:defRPr>
                <a:solidFill>
                  <a:schemeClr val="bg1"/>
                </a:solidFill>
                <a:latin typeface="+mj-lt"/>
              </a:defRPr>
            </a:lvl2pPr>
          </a:lstStyle>
          <a:p>
            <a:pPr lvl="0"/>
            <a:r>
              <a:rPr lang="en-US"/>
              <a:t>Label</a:t>
            </a:r>
          </a:p>
        </p:txBody>
      </p:sp>
      <p:sp>
        <p:nvSpPr>
          <p:cNvPr id="5" name="Text Placeholder 4">
            <a:extLst>
              <a:ext uri="{FF2B5EF4-FFF2-40B4-BE49-F238E27FC236}">
                <a16:creationId xmlns:a16="http://schemas.microsoft.com/office/drawing/2014/main" id="{C0CD7CCE-7A0A-2445-87E0-A18FB3B723C6}"/>
              </a:ext>
            </a:extLst>
          </p:cNvPr>
          <p:cNvSpPr>
            <a:spLocks noGrp="1"/>
          </p:cNvSpPr>
          <p:nvPr>
            <p:ph type="body" sz="quarter" idx="34"/>
          </p:nvPr>
        </p:nvSpPr>
        <p:spPr>
          <a:xfrm>
            <a:off x="584200" y="2017713"/>
            <a:ext cx="3481388" cy="430887"/>
          </a:xfrm>
        </p:spPr>
        <p:txBody>
          <a:bodyPr/>
          <a:lstStyle>
            <a:lvl1pPr marL="0" indent="0">
              <a:buNone/>
              <a:defRPr>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3212407088"/>
      </p:ext>
    </p:extLst>
  </p:cSld>
  <p:clrMapOvr>
    <a:masterClrMapping/>
  </p:clrMapOvr>
  <p:transition>
    <p:fade/>
  </p:transition>
  <p:extLst>
    <p:ext uri="{DCECCB84-F9BA-43D5-87BE-67443E8EF086}">
      <p15:sldGuideLst xmlns:p15="http://schemas.microsoft.com/office/powerpoint/2012/main">
        <p15:guide id="8" pos="1373">
          <p15:clr>
            <a:srgbClr val="A4A3A4"/>
          </p15:clr>
        </p15:guide>
        <p15:guide id="9" pos="1556">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20" pos="4937">
          <p15:clr>
            <a:srgbClr val="A4A3A4"/>
          </p15:clr>
        </p15:guide>
        <p15:guide id="21" pos="5120">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2387" userDrawn="1">
          <p15:clr>
            <a:srgbClr val="FBAE40"/>
          </p15:clr>
        </p15:guide>
        <p15:guide id="32" orient="horz" pos="2750" userDrawn="1">
          <p15:clr>
            <a:srgbClr val="FBAE40"/>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Title - 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35C9167-B5C7-4834-AC78-240C8C3EF11E}"/>
              </a:ext>
            </a:extLst>
          </p:cNvPr>
          <p:cNvSpPr>
            <a:spLocks noGrp="1"/>
          </p:cNvSpPr>
          <p:nvPr>
            <p:ph type="title" hasCustomPrompt="1"/>
          </p:nvPr>
        </p:nvSpPr>
        <p:spPr>
          <a:xfrm>
            <a:off x="588263" y="588963"/>
            <a:ext cx="4158362" cy="2535236"/>
          </a:xfrm>
        </p:spPr>
        <p:txBody>
          <a:bodyPr anchor="b"/>
          <a:lstStyle>
            <a:lvl1pPr>
              <a:defRPr/>
            </a:lvl1pPr>
          </a:lstStyle>
          <a:p>
            <a:r>
              <a:rPr lang="en-US"/>
              <a:t>Title square photo layout </a:t>
            </a:r>
          </a:p>
        </p:txBody>
      </p:sp>
      <p:sp>
        <p:nvSpPr>
          <p:cNvPr id="4" name="Text Placeholder 3">
            <a:extLst>
              <a:ext uri="{FF2B5EF4-FFF2-40B4-BE49-F238E27FC236}">
                <a16:creationId xmlns:a16="http://schemas.microsoft.com/office/drawing/2014/main" id="{0E780C89-4FC1-4FE7-AFCA-1C41A1B0944C}"/>
              </a:ext>
            </a:extLst>
          </p:cNvPr>
          <p:cNvSpPr>
            <a:spLocks noGrp="1"/>
          </p:cNvSpPr>
          <p:nvPr>
            <p:ph type="body" sz="quarter" idx="10"/>
          </p:nvPr>
        </p:nvSpPr>
        <p:spPr>
          <a:xfrm>
            <a:off x="584200" y="3535540"/>
            <a:ext cx="4162425" cy="2733497"/>
          </a:xfrm>
        </p:spPr>
        <p:txBody>
          <a:bodyPr/>
          <a:lstStyle>
            <a:lvl1pPr marL="0" indent="0">
              <a:buNone/>
              <a:defRPr sz="2200">
                <a:latin typeface="+mn-lt"/>
              </a:defRPr>
            </a:lvl1pPr>
            <a:lvl2pPr marL="228600" indent="0">
              <a:buNone/>
              <a:defRPr/>
            </a:lvl2pPr>
            <a:lvl3pPr marL="457200" indent="0">
              <a:buNone/>
              <a:defRPr/>
            </a:lvl3pPr>
            <a:lvl4pPr marL="661988" indent="0">
              <a:buNone/>
              <a:defRPr/>
            </a:lvl4pPr>
            <a:lvl5pPr marL="855663" indent="0">
              <a:buNone/>
              <a:defRPr/>
            </a:lvl5pPr>
          </a:lstStyle>
          <a:p>
            <a:pPr lvl="0"/>
            <a:r>
              <a:rPr lang="en-US"/>
              <a:t>Click to edit Master text styles</a:t>
            </a:r>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2E18FD0C-FA99-4937-92CD-5CF7F279CD8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6" name="TextBox 5">
            <a:extLst>
              <a:ext uri="{FF2B5EF4-FFF2-40B4-BE49-F238E27FC236}">
                <a16:creationId xmlns:a16="http://schemas.microsoft.com/office/drawing/2014/main" id="{16BDF4B0-32EF-4DA8-9A83-B73DD831057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948112344"/>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7" orient="horz" pos="1968">
          <p15:clr>
            <a:srgbClr val="5ACBF0"/>
          </p15:clr>
        </p15:guide>
        <p15:guide id="8" orient="horz" pos="2226">
          <p15:clr>
            <a:srgbClr val="5ACBF0"/>
          </p15:clr>
        </p15:guide>
        <p15:guide id="10" pos="3729" userDrawn="1">
          <p15:clr>
            <a:srgbClr val="C35EA4"/>
          </p15:clr>
        </p15:guide>
        <p15:guide id="11" pos="2993">
          <p15:clr>
            <a:srgbClr val="5ACBF0"/>
          </p15:clr>
        </p15:guide>
        <p15:guide id="12" pos="3543">
          <p15:clr>
            <a:srgbClr val="A4A3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Square Photo ">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92DE97-5F35-4963-AC7A-96FEB98062FF}"/>
              </a:ext>
            </a:extLst>
          </p:cNvPr>
          <p:cNvSpPr>
            <a:spLocks noGrp="1"/>
          </p:cNvSpPr>
          <p:nvPr>
            <p:ph type="title"/>
          </p:nvPr>
        </p:nvSpPr>
        <p:spPr>
          <a:xfrm>
            <a:off x="588263" y="585788"/>
            <a:ext cx="4159950" cy="5683249"/>
          </a:xfrm>
        </p:spPr>
        <p:txBody>
          <a:bodyPr anchor="ct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8A09A47B-FEF5-47F3-B2DD-A73E7C3234AF}"/>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51151599"/>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5" orient="horz" pos="2160" userDrawn="1">
          <p15:clr>
            <a:srgbClr val="5ACBF0"/>
          </p15:clr>
        </p15:guide>
        <p15:guide id="6" pos="2991">
          <p15:clr>
            <a:srgbClr val="5ACBF0"/>
          </p15:clr>
        </p15:guide>
        <p15:guide id="7" pos="3728" userDrawn="1">
          <p15:clr>
            <a:srgbClr val="C35EA4"/>
          </p15:clr>
        </p15:guide>
        <p15:guide id="8" pos="3544">
          <p15:clr>
            <a:srgbClr val="A4A3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Square Photo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4E2C6C6-B442-4DE7-9C6C-405B9005314D}"/>
              </a:ext>
            </a:extLst>
          </p:cNvPr>
          <p:cNvSpPr>
            <a:spLocks noGrp="1"/>
          </p:cNvSpPr>
          <p:nvPr>
            <p:ph type="title" hasCustomPrompt="1"/>
          </p:nvPr>
        </p:nvSpPr>
        <p:spPr>
          <a:xfrm>
            <a:off x="588263" y="2979738"/>
            <a:ext cx="4163125" cy="3289300"/>
          </a:xfrm>
        </p:spPr>
        <p:txBody>
          <a:bodyPr anchor="t"/>
          <a:lstStyle>
            <a:lvl1pPr>
              <a:defRPr sz="2800"/>
            </a:lvl1pPr>
          </a:lstStyle>
          <a:p>
            <a:r>
              <a:rPr lang="en-US"/>
              <a:t>Square photo layout with smaller text</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3EBEAA94-C151-43DE-8A5A-09E8A930427E}"/>
              </a:ext>
            </a:extLst>
          </p:cNvPr>
          <p:cNvSpPr>
            <a:spLocks noGrp="1"/>
          </p:cNvSpPr>
          <p:nvPr>
            <p:ph type="pic" sz="quarter" idx="11" hasCustomPrompt="1"/>
          </p:nvPr>
        </p:nvSpPr>
        <p:spPr bwMode="ltGray">
          <a:xfrm>
            <a:off x="5334000" y="0"/>
            <a:ext cx="6858000" cy="6858000"/>
          </a:xfrm>
          <a:blipFill>
            <a:blip r:embed="rId2"/>
            <a:stretch>
              <a:fillRect/>
            </a:stretch>
          </a:blipFill>
        </p:spPr>
        <p:txBody>
          <a:bodyPr lIns="0" tIns="2377440" rIns="0" anchor="t" anchorCtr="0">
            <a:noAutofit/>
          </a:bodyPr>
          <a:lstStyle>
            <a:lvl1pPr marL="0" indent="0" algn="ctr">
              <a:lnSpc>
                <a:spcPct val="100000"/>
              </a:lnSpc>
              <a:buNone/>
              <a:defRPr sz="14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6C2F1290-9237-4BEE-AAAC-6708F286265B}"/>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35627901"/>
      </p:ext>
    </p:extLst>
  </p:cSld>
  <p:clrMapOvr>
    <a:masterClrMapping/>
  </p:clrMapOvr>
  <p:transition>
    <p:fade/>
  </p:transition>
  <p:extLst>
    <p:ext uri="{DCECCB84-F9BA-43D5-87BE-67443E8EF086}">
      <p15:sldGuideLst xmlns:p15="http://schemas.microsoft.com/office/powerpoint/2012/main">
        <p15:guide id="2" pos="3360" userDrawn="1">
          <p15:clr>
            <a:srgbClr val="5ACBF0"/>
          </p15:clr>
        </p15:guide>
        <p15:guide id="3" orient="horz" pos="1877">
          <p15:clr>
            <a:srgbClr val="5ACBF0"/>
          </p15:clr>
        </p15:guide>
        <p15:guide id="4" pos="3731">
          <p15:clr>
            <a:srgbClr val="C35EA4"/>
          </p15:clr>
        </p15:guide>
        <p15:guide id="5" pos="2993">
          <p15:clr>
            <a:srgbClr val="5ACBF0"/>
          </p15:clr>
        </p15:guide>
        <p15:guide id="6" pos="3547">
          <p15:clr>
            <a:srgbClr val="A4A3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Title - Square Photo Lef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0"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7192963"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7192963" y="1436688"/>
            <a:ext cx="3470275" cy="2043636"/>
          </a:xfrm>
        </p:spPr>
        <p:txBody>
          <a:bodyPr/>
          <a:lstStyle>
            <a:lvl1pPr marL="0" indent="0">
              <a:buFontTx/>
              <a:buNone/>
              <a:defRPr/>
            </a:lvl1pPr>
            <a:lvl2pPr marL="228600" indent="0">
              <a:buFontTx/>
              <a:buNone/>
              <a:defRPr/>
            </a:lvl2pPr>
            <a:lvl3pPr marL="457200" indent="0">
              <a:buFontTx/>
              <a:buNone/>
              <a:defRPr/>
            </a:lvl3pPr>
            <a:lvl4pPr marL="661988" indent="0">
              <a:buFontTx/>
              <a:buNone/>
              <a:defRPr/>
            </a:lvl4pPr>
            <a:lvl5pPr marL="855663" indent="0">
              <a:buFontTx/>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4352849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Title - Square Photo Right">
    <p:bg>
      <p:bgRef idx="1001">
        <a:schemeClr val="bg1"/>
      </p:bgRef>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350285C0-813F-A744-BFD3-CF358EAC839C}"/>
              </a:ext>
            </a:extLst>
          </p:cNvPr>
          <p:cNvSpPr>
            <a:spLocks noGrp="1"/>
          </p:cNvSpPr>
          <p:nvPr>
            <p:ph type="pic" sz="quarter" idx="10"/>
          </p:nvPr>
        </p:nvSpPr>
        <p:spPr>
          <a:xfrm>
            <a:off x="5299075" y="0"/>
            <a:ext cx="6892925" cy="6858000"/>
          </a:xfrm>
        </p:spPr>
        <p:txBody>
          <a:bodyPr/>
          <a:lstStyle/>
          <a:p>
            <a:r>
              <a:rPr lang="en-US"/>
              <a:t>Click icon to add picture</a:t>
            </a:r>
          </a:p>
        </p:txBody>
      </p:sp>
      <p:sp>
        <p:nvSpPr>
          <p:cNvPr id="6" name="Title 1">
            <a:extLst>
              <a:ext uri="{FF2B5EF4-FFF2-40B4-BE49-F238E27FC236}">
                <a16:creationId xmlns:a16="http://schemas.microsoft.com/office/drawing/2014/main" id="{44B1F25D-69F5-D649-BBA0-613396C764AC}"/>
              </a:ext>
            </a:extLst>
          </p:cNvPr>
          <p:cNvSpPr>
            <a:spLocks noGrp="1"/>
          </p:cNvSpPr>
          <p:nvPr>
            <p:ph type="title" idx="4294967295"/>
          </p:nvPr>
        </p:nvSpPr>
        <p:spPr>
          <a:xfrm>
            <a:off x="584200" y="457200"/>
            <a:ext cx="4416425" cy="553998"/>
          </a:xfrm>
        </p:spPr>
        <p:txBody>
          <a:bodyPr/>
          <a:lstStyle/>
          <a:p>
            <a:r>
              <a:rPr lang="en-US"/>
              <a:t>Click to edit Master title style</a:t>
            </a:r>
          </a:p>
        </p:txBody>
      </p:sp>
      <p:sp>
        <p:nvSpPr>
          <p:cNvPr id="10" name="Text Placeholder 9">
            <a:extLst>
              <a:ext uri="{FF2B5EF4-FFF2-40B4-BE49-F238E27FC236}">
                <a16:creationId xmlns:a16="http://schemas.microsoft.com/office/drawing/2014/main" id="{A8E421BE-E139-D243-8336-8A8C46F7F743}"/>
              </a:ext>
            </a:extLst>
          </p:cNvPr>
          <p:cNvSpPr>
            <a:spLocks noGrp="1"/>
          </p:cNvSpPr>
          <p:nvPr>
            <p:ph type="body" sz="quarter" idx="11"/>
          </p:nvPr>
        </p:nvSpPr>
        <p:spPr>
          <a:xfrm>
            <a:off x="584200" y="1436688"/>
            <a:ext cx="3470275" cy="2302169"/>
          </a:xfrm>
        </p:spPr>
        <p:txBody>
          <a:bodyPr/>
          <a:lstStyle>
            <a:lvl1pPr marL="0" indent="0">
              <a:buFontTx/>
              <a:buNone/>
              <a:defRPr sz="2200"/>
            </a:lvl1pPr>
            <a:lvl2pPr marL="228600" indent="0">
              <a:buFontTx/>
              <a:buNone/>
              <a:defRPr sz="2200"/>
            </a:lvl2pPr>
            <a:lvl3pPr marL="457200" indent="0">
              <a:buFontTx/>
              <a:buNone/>
              <a:defRPr sz="2200"/>
            </a:lvl3pPr>
            <a:lvl4pPr marL="661988" indent="0">
              <a:buFontTx/>
              <a:buNone/>
              <a:defRPr sz="2200"/>
            </a:lvl4pPr>
            <a:lvl5pPr marL="855663" indent="0">
              <a:buFontTx/>
              <a:buNone/>
              <a:defRPr sz="22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56516701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8" pos="3160" userDrawn="1">
          <p15:clr>
            <a:srgbClr val="A4A3A4"/>
          </p15:clr>
        </p15:guide>
        <p15:guide id="19" pos="3341" userDrawn="1">
          <p15:clr>
            <a:srgbClr val="A4A3A4"/>
          </p15:clr>
        </p15:guide>
        <p15:guide id="28" orient="horz" pos="905">
          <p15:clr>
            <a:srgbClr val="5ACBF0"/>
          </p15:clr>
        </p15:guide>
        <p15:guide id="30" orient="horz" pos="288">
          <p15:clr>
            <a:srgbClr val="5ACBF0"/>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Photo full bleed upp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585789"/>
            <a:ext cx="12192000" cy="1362282"/>
          </a:xfrm>
          <a:noFill/>
        </p:spPr>
        <p:txBody>
          <a:bodyPr lIns="585216" tIns="0" rIns="585216" bIns="586800" anchor="t"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179627729"/>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Photo full bleed lower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0" y="3657600"/>
            <a:ext cx="12192000" cy="3200400"/>
          </a:xfrm>
          <a:gradFill flip="none" rotWithShape="1">
            <a:gsLst>
              <a:gs pos="40000">
                <a:srgbClr val="000000">
                  <a:alpha val="70000"/>
                </a:srgbClr>
              </a:gs>
              <a:gs pos="100000">
                <a:srgbClr val="000000">
                  <a:alpha val="0"/>
                </a:srgbClr>
              </a:gs>
            </a:gsLst>
            <a:lin ang="16200000" scaled="1"/>
            <a:tileRect/>
          </a:gradFill>
        </p:spPr>
        <p:txBody>
          <a:bodyPr lIns="585216" tIns="585216" rIns="585216" bIns="585216" anchor="b" anchorCtr="0">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03F619C2-B134-493A-AB9F-5DE39C92993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861443602"/>
      </p:ext>
    </p:extLst>
  </p:cSld>
  <p:clrMapOvr>
    <a:masterClrMapping/>
  </p:clrMapOvr>
  <p:transition>
    <p:fade/>
  </p:transition>
  <p:extLst>
    <p:ext uri="{DCECCB84-F9BA-43D5-87BE-67443E8EF086}">
      <p15:sldGuideLst xmlns:p15="http://schemas.microsoft.com/office/powerpoint/2012/main">
        <p15:guide id="1" orient="horz" pos="2304">
          <p15:clr>
            <a:srgbClr val="5ACBF0"/>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603402083"/>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1_Photo full bleed lef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p:nvPr>
        </p:nvSpPr>
        <p:spPr bwMode="ltGray">
          <a:xfrm>
            <a:off x="-3" y="0"/>
            <a:ext cx="5669280" cy="6858000"/>
          </a:xfrm>
          <a:gradFill flip="none" rotWithShape="1">
            <a:gsLst>
              <a:gs pos="50000">
                <a:srgbClr val="000000">
                  <a:alpha val="70000"/>
                </a:srgbClr>
              </a:gs>
              <a:gs pos="100000">
                <a:srgbClr val="000000">
                  <a:alpha val="0"/>
                </a:srgbClr>
              </a:gs>
            </a:gsLst>
            <a:lin ang="0" scaled="1"/>
            <a:tileRect/>
          </a:gradFill>
        </p:spPr>
        <p:txBody>
          <a:bodyPr lIns="585216" tIns="585216" rIns="585216" bIns="585216" anchor="ctr">
            <a:noAutofit/>
          </a:bodyPr>
          <a:lstStyle>
            <a:lvl1pPr>
              <a:defRPr sz="3600" spc="0">
                <a:solidFill>
                  <a:srgbClr val="FFFFFF"/>
                </a:solidFill>
              </a:defRPr>
            </a:lvl1pPr>
          </a:lstStyle>
          <a:p>
            <a:r>
              <a:rPr lang="en-US"/>
              <a:t>Click to edit Master title style</a:t>
            </a:r>
          </a:p>
        </p:txBody>
      </p:sp>
      <p:sp>
        <p:nvSpPr>
          <p:cNvPr id="6" name="TextBox 5">
            <a:extLst>
              <a:ext uri="{FF2B5EF4-FFF2-40B4-BE49-F238E27FC236}">
                <a16:creationId xmlns:a16="http://schemas.microsoft.com/office/drawing/2014/main" id="{1D4894F6-B50F-43E1-83FC-4F2200B2FA6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5" name="Title 1">
            <a:extLst>
              <a:ext uri="{FF2B5EF4-FFF2-40B4-BE49-F238E27FC236}">
                <a16:creationId xmlns:a16="http://schemas.microsoft.com/office/drawing/2014/main" id="{04D80903-AB2F-EA47-B1B9-181A4D5084E7}"/>
              </a:ext>
            </a:extLst>
          </p:cNvPr>
          <p:cNvSpPr txBox="1">
            <a:spLocks/>
          </p:cNvSpPr>
          <p:nvPr userDrawn="1"/>
        </p:nvSpPr>
        <p:spPr>
          <a:xfrm>
            <a:off x="584200" y="2425780"/>
            <a:ext cx="5511800" cy="1107996"/>
          </a:xfrm>
          <a:prstGeom prst="rect">
            <a:avLst/>
          </a:prstGeom>
          <a:noFill/>
        </p:spPr>
        <p:txBody>
          <a:bodyPr vert="horz" wrap="square" lIns="0" tIns="0" rIns="0" bIns="0" rtlCol="0" anchor="b" anchorCtr="0">
            <a:spAutoFit/>
          </a:bodyPr>
          <a:lstStyle>
            <a:lvl1pPr algn="l" defTabSz="932742" rtl="0" eaLnBrk="1" latinLnBrk="0" hangingPunct="1">
              <a:lnSpc>
                <a:spcPct val="100000"/>
              </a:lnSpc>
              <a:spcBef>
                <a:spcPct val="0"/>
              </a:spcBef>
              <a:buNone/>
              <a:defRPr lang="en-US" sz="3600" b="0" kern="1200" cap="none" spc="-50" baseline="0">
                <a:ln w="3175">
                  <a:noFill/>
                </a:ln>
                <a:solidFill>
                  <a:schemeClr val="tx1"/>
                </a:solidFill>
                <a:effectLst/>
                <a:latin typeface="+mj-lt"/>
                <a:ea typeface="+mn-ea"/>
                <a:cs typeface="Segoe UI" panose="020B0502040204020203" pitchFamily="34" charset="0"/>
              </a:defRPr>
            </a:lvl1pPr>
          </a:lstStyle>
          <a:p>
            <a:r>
              <a:rPr lang="en-US"/>
              <a:t>Event name or presentation title </a:t>
            </a:r>
          </a:p>
        </p:txBody>
      </p:sp>
      <p:sp>
        <p:nvSpPr>
          <p:cNvPr id="7" name="Text Placeholder 4">
            <a:extLst>
              <a:ext uri="{FF2B5EF4-FFF2-40B4-BE49-F238E27FC236}">
                <a16:creationId xmlns:a16="http://schemas.microsoft.com/office/drawing/2014/main" id="{A200C02C-4314-EE45-A300-21710CAE4FE5}"/>
              </a:ext>
            </a:extLst>
          </p:cNvPr>
          <p:cNvSpPr>
            <a:spLocks noGrp="1"/>
          </p:cNvSpPr>
          <p:nvPr>
            <p:ph type="body" sz="quarter" idx="12" hasCustomPrompt="1"/>
          </p:nvPr>
        </p:nvSpPr>
        <p:spPr>
          <a:xfrm>
            <a:off x="584200" y="3962400"/>
            <a:ext cx="5511800" cy="338554"/>
          </a:xfrm>
          <a:noFill/>
        </p:spPr>
        <p:txBody>
          <a:bodyPr wrap="square" lIns="0" tIns="0" rIns="0" bIns="0">
            <a:spAutoFit/>
          </a:bodyPr>
          <a:lstStyle>
            <a:lvl1pPr marL="0" indent="0">
              <a:spcBef>
                <a:spcPts val="0"/>
              </a:spcBef>
              <a:buNone/>
              <a:defRPr sz="2200" spc="0" baseline="0">
                <a:solidFill>
                  <a:schemeClr val="tx1"/>
                </a:solidFill>
                <a:latin typeface="+mn-lt"/>
                <a:cs typeface="Segoe UI" panose="020B0502040204020203" pitchFamily="34" charset="0"/>
              </a:defRPr>
            </a:lvl1pPr>
          </a:lstStyle>
          <a:p>
            <a:pPr lvl="0"/>
            <a:r>
              <a:rPr lang="en-US"/>
              <a:t>Speaker name or subtitle text</a:t>
            </a:r>
          </a:p>
        </p:txBody>
      </p:sp>
      <p:pic>
        <p:nvPicPr>
          <p:cNvPr id="9" name="MS logo white - EMF" descr="Microsoft logo white text version">
            <a:extLst>
              <a:ext uri="{FF2B5EF4-FFF2-40B4-BE49-F238E27FC236}">
                <a16:creationId xmlns:a16="http://schemas.microsoft.com/office/drawing/2014/main" id="{EDE56B65-3E69-6146-8830-D107DE1E3AE7}"/>
              </a:ext>
            </a:extLst>
          </p:cNvPr>
          <p:cNvPicPr>
            <a:picLocks noChangeAspect="1"/>
          </p:cNvPicPr>
          <p:nvPr userDrawn="1"/>
        </p:nvPicPr>
        <p:blipFill>
          <a:blip r:embed="rId3"/>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419094434"/>
      </p:ext>
    </p:extLst>
  </p:cSld>
  <p:clrMapOvr>
    <a:masterClrMapping/>
  </p:clrMapOvr>
  <p:transition>
    <p:fade/>
  </p:transition>
  <p:extLst>
    <p:ext uri="{DCECCB84-F9BA-43D5-87BE-67443E8EF086}">
      <p15:sldGuideLst xmlns:p15="http://schemas.microsoft.com/office/powerpoint/2012/main">
        <p15:guide id="7" pos="3576">
          <p15:clr>
            <a:srgbClr val="5ACBF0"/>
          </p15:clr>
        </p15:guide>
        <p15:guide id="8" orient="horz" pos="2160">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hoto full bleed right title">
    <p:spTree>
      <p:nvGrpSpPr>
        <p:cNvPr id="1" name=""/>
        <p:cNvGrpSpPr/>
        <p:nvPr/>
      </p:nvGrpSpPr>
      <p:grpSpPr>
        <a:xfrm>
          <a:off x="0" y="0"/>
          <a:ext cx="0" cy="0"/>
          <a:chOff x="0" y="0"/>
          <a:chExt cx="0" cy="0"/>
        </a:xfrm>
      </p:grpSpPr>
      <p:sp>
        <p:nvSpPr>
          <p:cNvPr id="8" name="Picture Placeholder 7" descr="This photo is a 'placeholder' only. Drag or drop your photo here, or click and tap the center to insert a photo.">
            <a:extLst>
              <a:ext uri="{FF2B5EF4-FFF2-40B4-BE49-F238E27FC236}">
                <a16:creationId xmlns:a16="http://schemas.microsoft.com/office/drawing/2014/main" id="{FA608AEF-BE66-4029-BA63-DA15E89C3291}"/>
              </a:ext>
            </a:extLst>
          </p:cNvPr>
          <p:cNvSpPr>
            <a:spLocks noGrp="1"/>
          </p:cNvSpPr>
          <p:nvPr>
            <p:ph type="pic" sz="quarter" idx="10" hasCustomPrompt="1"/>
          </p:nvPr>
        </p:nvSpPr>
        <p:spPr bwMode="ltGray">
          <a:xfrm>
            <a:off x="0" y="0"/>
            <a:ext cx="12192000" cy="6858000"/>
          </a:xfrm>
          <a:blipFill>
            <a:blip r:embed="rId2"/>
            <a:stretch>
              <a:fillRect/>
            </a:stretch>
          </a:blipFill>
        </p:spPr>
        <p:txBody>
          <a:bodyPr wrap="none" bIns="1554480" anchor="ctr">
            <a:noAutofit/>
          </a:bodyPr>
          <a:lstStyle>
            <a:lvl1pPr marL="0" indent="0" algn="ctr">
              <a:buNone/>
              <a:defRPr sz="1400" b="1">
                <a:solidFill>
                  <a:srgbClr val="000000"/>
                </a:solidFill>
              </a:defRPr>
            </a:lvl1pPr>
          </a:lstStyle>
          <a:p>
            <a:r>
              <a:rPr lang="en-US"/>
              <a:t>Drag &amp; drop your photo here </a:t>
            </a:r>
            <a:br>
              <a:rPr lang="en-US"/>
            </a:br>
            <a:r>
              <a:rPr lang="en-US"/>
              <a:t>or click or tap icon below </a:t>
            </a:r>
            <a:br>
              <a:rPr lang="en-US"/>
            </a:br>
            <a:r>
              <a:rPr lang="en-US"/>
              <a:t>to insert</a:t>
            </a:r>
          </a:p>
        </p:txBody>
      </p:sp>
      <p:sp>
        <p:nvSpPr>
          <p:cNvPr id="3" name="Title 2">
            <a:extLst>
              <a:ext uri="{FF2B5EF4-FFF2-40B4-BE49-F238E27FC236}">
                <a16:creationId xmlns:a16="http://schemas.microsoft.com/office/drawing/2014/main" id="{E033AC47-6988-4AF2-AB7A-F400B9B8392F}"/>
              </a:ext>
            </a:extLst>
          </p:cNvPr>
          <p:cNvSpPr>
            <a:spLocks noGrp="1"/>
          </p:cNvSpPr>
          <p:nvPr>
            <p:ph type="title" hasCustomPrompt="1"/>
          </p:nvPr>
        </p:nvSpPr>
        <p:spPr bwMode="ltGray">
          <a:xfrm>
            <a:off x="6522720" y="0"/>
            <a:ext cx="5669280" cy="6858000"/>
          </a:xfrm>
          <a:gradFill flip="none" rotWithShape="1">
            <a:gsLst>
              <a:gs pos="50000">
                <a:srgbClr val="000000">
                  <a:alpha val="70000"/>
                </a:srgbClr>
              </a:gs>
              <a:gs pos="100000">
                <a:srgbClr val="000000">
                  <a:alpha val="0"/>
                </a:srgbClr>
              </a:gs>
            </a:gsLst>
            <a:lin ang="10800000" scaled="1"/>
            <a:tileRect/>
          </a:gradFill>
          <a:ln>
            <a:noFill/>
          </a:ln>
        </p:spPr>
        <p:txBody>
          <a:bodyPr lIns="585216" tIns="585216" rIns="585216" bIns="585216" anchor="ctr">
            <a:noAutofit/>
          </a:bodyPr>
          <a:lstStyle>
            <a:lvl1pPr algn="r">
              <a:defRPr sz="3600" spc="0">
                <a:solidFill>
                  <a:srgbClr val="FFFFFF"/>
                </a:solidFill>
              </a:defRPr>
            </a:lvl1pPr>
          </a:lstStyle>
          <a:p>
            <a:r>
              <a:rPr lang="en-US"/>
              <a:t>Click to edit </a:t>
            </a:r>
            <a:br>
              <a:rPr lang="en-US"/>
            </a:br>
            <a:r>
              <a:rPr lang="en-US"/>
              <a:t>Master title style</a:t>
            </a:r>
          </a:p>
        </p:txBody>
      </p:sp>
      <p:sp>
        <p:nvSpPr>
          <p:cNvPr id="6" name="TextBox 5">
            <a:extLst>
              <a:ext uri="{FF2B5EF4-FFF2-40B4-BE49-F238E27FC236}">
                <a16:creationId xmlns:a16="http://schemas.microsoft.com/office/drawing/2014/main" id="{A629011D-E3B4-416F-9D7F-7A99AE49F65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096866871"/>
      </p:ext>
    </p:extLst>
  </p:cSld>
  <p:clrMapOvr>
    <a:masterClrMapping/>
  </p:clrMapOvr>
  <p:transition>
    <p:fade/>
  </p:transition>
  <p:extLst>
    <p:ext uri="{DCECCB84-F9BA-43D5-87BE-67443E8EF086}">
      <p15:sldGuideLst xmlns:p15="http://schemas.microsoft.com/office/powerpoint/2012/main">
        <p15:guide id="7" pos="4105">
          <p15:clr>
            <a:srgbClr val="5ACBF0"/>
          </p15:clr>
        </p15:guide>
        <p15:guide id="8" orient="horz" pos="2160" userDrawn="1">
          <p15:clr>
            <a:srgbClr val="5ACBF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Top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E01E45-D858-46CB-8C37-2ADA7A8B4F38}"/>
              </a:ext>
            </a:extLst>
          </p:cNvPr>
          <p:cNvSpPr>
            <a:spLocks noGrp="1"/>
          </p:cNvSpPr>
          <p:nvPr>
            <p:ph type="title"/>
          </p:nvPr>
        </p:nvSpPr>
        <p:spPr>
          <a:xfrm>
            <a:off x="588263" y="5157216"/>
            <a:ext cx="11018520" cy="1111822"/>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0" y="0"/>
            <a:ext cx="12192000" cy="4572000"/>
          </a:xfrm>
          <a:blipFill>
            <a:blip r:embed="rId2"/>
            <a:stretch>
              <a:fillRect/>
            </a:stretch>
          </a:blipFill>
        </p:spPr>
        <p:txBody>
          <a:bodyPr vert="horz" wrap="square" lIns="0" tIns="128016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A996C37-D0C9-4349-A860-B639C4EB9D5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390838193"/>
      </p:ext>
    </p:extLst>
  </p:cSld>
  <p:clrMapOvr>
    <a:masterClrMapping/>
  </p:clrMapOvr>
  <p:transition>
    <p:fade/>
  </p:transition>
  <p:extLst>
    <p:ext uri="{DCECCB84-F9BA-43D5-87BE-67443E8EF086}">
      <p15:sldGuideLst xmlns:p15="http://schemas.microsoft.com/office/powerpoint/2012/main">
        <p15:guide id="5" orient="horz" pos="2880">
          <p15:clr>
            <a:srgbClr val="5ACBF0"/>
          </p15:clr>
        </p15:guide>
        <p15:guide id="6" orient="horz" pos="3600" userDrawn="1">
          <p15:clr>
            <a:srgbClr val="5ACBF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585788"/>
            <a:ext cx="11018520" cy="1114996"/>
          </a:xfrm>
        </p:spPr>
        <p:txBody>
          <a:bodyPr anchor="ctr"/>
          <a:lstStyle>
            <a:lvl1pPr algn="ctr">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72513658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Bottom horizontal photo and title lef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5563AC-3A0B-4839-A9DC-F00E8E5411A6}"/>
              </a:ext>
            </a:extLst>
          </p:cNvPr>
          <p:cNvSpPr>
            <a:spLocks noGrp="1"/>
          </p:cNvSpPr>
          <p:nvPr>
            <p:ph type="title"/>
          </p:nvPr>
        </p:nvSpPr>
        <p:spPr>
          <a:xfrm>
            <a:off x="588263" y="866287"/>
            <a:ext cx="11018520" cy="553998"/>
          </a:xfrm>
        </p:spPr>
        <p:txBody>
          <a:bodyPr anchor="ctr"/>
          <a:lstStyle>
            <a:lvl1pPr algn="l">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EB5B31F-7AD9-4BC6-8D61-62AD8011666E}"/>
              </a:ext>
            </a:extLst>
          </p:cNvPr>
          <p:cNvSpPr>
            <a:spLocks noGrp="1"/>
          </p:cNvSpPr>
          <p:nvPr>
            <p:ph type="pic" sz="quarter" idx="11" hasCustomPrompt="1"/>
          </p:nvPr>
        </p:nvSpPr>
        <p:spPr bwMode="ltGray">
          <a:xfrm>
            <a:off x="-2381" y="2286000"/>
            <a:ext cx="12192000" cy="4572000"/>
          </a:xfrm>
          <a:blipFill>
            <a:blip r:embed="rId2"/>
            <a:stretch>
              <a:fillRect/>
            </a:stretch>
          </a:blipFill>
        </p:spPr>
        <p:txBody>
          <a:bodyPr vert="horz" wrap="square" lIns="0" tIns="1371600" rIns="0" bIns="0" rtlCol="0" anchor="t" anchorCtr="0">
            <a:noAutofit/>
          </a:bodyPr>
          <a:lstStyle>
            <a:lvl1pPr marL="0" indent="0" algn="ctr">
              <a:buNone/>
              <a:defRPr lang="en-US" sz="14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5" name="TextBox 4">
            <a:extLst>
              <a:ext uri="{FF2B5EF4-FFF2-40B4-BE49-F238E27FC236}">
                <a16:creationId xmlns:a16="http://schemas.microsoft.com/office/drawing/2014/main" id="{3D6FDE6F-0F4B-446A-A51F-494FB0996655}"/>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20587522"/>
      </p:ext>
    </p:extLst>
  </p:cSld>
  <p:clrMapOvr>
    <a:masterClrMapping/>
  </p:clrMapOvr>
  <p:transition>
    <p:fade/>
  </p:transition>
  <p:extLst>
    <p:ext uri="{DCECCB84-F9BA-43D5-87BE-67443E8EF086}">
      <p15:sldGuideLst xmlns:p15="http://schemas.microsoft.com/office/powerpoint/2012/main">
        <p15:guide id="5" orient="horz" pos="1440">
          <p15:clr>
            <a:srgbClr val="5ACBF0"/>
          </p15:clr>
        </p15:guide>
        <p15:guide id="6" orient="horz" pos="720" userDrawn="1">
          <p15:clr>
            <a:srgbClr val="5ACBF0"/>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wo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27DCA08-1117-4B11-AEFD-AAB2B33543F9}"/>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4199"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5367528" cy="3474720"/>
          </a:xfrm>
          <a:blipFill>
            <a:blip r:embed="rId2"/>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1860" y="5689600"/>
            <a:ext cx="5367528"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39255" y="2025650"/>
            <a:ext cx="5367528" cy="3474720"/>
          </a:xfrm>
          <a:blipFill>
            <a:blip r:embed="rId3"/>
            <a:stretch>
              <a:fillRect/>
            </a:stretch>
          </a:blipFill>
        </p:spPr>
        <p:txBody>
          <a:bodyPr vert="horz" wrap="square" lIns="0" tIns="0" rIns="0" bIns="1005840" rtlCol="0" anchor="ctr" anchorCtr="0">
            <a:noAutofit/>
          </a:bodyPr>
          <a:lstStyle>
            <a:lvl1pPr marL="0" indent="0" algn="ctr">
              <a:buNone/>
              <a:defRPr lang="en-US" sz="1000" b="1" dirty="0">
                <a:solidFill>
                  <a:srgbClr val="000000"/>
                </a:solidFill>
              </a:defRPr>
            </a:lvl1pPr>
          </a:lstStyle>
          <a:p>
            <a:pPr marL="228600" lvl="0" indent="-228600" algn="ctr"/>
            <a:r>
              <a:rPr lang="en-US"/>
              <a:t>Drag &amp; drop your photo here </a:t>
            </a:r>
            <a:br>
              <a:rPr lang="en-US"/>
            </a:br>
            <a:r>
              <a:rPr lang="en-US"/>
              <a:t>or click or tap icon below </a:t>
            </a:r>
            <a:br>
              <a:rPr lang="en-US"/>
            </a:br>
            <a:r>
              <a:rPr lang="en-US"/>
              <a:t>to insert</a:t>
            </a:r>
          </a:p>
        </p:txBody>
      </p:sp>
      <p:sp>
        <p:nvSpPr>
          <p:cNvPr id="10" name="TextBox 9">
            <a:extLst>
              <a:ext uri="{FF2B5EF4-FFF2-40B4-BE49-F238E27FC236}">
                <a16:creationId xmlns:a16="http://schemas.microsoft.com/office/drawing/2014/main" id="{CAF59E09-7602-42B9-AB0C-9D1365A9EBB2}"/>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46059488"/>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3749">
          <p15:clr>
            <a:srgbClr val="5ACBF0"/>
          </p15:clr>
        </p15:guide>
        <p15:guide id="7" pos="3931">
          <p15:clr>
            <a:srgbClr val="5ACBF0"/>
          </p15:clr>
        </p15:guide>
        <p15:guide id="8" orient="horz" pos="3464" userDrawn="1">
          <p15:clr>
            <a:srgbClr val="5ACBF0"/>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hree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F260F77E-464D-46F7-A8F8-6F281DAB0C7A}"/>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3474720" cy="3474720"/>
          </a:xfrm>
          <a:blipFill>
            <a:blip r:embed="rId2"/>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4358640"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4358640" y="2025650"/>
            <a:ext cx="3474720" cy="3474720"/>
          </a:xfrm>
          <a:blipFill>
            <a:blip r:embed="rId3"/>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8134351" y="5689600"/>
            <a:ext cx="3475037" cy="579438"/>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8132063" y="2025650"/>
            <a:ext cx="3474720" cy="3474720"/>
          </a:xfrm>
          <a:blipFill>
            <a:blip r:embed="rId4"/>
            <a:stretch>
              <a:fillRect/>
            </a:stretch>
          </a:blipFill>
        </p:spPr>
        <p:txBody>
          <a:bodyPr lIns="0" tIns="0" rIns="0" bIns="100584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842252135"/>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2557">
          <p15:clr>
            <a:srgbClr val="5ACBF0"/>
          </p15:clr>
        </p15:guide>
        <p15:guide id="7" pos="2744">
          <p15:clr>
            <a:srgbClr val="5ACBF0"/>
          </p15:clr>
        </p15:guide>
        <p15:guide id="8" pos="4936">
          <p15:clr>
            <a:srgbClr val="5ACBF0"/>
          </p15:clr>
        </p15:guide>
        <p15:guide id="9" pos="5123">
          <p15:clr>
            <a:srgbClr val="5ACBF0"/>
          </p15:clr>
        </p15:guide>
        <p15:guide id="10" orient="horz" pos="3465" userDrawn="1">
          <p15:clr>
            <a:srgbClr val="5ACBF0"/>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Four picture conten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7A434B7-D4B9-4D45-A31C-F0CC4D227945}"/>
              </a:ext>
            </a:extLst>
          </p:cNvPr>
          <p:cNvSpPr>
            <a:spLocks noGrp="1"/>
          </p:cNvSpPr>
          <p:nvPr>
            <p:ph type="title"/>
          </p:nvPr>
        </p:nvSpPr>
        <p:spPr>
          <a:xfrm>
            <a:off x="588263" y="457200"/>
            <a:ext cx="11018520" cy="983234"/>
          </a:xfrm>
        </p:spPr>
        <p:txBody>
          <a:bodyPr/>
          <a:lstStyle/>
          <a:p>
            <a:r>
              <a:rPr lang="en-US"/>
              <a:t>Click to edit Master title style</a:t>
            </a:r>
          </a:p>
        </p:txBody>
      </p:sp>
      <p:sp>
        <p:nvSpPr>
          <p:cNvPr id="4" name="Text Placeholder 3">
            <a:extLst>
              <a:ext uri="{FF2B5EF4-FFF2-40B4-BE49-F238E27FC236}">
                <a16:creationId xmlns:a16="http://schemas.microsoft.com/office/drawing/2014/main" id="{AE833B58-0629-4A46-8711-902C16A99314}"/>
              </a:ext>
            </a:extLst>
          </p:cNvPr>
          <p:cNvSpPr>
            <a:spLocks noGrp="1"/>
          </p:cNvSpPr>
          <p:nvPr>
            <p:ph type="body" sz="quarter" idx="16"/>
          </p:nvPr>
        </p:nvSpPr>
        <p:spPr>
          <a:xfrm>
            <a:off x="582613"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1231301F-62BD-4CF6-8990-CDF00AFC8CCF}"/>
              </a:ext>
            </a:extLst>
          </p:cNvPr>
          <p:cNvSpPr>
            <a:spLocks noGrp="1"/>
          </p:cNvSpPr>
          <p:nvPr>
            <p:ph type="pic" sz="quarter" idx="13" hasCustomPrompt="1"/>
          </p:nvPr>
        </p:nvSpPr>
        <p:spPr bwMode="ltGray">
          <a:xfrm>
            <a:off x="582612" y="2025650"/>
            <a:ext cx="2532888" cy="2532888"/>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2" name="Text Placeholder 3">
            <a:extLst>
              <a:ext uri="{FF2B5EF4-FFF2-40B4-BE49-F238E27FC236}">
                <a16:creationId xmlns:a16="http://schemas.microsoft.com/office/drawing/2014/main" id="{7E8A9C08-F392-459F-B90B-EDBF4A830C55}"/>
              </a:ext>
            </a:extLst>
          </p:cNvPr>
          <p:cNvSpPr>
            <a:spLocks noGrp="1"/>
          </p:cNvSpPr>
          <p:nvPr>
            <p:ph type="body" sz="quarter" idx="17"/>
          </p:nvPr>
        </p:nvSpPr>
        <p:spPr>
          <a:xfrm>
            <a:off x="3413908"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0" name="Picture Placeholder" descr="This photo is a 'placeholder' only. Drag or drop your photo here, or click and tap the center to insert a photo.">
            <a:extLst>
              <a:ext uri="{FF2B5EF4-FFF2-40B4-BE49-F238E27FC236}">
                <a16:creationId xmlns:a16="http://schemas.microsoft.com/office/drawing/2014/main" id="{7E401A97-B3D4-43E4-9B09-8AD4B6B26068}"/>
              </a:ext>
            </a:extLst>
          </p:cNvPr>
          <p:cNvSpPr>
            <a:spLocks noGrp="1"/>
          </p:cNvSpPr>
          <p:nvPr>
            <p:ph type="pic" sz="quarter" idx="14" hasCustomPrompt="1"/>
          </p:nvPr>
        </p:nvSpPr>
        <p:spPr bwMode="ltGray">
          <a:xfrm>
            <a:off x="3413908" y="2025650"/>
            <a:ext cx="2532888" cy="2532888"/>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p:nvPr>
        </p:nvSpPr>
        <p:spPr>
          <a:xfrm>
            <a:off x="6245204"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7223C820-5673-4288-A9D6-185A95066B1E}"/>
              </a:ext>
            </a:extLst>
          </p:cNvPr>
          <p:cNvSpPr>
            <a:spLocks noGrp="1"/>
          </p:cNvSpPr>
          <p:nvPr>
            <p:ph type="pic" sz="quarter" idx="15" hasCustomPrompt="1"/>
          </p:nvPr>
        </p:nvSpPr>
        <p:spPr bwMode="ltGray">
          <a:xfrm>
            <a:off x="6245204" y="2025650"/>
            <a:ext cx="2532888" cy="2532888"/>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5" name="Text Placeholder 3">
            <a:extLst>
              <a:ext uri="{FF2B5EF4-FFF2-40B4-BE49-F238E27FC236}">
                <a16:creationId xmlns:a16="http://schemas.microsoft.com/office/drawing/2014/main" id="{38E883C1-8203-4549-AF30-B96AEC45AC68}"/>
              </a:ext>
            </a:extLst>
          </p:cNvPr>
          <p:cNvSpPr>
            <a:spLocks noGrp="1"/>
          </p:cNvSpPr>
          <p:nvPr>
            <p:ph type="body" sz="quarter" idx="20"/>
          </p:nvPr>
        </p:nvSpPr>
        <p:spPr>
          <a:xfrm>
            <a:off x="9076500" y="4753938"/>
            <a:ext cx="2532888" cy="1515100"/>
          </a:xfrm>
        </p:spPr>
        <p:txBody>
          <a:bodyPr/>
          <a:lstStyle>
            <a:lvl1pPr marL="0" indent="0" algn="l">
              <a:spcBef>
                <a:spcPts val="0"/>
              </a:spcBef>
              <a:buNone/>
              <a:defRPr sz="1800">
                <a:latin typeface="+mj-lt"/>
              </a:defRPr>
            </a:lvl1pPr>
          </a:lstStyle>
          <a:p>
            <a:pPr lvl="0"/>
            <a:r>
              <a:rPr lang="en-US"/>
              <a:t>Click to edit Master text styles</a:t>
            </a:r>
          </a:p>
        </p:txBody>
      </p:sp>
      <p:sp>
        <p:nvSpPr>
          <p:cNvPr id="14" name="Picture Placeholder" descr="This photo is a 'placeholder' only. Drag or drop your photo here, or click and tap the center to insert a photo.">
            <a:extLst>
              <a:ext uri="{FF2B5EF4-FFF2-40B4-BE49-F238E27FC236}">
                <a16:creationId xmlns:a16="http://schemas.microsoft.com/office/drawing/2014/main" id="{BBD58C33-921C-42F1-9803-1C798DB548C2}"/>
              </a:ext>
            </a:extLst>
          </p:cNvPr>
          <p:cNvSpPr>
            <a:spLocks noGrp="1"/>
          </p:cNvSpPr>
          <p:nvPr>
            <p:ph type="pic" sz="quarter" idx="19" hasCustomPrompt="1"/>
          </p:nvPr>
        </p:nvSpPr>
        <p:spPr bwMode="ltGray">
          <a:xfrm>
            <a:off x="9073895" y="2025650"/>
            <a:ext cx="2532888" cy="2532888"/>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16" name="TextBox 15">
            <a:extLst>
              <a:ext uri="{FF2B5EF4-FFF2-40B4-BE49-F238E27FC236}">
                <a16:creationId xmlns:a16="http://schemas.microsoft.com/office/drawing/2014/main" id="{5CF56B00-AAD4-4F4F-8228-B6CF8367DE0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474357050"/>
      </p:ext>
    </p:extLst>
  </p:cSld>
  <p:clrMapOvr>
    <a:masterClrMapping/>
  </p:clrMapOvr>
  <p:transition>
    <p:fade/>
  </p:transition>
  <p:extLst>
    <p:ext uri="{DCECCB84-F9BA-43D5-87BE-67443E8EF086}">
      <p15:sldGuideLst xmlns:p15="http://schemas.microsoft.com/office/powerpoint/2012/main">
        <p15:guide id="3" orient="horz" pos="2993">
          <p15:clr>
            <a:srgbClr val="5ACBF0"/>
          </p15:clr>
        </p15:guide>
        <p15:guide id="4" orient="horz" pos="1276">
          <p15:clr>
            <a:srgbClr val="5ACBF0"/>
          </p15:clr>
        </p15:guide>
        <p15:guide id="5" orient="horz" pos="288">
          <p15:clr>
            <a:srgbClr val="5ACBF0"/>
          </p15:clr>
        </p15:guide>
        <p15:guide id="6" pos="1963">
          <p15:clr>
            <a:srgbClr val="5ACBF0"/>
          </p15:clr>
        </p15:guide>
        <p15:guide id="7" pos="2150">
          <p15:clr>
            <a:srgbClr val="5ACBF0"/>
          </p15:clr>
        </p15:guide>
        <p15:guide id="8" pos="3746">
          <p15:clr>
            <a:srgbClr val="5ACBF0"/>
          </p15:clr>
        </p15:guide>
        <p15:guide id="9" pos="3934">
          <p15:clr>
            <a:srgbClr val="5ACBF0"/>
          </p15:clr>
        </p15:guide>
        <p15:guide id="10" pos="5530">
          <p15:clr>
            <a:srgbClr val="5ACBF0"/>
          </p15:clr>
        </p15:guide>
        <p15:guide id="11" pos="5716">
          <p15:clr>
            <a:srgbClr val="5ACBF0"/>
          </p15:clr>
        </p15:guide>
        <p15:guide id="12" orient="horz" pos="2870" userDrawn="1">
          <p15:clr>
            <a:srgbClr val="5ACBF0"/>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wo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5334000"/>
            <a:ext cx="4892040" cy="9350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6062472" cy="2807208"/>
          </a:xfrm>
          <a:blipFill>
            <a:blip r:embed="rId2"/>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6714744" y="5334000"/>
            <a:ext cx="4892040" cy="938212"/>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6129528" y="2286000"/>
            <a:ext cx="6062472" cy="2807208"/>
          </a:xfrm>
          <a:blipFill>
            <a:blip r:embed="rId3"/>
            <a:stretch>
              <a:fillRect/>
            </a:stretch>
          </a:blipFill>
        </p:spPr>
        <p:txBody>
          <a:bodyPr lIns="0" tIns="0" rIns="0" bIns="731520" anchor="ctr" anchorCtr="0">
            <a:noAutofit/>
          </a:bodyPr>
          <a:lstStyle>
            <a:lvl1pPr marL="0" indent="0" algn="ctr">
              <a:lnSpc>
                <a:spcPct val="100000"/>
              </a:lnSpc>
              <a:buNone/>
              <a:defRPr sz="8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8CE10F07-B8D9-4B69-A567-8BEDE6973D96}"/>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624772569"/>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4" orient="horz" pos="3209" userDrawn="1">
          <p15:clr>
            <a:srgbClr val="5ACBF0"/>
          </p15:clr>
        </p15:guide>
        <p15:guide id="5" pos="3826">
          <p15:clr>
            <a:srgbClr val="5ACBF0"/>
          </p15:clr>
        </p15:guide>
        <p15:guide id="6" pos="3859">
          <p15:clr>
            <a:srgbClr val="5ACBF0"/>
          </p15:clr>
        </p15:guide>
        <p15:guide id="11" pos="1910">
          <p15:clr>
            <a:srgbClr val="5ACBF0"/>
          </p15:clr>
        </p15:guide>
        <p15:guide id="12" pos="5770">
          <p15:clr>
            <a:srgbClr val="5ACBF0"/>
          </p15:clr>
        </p15:guide>
        <p15:guide id="13" orient="horz" pos="3360">
          <p15:clr>
            <a:srgbClr val="5ACBF0"/>
          </p15:clr>
        </p15:guide>
        <p15:guide id="14" orient="horz" userDrawn="1">
          <p15:clr>
            <a:srgbClr val="5ACBF0"/>
          </p15:clr>
        </p15:guide>
        <p15:guide id="15" pos="3451" userDrawn="1">
          <p15:clr>
            <a:srgbClr val="5ACBF0"/>
          </p15:clr>
        </p15:guide>
        <p15:guide id="16" pos="4229" userDrawn="1">
          <p15:clr>
            <a:srgbClr val="5ACBF0"/>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hre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7"/>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285292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4023360"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4669536" y="4799409"/>
            <a:ext cx="285292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4084320" y="2286000"/>
            <a:ext cx="4023360"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8753856" y="4799410"/>
            <a:ext cx="285292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8168640" y="2286000"/>
            <a:ext cx="4023360"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42B999C7-F5A8-46A6-92C5-AA3BE4E2693D}"/>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982817732"/>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2534">
          <p15:clr>
            <a:srgbClr val="5ACBF0"/>
          </p15:clr>
        </p15:guide>
        <p15:guide id="6" pos="2573">
          <p15:clr>
            <a:srgbClr val="5ACBF0"/>
          </p15:clr>
        </p15:guide>
        <p15:guide id="8" pos="5109">
          <p15:clr>
            <a:srgbClr val="5ACBF0"/>
          </p15:clr>
        </p15:guide>
        <p15:guide id="9" pos="5145">
          <p15:clr>
            <a:srgbClr val="5ACBF0"/>
          </p15:clr>
        </p15:guide>
        <p15:guide id="11" pos="1266">
          <p15:clr>
            <a:srgbClr val="5ACBF0"/>
          </p15:clr>
        </p15:guide>
        <p15:guide id="12" pos="3840">
          <p15:clr>
            <a:srgbClr val="5ACBF0"/>
          </p15:clr>
        </p15:guide>
        <p15:guide id="13" pos="6414">
          <p15:clr>
            <a:srgbClr val="5ACBF0"/>
          </p15:clr>
        </p15:guide>
        <p15:guide id="14" orient="horz" pos="1074" userDrawn="1">
          <p15:clr>
            <a:srgbClr val="5ACBF0"/>
          </p15:clr>
        </p15:guide>
        <p15:guide id="15" pos="2168" userDrawn="1">
          <p15:clr>
            <a:srgbClr val="5ACBF0"/>
          </p15:clr>
        </p15:guide>
        <p15:guide id="16" pos="2944" userDrawn="1">
          <p15:clr>
            <a:srgbClr val="5ACBF0"/>
          </p15:clr>
        </p15:guide>
        <p15:guide id="17" pos="4738" userDrawn="1">
          <p15:clr>
            <a:srgbClr val="5ACBF0"/>
          </p15:clr>
        </p15:guide>
        <p15:guide id="18" pos="5514" userDrawn="1">
          <p15:clr>
            <a:srgbClr val="5ACBF0"/>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Four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585216" y="4800600"/>
            <a:ext cx="1828800"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999232"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3649472" y="4799409"/>
            <a:ext cx="1828800"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3064256" y="2286000"/>
            <a:ext cx="2999232"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6713728" y="4799410"/>
            <a:ext cx="1828800"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6128512" y="2286000"/>
            <a:ext cx="2999232"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9777984" y="4799409"/>
            <a:ext cx="1828800"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9192768" y="2286000"/>
            <a:ext cx="2999232"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45299928"/>
      </p:ext>
    </p:extLst>
  </p:cSld>
  <p:clrMapOvr>
    <a:masterClrMapping/>
  </p:clrMapOvr>
  <p:transition>
    <p:fade/>
  </p:transition>
  <p:extLst>
    <p:ext uri="{DCECCB84-F9BA-43D5-87BE-67443E8EF086}">
      <p15:sldGuideLst xmlns:p15="http://schemas.microsoft.com/office/powerpoint/2012/main">
        <p15:guide id="1" orient="horz" pos="720" userDrawn="1">
          <p15:clr>
            <a:srgbClr val="5ACBF0"/>
          </p15:clr>
        </p15:guide>
        <p15:guide id="2" orient="horz" pos="1440">
          <p15:clr>
            <a:srgbClr val="5ACBF0"/>
          </p15:clr>
        </p15:guide>
        <p15:guide id="3" orient="horz" pos="2880">
          <p15:clr>
            <a:srgbClr val="5ACBF0"/>
          </p15:clr>
        </p15:guide>
        <p15:guide id="4" orient="horz" pos="3024">
          <p15:clr>
            <a:srgbClr val="5ACBF0"/>
          </p15:clr>
        </p15:guide>
        <p15:guide id="5" pos="1890">
          <p15:clr>
            <a:srgbClr val="5ACBF0"/>
          </p15:clr>
        </p15:guide>
        <p15:guide id="6" pos="1930">
          <p15:clr>
            <a:srgbClr val="5ACBF0"/>
          </p15:clr>
        </p15:guide>
        <p15:guide id="7" pos="5749">
          <p15:clr>
            <a:srgbClr val="5ACBF0"/>
          </p15:clr>
        </p15:guide>
        <p15:guide id="8" pos="3820">
          <p15:clr>
            <a:srgbClr val="5ACBF0"/>
          </p15:clr>
        </p15:guide>
        <p15:guide id="9" pos="3860">
          <p15:clr>
            <a:srgbClr val="5ACBF0"/>
          </p15:clr>
        </p15:guide>
        <p15:guide id="10" pos="5789">
          <p15:clr>
            <a:srgbClr val="5ACBF0"/>
          </p15:clr>
        </p15:guide>
        <p15:guide id="11" pos="944">
          <p15:clr>
            <a:srgbClr val="5ACBF0"/>
          </p15:clr>
        </p15:guide>
        <p15:guide id="12" pos="2876">
          <p15:clr>
            <a:srgbClr val="5ACBF0"/>
          </p15:clr>
        </p15:guide>
        <p15:guide id="13" pos="4807">
          <p15:clr>
            <a:srgbClr val="5ACBF0"/>
          </p15:clr>
        </p15:guide>
        <p15:guide id="14" pos="6736">
          <p15:clr>
            <a:srgbClr val="5ACBF0"/>
          </p15:clr>
        </p15:guide>
        <p15:guide id="15" orient="horz" userDrawn="1">
          <p15:clr>
            <a:srgbClr val="5ACBF0"/>
          </p15:clr>
        </p15:guide>
        <p15:guide id="16" pos="1524" userDrawn="1">
          <p15:clr>
            <a:srgbClr val="5ACBF0"/>
          </p15:clr>
        </p15:guide>
        <p15:guide id="17" pos="2298" userDrawn="1">
          <p15:clr>
            <a:srgbClr val="5ACBF0"/>
          </p15:clr>
        </p15:guide>
        <p15:guide id="18" pos="3450" userDrawn="1">
          <p15:clr>
            <a:srgbClr val="5ACBF0"/>
          </p15:clr>
        </p15:guide>
        <p15:guide id="19" pos="4230" userDrawn="1">
          <p15:clr>
            <a:srgbClr val="5ACBF0"/>
          </p15:clr>
        </p15:guide>
        <p15:guide id="20" pos="5380" userDrawn="1">
          <p15:clr>
            <a:srgbClr val="5ACBF0"/>
          </p15:clr>
        </p15:guide>
        <p15:guide id="21" pos="6156" userDrawn="1">
          <p15:clr>
            <a:srgbClr val="5ACBF0"/>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Five filmstrip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C46CB2-4FDC-43D5-B122-6F27B3C827ED}"/>
              </a:ext>
            </a:extLst>
          </p:cNvPr>
          <p:cNvSpPr>
            <a:spLocks noGrp="1"/>
          </p:cNvSpPr>
          <p:nvPr>
            <p:ph type="title"/>
          </p:nvPr>
        </p:nvSpPr>
        <p:spPr>
          <a:xfrm>
            <a:off x="588263" y="585788"/>
            <a:ext cx="11018520" cy="1115568"/>
          </a:xfrm>
        </p:spPr>
        <p:txBody>
          <a:bodyPr anchor="ctr"/>
          <a:lstStyle>
            <a:lvl1pPr algn="ctr">
              <a:defRPr/>
            </a:lvl1pPr>
          </a:lstStyle>
          <a:p>
            <a:r>
              <a:rPr lang="en-US"/>
              <a:t>Click to edit Master title style</a:t>
            </a:r>
          </a:p>
        </p:txBody>
      </p:sp>
      <p:sp>
        <p:nvSpPr>
          <p:cNvPr id="12" name="Text Placeholder 3">
            <a:extLst>
              <a:ext uri="{FF2B5EF4-FFF2-40B4-BE49-F238E27FC236}">
                <a16:creationId xmlns:a16="http://schemas.microsoft.com/office/drawing/2014/main" id="{9244E618-D996-41A6-8C9D-0C3519EA7A6F}"/>
              </a:ext>
            </a:extLst>
          </p:cNvPr>
          <p:cNvSpPr>
            <a:spLocks noGrp="1"/>
          </p:cNvSpPr>
          <p:nvPr>
            <p:ph type="body" sz="quarter" idx="16"/>
          </p:nvPr>
        </p:nvSpPr>
        <p:spPr>
          <a:xfrm>
            <a:off x="292608" y="4800600"/>
            <a:ext cx="1801368" cy="1468437"/>
          </a:xfrm>
        </p:spPr>
        <p:txBody>
          <a:bodyPr/>
          <a:lstStyle>
            <a:lvl1pPr marL="0" indent="0" algn="ctr">
              <a:spcBef>
                <a:spcPts val="0"/>
              </a:spcBef>
              <a:buNone/>
              <a:defRPr sz="1800">
                <a:latin typeface="+mj-lt"/>
              </a:defRPr>
            </a:lvl1pPr>
          </a:lstStyle>
          <a:p>
            <a:pPr lvl="0"/>
            <a:r>
              <a:rPr lang="en-US"/>
              <a:t>Click to edit Master text styles</a:t>
            </a:r>
          </a:p>
        </p:txBody>
      </p:sp>
      <p:sp>
        <p:nvSpPr>
          <p:cNvPr id="13" name="Picture Placeholder" descr="This photo is a 'placeholder' only. Drag or drop your photo here, or click and tap the center to insert a photo.">
            <a:extLst>
              <a:ext uri="{FF2B5EF4-FFF2-40B4-BE49-F238E27FC236}">
                <a16:creationId xmlns:a16="http://schemas.microsoft.com/office/drawing/2014/main" id="{8B32544F-F93C-4713-86AD-641424F4A7B9}"/>
              </a:ext>
            </a:extLst>
          </p:cNvPr>
          <p:cNvSpPr>
            <a:spLocks noGrp="1"/>
          </p:cNvSpPr>
          <p:nvPr>
            <p:ph type="pic" sz="quarter" idx="13" hasCustomPrompt="1"/>
          </p:nvPr>
        </p:nvSpPr>
        <p:spPr bwMode="ltGray">
          <a:xfrm>
            <a:off x="0" y="2286000"/>
            <a:ext cx="2386584" cy="2286000"/>
          </a:xfrm>
          <a:blipFill>
            <a:blip r:embed="rId2"/>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4" name="Text Placeholder 3">
            <a:extLst>
              <a:ext uri="{FF2B5EF4-FFF2-40B4-BE49-F238E27FC236}">
                <a16:creationId xmlns:a16="http://schemas.microsoft.com/office/drawing/2014/main" id="{9E4C32BD-CEF7-42AC-94D8-052EF30E2361}"/>
              </a:ext>
            </a:extLst>
          </p:cNvPr>
          <p:cNvSpPr>
            <a:spLocks noGrp="1"/>
          </p:cNvSpPr>
          <p:nvPr>
            <p:ph type="body" sz="quarter" idx="17"/>
          </p:nvPr>
        </p:nvSpPr>
        <p:spPr>
          <a:xfrm>
            <a:off x="2743962" y="4799409"/>
            <a:ext cx="1801368" cy="1472803"/>
          </a:xfrm>
        </p:spPr>
        <p:txBody>
          <a:bodyPr/>
          <a:lstStyle>
            <a:lvl1pPr marL="0" indent="0" algn="ctr">
              <a:spcBef>
                <a:spcPts val="0"/>
              </a:spcBef>
              <a:buNone/>
              <a:defRPr sz="1800">
                <a:latin typeface="+mj-lt"/>
              </a:defRPr>
            </a:lvl1pPr>
          </a:lstStyle>
          <a:p>
            <a:pPr lvl="0"/>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E25EC377-3BC6-40D8-AECB-4FEB302014CD}"/>
              </a:ext>
            </a:extLst>
          </p:cNvPr>
          <p:cNvSpPr>
            <a:spLocks noGrp="1"/>
          </p:cNvSpPr>
          <p:nvPr>
            <p:ph type="pic" sz="quarter" idx="14" hasCustomPrompt="1"/>
          </p:nvPr>
        </p:nvSpPr>
        <p:spPr bwMode="ltGray">
          <a:xfrm>
            <a:off x="2451354" y="2286000"/>
            <a:ext cx="2386584" cy="2286000"/>
          </a:xfrm>
          <a:blipFill>
            <a:blip r:embed="rId3"/>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6" name="Text Placeholder 3">
            <a:extLst>
              <a:ext uri="{FF2B5EF4-FFF2-40B4-BE49-F238E27FC236}">
                <a16:creationId xmlns:a16="http://schemas.microsoft.com/office/drawing/2014/main" id="{D682B8EC-8F33-4730-BBE6-E8B7234C9C62}"/>
              </a:ext>
            </a:extLst>
          </p:cNvPr>
          <p:cNvSpPr>
            <a:spLocks noGrp="1"/>
          </p:cNvSpPr>
          <p:nvPr>
            <p:ph type="body" sz="quarter" idx="18"/>
          </p:nvPr>
        </p:nvSpPr>
        <p:spPr>
          <a:xfrm>
            <a:off x="5195316" y="4799410"/>
            <a:ext cx="1801368" cy="146962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DB5F15A-5980-40FF-9D54-3FDE41D604AE}"/>
              </a:ext>
            </a:extLst>
          </p:cNvPr>
          <p:cNvSpPr>
            <a:spLocks noGrp="1"/>
          </p:cNvSpPr>
          <p:nvPr>
            <p:ph type="pic" sz="quarter" idx="15" hasCustomPrompt="1"/>
          </p:nvPr>
        </p:nvSpPr>
        <p:spPr bwMode="ltGray">
          <a:xfrm>
            <a:off x="4902708" y="2286000"/>
            <a:ext cx="2386584" cy="2286000"/>
          </a:xfrm>
          <a:blipFill>
            <a:blip r:embed="rId4"/>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here </a:t>
            </a:r>
            <a:br>
              <a:rPr lang="en-US"/>
            </a:br>
            <a:r>
              <a:rPr lang="en-US"/>
              <a:t>or click or tap icon below </a:t>
            </a:r>
            <a:br>
              <a:rPr lang="en-US"/>
            </a:br>
            <a:r>
              <a:rPr lang="en-US"/>
              <a:t>to insert</a:t>
            </a:r>
          </a:p>
        </p:txBody>
      </p:sp>
      <p:sp>
        <p:nvSpPr>
          <p:cNvPr id="18" name="Text Placeholder 3">
            <a:extLst>
              <a:ext uri="{FF2B5EF4-FFF2-40B4-BE49-F238E27FC236}">
                <a16:creationId xmlns:a16="http://schemas.microsoft.com/office/drawing/2014/main" id="{83564109-638C-44E2-AE84-46B44C29FD6C}"/>
              </a:ext>
            </a:extLst>
          </p:cNvPr>
          <p:cNvSpPr>
            <a:spLocks noGrp="1"/>
          </p:cNvSpPr>
          <p:nvPr>
            <p:ph type="body" sz="quarter" idx="20"/>
          </p:nvPr>
        </p:nvSpPr>
        <p:spPr>
          <a:xfrm>
            <a:off x="7646670"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713AAE36-2045-4D14-87DC-59D4EFCC1500}"/>
              </a:ext>
            </a:extLst>
          </p:cNvPr>
          <p:cNvSpPr>
            <a:spLocks noGrp="1"/>
          </p:cNvSpPr>
          <p:nvPr>
            <p:ph type="pic" sz="quarter" idx="19" hasCustomPrompt="1"/>
          </p:nvPr>
        </p:nvSpPr>
        <p:spPr bwMode="ltGray">
          <a:xfrm>
            <a:off x="7354062" y="2286000"/>
            <a:ext cx="2386584" cy="2286000"/>
          </a:xfrm>
          <a:blipFill>
            <a:blip r:embed="rId5"/>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21" name="Text Placeholder 3">
            <a:extLst>
              <a:ext uri="{FF2B5EF4-FFF2-40B4-BE49-F238E27FC236}">
                <a16:creationId xmlns:a16="http://schemas.microsoft.com/office/drawing/2014/main" id="{5B1B6F72-F14C-40F1-8B29-8620AA34DC63}"/>
              </a:ext>
            </a:extLst>
          </p:cNvPr>
          <p:cNvSpPr>
            <a:spLocks noGrp="1"/>
          </p:cNvSpPr>
          <p:nvPr>
            <p:ph type="body" sz="quarter" idx="22"/>
          </p:nvPr>
        </p:nvSpPr>
        <p:spPr>
          <a:xfrm>
            <a:off x="10098024" y="4799409"/>
            <a:ext cx="1801368" cy="1469629"/>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Picture Placeholder" descr="This photo is a 'placeholder' only. Drag or drop your photo here, or click and tap the center to insert a photo.">
            <a:extLst>
              <a:ext uri="{FF2B5EF4-FFF2-40B4-BE49-F238E27FC236}">
                <a16:creationId xmlns:a16="http://schemas.microsoft.com/office/drawing/2014/main" id="{2AD682C7-20D7-4ED0-99A7-C8530DAC8612}"/>
              </a:ext>
            </a:extLst>
          </p:cNvPr>
          <p:cNvSpPr>
            <a:spLocks noGrp="1"/>
          </p:cNvSpPr>
          <p:nvPr>
            <p:ph type="pic" sz="quarter" idx="21" hasCustomPrompt="1"/>
          </p:nvPr>
        </p:nvSpPr>
        <p:spPr bwMode="ltGray">
          <a:xfrm>
            <a:off x="9805416" y="2286000"/>
            <a:ext cx="2386584" cy="2286000"/>
          </a:xfrm>
          <a:blipFill>
            <a:blip r:embed="rId6"/>
            <a:stretch>
              <a:fillRect/>
            </a:stretch>
          </a:blipFill>
        </p:spPr>
        <p:txBody>
          <a:bodyPr lIns="0" tIns="0" rIns="0" bIns="73152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Dag &amp; drop your photo here </a:t>
            </a:r>
            <a:br>
              <a:rPr lang="en-US"/>
            </a:br>
            <a:r>
              <a:rPr lang="en-US"/>
              <a:t>or click or tap icon below </a:t>
            </a:r>
            <a:br>
              <a:rPr lang="en-US"/>
            </a:br>
            <a:r>
              <a:rPr lang="en-US"/>
              <a:t>to insert</a:t>
            </a:r>
          </a:p>
        </p:txBody>
      </p:sp>
      <p:sp>
        <p:nvSpPr>
          <p:cNvPr id="3" name="TextBox 2">
            <a:extLst>
              <a:ext uri="{FF2B5EF4-FFF2-40B4-BE49-F238E27FC236}">
                <a16:creationId xmlns:a16="http://schemas.microsoft.com/office/drawing/2014/main" id="{B2FE569B-F817-467C-8BAC-558CE9824DBA}"/>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05903995"/>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1440">
          <p15:clr>
            <a:srgbClr val="5ACBF0"/>
          </p15:clr>
        </p15:guide>
        <p15:guide id="3" orient="horz" pos="2880">
          <p15:clr>
            <a:srgbClr val="5ACBF0"/>
          </p15:clr>
        </p15:guide>
        <p15:guide id="4" orient="horz" pos="3024">
          <p15:clr>
            <a:srgbClr val="5ACBF0"/>
          </p15:clr>
        </p15:guide>
        <p15:guide id="8" pos="4631">
          <p15:clr>
            <a:srgbClr val="5ACBF0"/>
          </p15:clr>
        </p15:guide>
        <p15:guide id="9" pos="4593">
          <p15:clr>
            <a:srgbClr val="5ACBF0"/>
          </p15:clr>
        </p15:guide>
        <p15:guide id="10" pos="6134">
          <p15:clr>
            <a:srgbClr val="5ACBF0"/>
          </p15:clr>
        </p15:guide>
        <p15:guide id="11" pos="1323">
          <p15:clr>
            <a:srgbClr val="5ACBF0"/>
          </p15:clr>
        </p15:guide>
        <p15:guide id="12" pos="2865">
          <p15:clr>
            <a:srgbClr val="5ACBF0"/>
          </p15:clr>
        </p15:guide>
        <p15:guide id="13" pos="4815">
          <p15:clr>
            <a:srgbClr val="5ACBF0"/>
          </p15:clr>
        </p15:guide>
        <p15:guide id="14" pos="6361">
          <p15:clr>
            <a:srgbClr val="5ACBF0"/>
          </p15:clr>
        </p15:guide>
        <p15:guide id="15" orient="horz">
          <p15:clr>
            <a:srgbClr val="5ACBF0"/>
          </p15:clr>
        </p15:guide>
        <p15:guide id="16" pos="1727">
          <p15:clr>
            <a:srgbClr val="5ACBF0"/>
          </p15:clr>
        </p15:guide>
        <p15:guide id="17" pos="2294">
          <p15:clr>
            <a:srgbClr val="5ACBF0"/>
          </p15:clr>
        </p15:guide>
        <p15:guide id="18" pos="3273">
          <p15:clr>
            <a:srgbClr val="5ACBF0"/>
          </p15:clr>
        </p15:guide>
        <p15:guide id="19" pos="4411">
          <p15:clr>
            <a:srgbClr val="5ACBF0"/>
          </p15:clr>
        </p15:guide>
        <p15:guide id="21" pos="6179">
          <p15:clr>
            <a:srgbClr val="5ACBF0"/>
          </p15:clr>
        </p15:guide>
        <p15:guide id="22" pos="1501">
          <p15:clr>
            <a:srgbClr val="5ACBF0"/>
          </p15:clr>
        </p15:guide>
        <p15:guide id="23" pos="1543">
          <p15:clr>
            <a:srgbClr val="5ACBF0"/>
          </p15:clr>
        </p15:guide>
        <p15:guide id="24" pos="3049">
          <p15:clr>
            <a:srgbClr val="5ACBF0"/>
          </p15:clr>
        </p15:guide>
        <p15:guide id="25" pos="3088">
          <p15:clr>
            <a:srgbClr val="5ACBF0"/>
          </p15:clr>
        </p15:guide>
        <p15:guide id="26" pos="5954">
          <p15:clr>
            <a:srgbClr val="5ACBF0"/>
          </p15:clr>
        </p15:guide>
        <p15:guide id="27" pos="3840">
          <p15:clr>
            <a:srgbClr val="5ACBF0"/>
          </p15:clr>
        </p15:guide>
        <p15:guide id="28" pos="5386">
          <p15:clr>
            <a:srgbClr val="5ACBF0"/>
          </p15:clr>
        </p15:guide>
        <p15:guide id="29" pos="753">
          <p15:clr>
            <a:srgbClr val="5ACBF0"/>
          </p15:clr>
        </p15:guide>
        <p15:guide id="30" pos="6927">
          <p15:clr>
            <a:srgbClr val="5ACBF0"/>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Thre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8962"/>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2037906"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2037906"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4939284"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4939284"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7840663"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7840663"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20" name="TextBox 19">
            <a:extLst>
              <a:ext uri="{FF2B5EF4-FFF2-40B4-BE49-F238E27FC236}">
                <a16:creationId xmlns:a16="http://schemas.microsoft.com/office/drawing/2014/main" id="{0D6AFB7A-35B4-4881-AB50-D112482166B1}"/>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561602646"/>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3840">
          <p15:clr>
            <a:srgbClr val="5ACBF0"/>
          </p15:clr>
        </p15:guide>
        <p15:guide id="4" pos="1283">
          <p15:clr>
            <a:srgbClr val="5ACBF0"/>
          </p15:clr>
        </p15:guide>
        <p15:guide id="5" pos="5666">
          <p15:clr>
            <a:srgbClr val="5ACBF0"/>
          </p15:clr>
        </p15:guide>
        <p15:guide id="6" pos="2741">
          <p15:clr>
            <a:srgbClr val="5ACBF0"/>
          </p15:clr>
        </p15:guide>
        <p15:guide id="7" pos="2012">
          <p15:clr>
            <a:srgbClr val="5ACBF0"/>
          </p15:clr>
        </p15:guide>
        <p15:guide id="8" pos="3109">
          <p15:clr>
            <a:srgbClr val="5ACBF0"/>
          </p15:clr>
        </p15:guide>
        <p15:guide id="9" pos="4570">
          <p15:clr>
            <a:srgbClr val="5ACBF0"/>
          </p15:clr>
        </p15:guide>
        <p15:guide id="11" pos="6397">
          <p15:clr>
            <a:srgbClr val="5ACBF0"/>
          </p15:clr>
        </p15:guide>
        <p15:guide id="12" orient="horz" pos="1440">
          <p15:clr>
            <a:srgbClr val="5ACBF0"/>
          </p15:clr>
        </p15:guide>
        <p15:guide id="13" pos="4938">
          <p15:clr>
            <a:srgbClr val="5ACBF0"/>
          </p15:clr>
        </p15:guide>
        <p15:guide id="14" orient="horz" pos="2894" userDrawn="1">
          <p15:clr>
            <a:srgbClr val="5ACBF0"/>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Four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2313432" cy="2313432"/>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3487250" y="2286000"/>
            <a:ext cx="2313432" cy="2313432"/>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348725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6390300" y="2286000"/>
            <a:ext cx="2313432" cy="2313432"/>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6390300"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9293351" y="2286000"/>
            <a:ext cx="2313432" cy="2313432"/>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6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9293351" y="4800600"/>
            <a:ext cx="2313432" cy="146843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667531690"/>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3024">
          <p15:clr>
            <a:srgbClr val="5ACBF0"/>
          </p15:clr>
        </p15:guide>
        <p15:guide id="3" pos="4025">
          <p15:clr>
            <a:srgbClr val="5ACBF0"/>
          </p15:clr>
        </p15:guide>
        <p15:guide id="5" pos="5854">
          <p15:clr>
            <a:srgbClr val="5ACBF0"/>
          </p15:clr>
        </p15:guide>
        <p15:guide id="7" pos="3654">
          <p15:clr>
            <a:srgbClr val="5ACBF0"/>
          </p15:clr>
        </p15:guide>
        <p15:guide id="8" pos="2195">
          <p15:clr>
            <a:srgbClr val="5ACBF0"/>
          </p15:clr>
        </p15:guide>
        <p15:guide id="10" pos="2926">
          <p15:clr>
            <a:srgbClr val="5ACBF0"/>
          </p15:clr>
        </p15:guide>
        <p15:guide id="11" pos="4756">
          <p15:clr>
            <a:srgbClr val="5ACBF0"/>
          </p15:clr>
        </p15:guide>
        <p15:guide id="12" pos="6581">
          <p15:clr>
            <a:srgbClr val="5ACBF0"/>
          </p15:clr>
        </p15:guide>
        <p15:guide id="13" pos="1097">
          <p15:clr>
            <a:srgbClr val="5ACBF0"/>
          </p15:clr>
        </p15:guide>
        <p15:guide id="14" orient="horz" pos="1440">
          <p15:clr>
            <a:srgbClr val="5ACBF0"/>
          </p15:clr>
        </p15:guide>
        <p15:guide id="15" pos="1826">
          <p15:clr>
            <a:srgbClr val="5ACBF0"/>
          </p15:clr>
        </p15:guide>
        <p15:guide id="18" pos="5483">
          <p15:clr>
            <a:srgbClr val="5ACBF0"/>
          </p15:clr>
        </p15:guide>
        <p15:guide id="19" orient="horz" pos="2898" userDrawn="1">
          <p15:clr>
            <a:srgbClr val="5ACBF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Five round photos">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33D211-079C-4884-AB74-BFA812A63FE8}"/>
              </a:ext>
            </a:extLst>
          </p:cNvPr>
          <p:cNvSpPr>
            <a:spLocks noGrp="1"/>
          </p:cNvSpPr>
          <p:nvPr>
            <p:ph type="title"/>
          </p:nvPr>
        </p:nvSpPr>
        <p:spPr>
          <a:xfrm>
            <a:off x="588263" y="583007"/>
            <a:ext cx="11018520" cy="1115568"/>
          </a:xfrm>
        </p:spPr>
        <p:txBody>
          <a:bodyPr anchor="ctr"/>
          <a:lstStyle>
            <a:lvl1pPr algn="ctr">
              <a:defRPr/>
            </a:lvl1pPr>
          </a:lstStyle>
          <a:p>
            <a:r>
              <a:rPr lang="en-US"/>
              <a:t>Click to edit Master title style</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5757E314-6417-4051-A2CD-D3614CAA6A78}"/>
              </a:ext>
            </a:extLst>
          </p:cNvPr>
          <p:cNvSpPr>
            <a:spLocks noGrp="1" noChangeAspect="1"/>
          </p:cNvSpPr>
          <p:nvPr>
            <p:ph type="pic" sz="quarter" idx="13" hasCustomPrompt="1"/>
          </p:nvPr>
        </p:nvSpPr>
        <p:spPr bwMode="ltGray">
          <a:xfrm>
            <a:off x="584200" y="2286000"/>
            <a:ext cx="1737360" cy="1737360"/>
          </a:xfrm>
          <a:prstGeom prst="ellipse">
            <a:avLst/>
          </a:prstGeom>
          <a:blipFill>
            <a:blip r:embed="rId2"/>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3" name="Text Placeholder 3">
            <a:extLst>
              <a:ext uri="{FF2B5EF4-FFF2-40B4-BE49-F238E27FC236}">
                <a16:creationId xmlns:a16="http://schemas.microsoft.com/office/drawing/2014/main" id="{5BBECFAF-80A0-4620-8865-87562DFB497B}"/>
              </a:ext>
            </a:extLst>
          </p:cNvPr>
          <p:cNvSpPr>
            <a:spLocks noGrp="1"/>
          </p:cNvSpPr>
          <p:nvPr>
            <p:ph type="body" sz="quarter" idx="16"/>
          </p:nvPr>
        </p:nvSpPr>
        <p:spPr>
          <a:xfrm>
            <a:off x="584200"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E5577FC3-49F5-4B04-AFD3-AA0A57BA8355}"/>
              </a:ext>
            </a:extLst>
          </p:cNvPr>
          <p:cNvSpPr>
            <a:spLocks noGrp="1" noChangeAspect="1"/>
          </p:cNvSpPr>
          <p:nvPr>
            <p:ph type="pic" sz="quarter" idx="19" hasCustomPrompt="1"/>
          </p:nvPr>
        </p:nvSpPr>
        <p:spPr bwMode="ltGray">
          <a:xfrm>
            <a:off x="2905506" y="2286000"/>
            <a:ext cx="1737360" cy="1737360"/>
          </a:xfrm>
          <a:prstGeom prst="ellipse">
            <a:avLst/>
          </a:prstGeom>
          <a:blipFill>
            <a:blip r:embed="rId3"/>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4" name="Text Placeholder 3">
            <a:extLst>
              <a:ext uri="{FF2B5EF4-FFF2-40B4-BE49-F238E27FC236}">
                <a16:creationId xmlns:a16="http://schemas.microsoft.com/office/drawing/2014/main" id="{8AD287B4-D736-4707-854D-BEA62EF2BBCF}"/>
              </a:ext>
            </a:extLst>
          </p:cNvPr>
          <p:cNvSpPr>
            <a:spLocks noGrp="1"/>
          </p:cNvSpPr>
          <p:nvPr>
            <p:ph type="body" sz="quarter" idx="17"/>
          </p:nvPr>
        </p:nvSpPr>
        <p:spPr>
          <a:xfrm>
            <a:off x="2905506"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9B56ECFD-6AA2-4EC5-A445-D1E0952199EC}"/>
              </a:ext>
            </a:extLst>
          </p:cNvPr>
          <p:cNvSpPr>
            <a:spLocks noGrp="1" noChangeAspect="1"/>
          </p:cNvSpPr>
          <p:nvPr>
            <p:ph type="pic" sz="quarter" idx="20" hasCustomPrompt="1"/>
          </p:nvPr>
        </p:nvSpPr>
        <p:spPr bwMode="ltGray">
          <a:xfrm>
            <a:off x="5227320" y="2286000"/>
            <a:ext cx="1737360" cy="1737360"/>
          </a:xfrm>
          <a:prstGeom prst="ellipse">
            <a:avLst/>
          </a:prstGeom>
          <a:blipFill>
            <a:blip r:embed="rId4"/>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15" name="Text Placeholder 3">
            <a:extLst>
              <a:ext uri="{FF2B5EF4-FFF2-40B4-BE49-F238E27FC236}">
                <a16:creationId xmlns:a16="http://schemas.microsoft.com/office/drawing/2014/main" id="{9ED5A27F-D9D2-4DCB-8422-4694477ECA88}"/>
              </a:ext>
            </a:extLst>
          </p:cNvPr>
          <p:cNvSpPr>
            <a:spLocks noGrp="1"/>
          </p:cNvSpPr>
          <p:nvPr>
            <p:ph type="body" sz="quarter" idx="18"/>
          </p:nvPr>
        </p:nvSpPr>
        <p:spPr>
          <a:xfrm>
            <a:off x="5227320" y="4235451"/>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F78E1D3B-7D6F-4EFD-9EB2-E1A27309D6AF}"/>
              </a:ext>
            </a:extLst>
          </p:cNvPr>
          <p:cNvSpPr>
            <a:spLocks noGrp="1" noChangeAspect="1"/>
          </p:cNvSpPr>
          <p:nvPr>
            <p:ph type="pic" sz="quarter" idx="21" hasCustomPrompt="1"/>
          </p:nvPr>
        </p:nvSpPr>
        <p:spPr bwMode="ltGray">
          <a:xfrm>
            <a:off x="7548118" y="2286000"/>
            <a:ext cx="1737360" cy="1737360"/>
          </a:xfrm>
          <a:prstGeom prst="ellipse">
            <a:avLst/>
          </a:prstGeom>
          <a:blipFill>
            <a:blip r:embed="rId5"/>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insert44</a:t>
            </a:r>
          </a:p>
        </p:txBody>
      </p:sp>
      <p:sp>
        <p:nvSpPr>
          <p:cNvPr id="12" name="Text Placeholder 3">
            <a:extLst>
              <a:ext uri="{FF2B5EF4-FFF2-40B4-BE49-F238E27FC236}">
                <a16:creationId xmlns:a16="http://schemas.microsoft.com/office/drawing/2014/main" id="{3BB2FF62-05DC-462E-808C-4DDE1C65392C}"/>
              </a:ext>
            </a:extLst>
          </p:cNvPr>
          <p:cNvSpPr>
            <a:spLocks noGrp="1"/>
          </p:cNvSpPr>
          <p:nvPr>
            <p:ph type="body" sz="quarter" idx="22"/>
          </p:nvPr>
        </p:nvSpPr>
        <p:spPr>
          <a:xfrm>
            <a:off x="7548118"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19" name="Picture Placeholder" descr="This photo is a 'placeholder' only. Drag or drop your photo here, or click and tap the center to insert a photo.">
            <a:extLst>
              <a:ext uri="{FF2B5EF4-FFF2-40B4-BE49-F238E27FC236}">
                <a16:creationId xmlns:a16="http://schemas.microsoft.com/office/drawing/2014/main" id="{E4DC3400-0B11-4EA0-9B8D-6FADE6964F37}"/>
              </a:ext>
            </a:extLst>
          </p:cNvPr>
          <p:cNvSpPr>
            <a:spLocks noGrp="1" noChangeAspect="1"/>
          </p:cNvSpPr>
          <p:nvPr>
            <p:ph type="pic" sz="quarter" idx="23" hasCustomPrompt="1"/>
          </p:nvPr>
        </p:nvSpPr>
        <p:spPr bwMode="ltGray">
          <a:xfrm>
            <a:off x="9869423" y="2286000"/>
            <a:ext cx="1737360" cy="1737360"/>
          </a:xfrm>
          <a:prstGeom prst="ellipse">
            <a:avLst/>
          </a:prstGeom>
          <a:blipFill>
            <a:blip r:embed="rId6"/>
            <a:stretch>
              <a:fillRect/>
            </a:stretch>
          </a:blipFill>
        </p:spPr>
        <p:txBody>
          <a:bodyPr lIns="0" tIns="0" rIns="0" bIns="594360" anchor="ctr" anchorCtr="0">
            <a:noAutofit/>
          </a:bodyPr>
          <a:lstStyle>
            <a:lvl1pPr marL="0" indent="0" algn="ctr">
              <a:lnSpc>
                <a:spcPct val="100000"/>
              </a:lnSpc>
              <a:buNone/>
              <a:defRPr sz="500" b="1">
                <a:solidFill>
                  <a:srgbClr val="000000"/>
                </a:solidFill>
                <a:latin typeface="+mn-lt"/>
                <a:cs typeface="Segoe UI" panose="020B0502040204020203" pitchFamily="34" charset="0"/>
              </a:defRPr>
            </a:lvl1pPr>
          </a:lstStyle>
          <a:p>
            <a:r>
              <a:rPr lang="en-US"/>
              <a:t>Drag &amp; drop your photo </a:t>
            </a:r>
            <a:br>
              <a:rPr lang="en-US"/>
            </a:br>
            <a:r>
              <a:rPr lang="en-US"/>
              <a:t>here or click or tap icon </a:t>
            </a:r>
            <a:br>
              <a:rPr lang="en-US"/>
            </a:br>
            <a:r>
              <a:rPr lang="en-US"/>
              <a:t>below to insert</a:t>
            </a:r>
          </a:p>
        </p:txBody>
      </p:sp>
      <p:sp>
        <p:nvSpPr>
          <p:cNvPr id="20" name="Text Placeholder 3">
            <a:extLst>
              <a:ext uri="{FF2B5EF4-FFF2-40B4-BE49-F238E27FC236}">
                <a16:creationId xmlns:a16="http://schemas.microsoft.com/office/drawing/2014/main" id="{133C357E-ECC0-485F-9033-5D4DEC8774BB}"/>
              </a:ext>
            </a:extLst>
          </p:cNvPr>
          <p:cNvSpPr>
            <a:spLocks noGrp="1"/>
          </p:cNvSpPr>
          <p:nvPr>
            <p:ph type="body" sz="quarter" idx="24"/>
          </p:nvPr>
        </p:nvSpPr>
        <p:spPr>
          <a:xfrm>
            <a:off x="9869423" y="4235450"/>
            <a:ext cx="1737360" cy="2033588"/>
          </a:xfrm>
        </p:spPr>
        <p:txBody>
          <a:bodyPr/>
          <a:lstStyle>
            <a:lvl1pPr marL="0" indent="0" algn="ctr">
              <a:spcBef>
                <a:spcPts val="0"/>
              </a:spcBef>
              <a:buNone/>
              <a:defRPr sz="1800">
                <a:latin typeface="+mj-lt"/>
              </a:defRPr>
            </a:lvl1pPr>
          </a:lstStyle>
          <a:p>
            <a:pPr lvl="0"/>
            <a:r>
              <a:rPr lang="en-US"/>
              <a:t>Click to edit Master text styles</a:t>
            </a:r>
          </a:p>
        </p:txBody>
      </p:sp>
      <p:sp>
        <p:nvSpPr>
          <p:cNvPr id="3" name="TextBox 2">
            <a:extLst>
              <a:ext uri="{FF2B5EF4-FFF2-40B4-BE49-F238E27FC236}">
                <a16:creationId xmlns:a16="http://schemas.microsoft.com/office/drawing/2014/main" id="{67A72D6D-004C-4F57-AD34-F1019A756073}"/>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4074646849"/>
      </p:ext>
    </p:extLst>
  </p:cSld>
  <p:clrMapOvr>
    <a:masterClrMapping/>
  </p:clrMapOvr>
  <p:transition>
    <p:fade/>
  </p:transition>
  <p:extLst>
    <p:ext uri="{DCECCB84-F9BA-43D5-87BE-67443E8EF086}">
      <p15:sldGuideLst xmlns:p15="http://schemas.microsoft.com/office/powerpoint/2012/main">
        <p15:guide id="1" orient="horz" pos="720">
          <p15:clr>
            <a:srgbClr val="5ACBF0"/>
          </p15:clr>
        </p15:guide>
        <p15:guide id="2" orient="horz" pos="2664" userDrawn="1">
          <p15:clr>
            <a:srgbClr val="5ACBF0"/>
          </p15:clr>
        </p15:guide>
        <p15:guide id="3" pos="6216" userDrawn="1">
          <p15:clr>
            <a:srgbClr val="5ACBF0"/>
          </p15:clr>
        </p15:guide>
        <p15:guide id="5" pos="5850" userDrawn="1">
          <p15:clr>
            <a:srgbClr val="5ACBF0"/>
          </p15:clr>
        </p15:guide>
        <p15:guide id="7" pos="4392" userDrawn="1">
          <p15:clr>
            <a:srgbClr val="5ACBF0"/>
          </p15:clr>
        </p15:guide>
        <p15:guide id="8" pos="3292" userDrawn="1">
          <p15:clr>
            <a:srgbClr val="5ACBF0"/>
          </p15:clr>
        </p15:guide>
        <p15:guide id="10" pos="2926">
          <p15:clr>
            <a:srgbClr val="5ACBF0"/>
          </p15:clr>
        </p15:guide>
        <p15:guide id="11" pos="4754" userDrawn="1">
          <p15:clr>
            <a:srgbClr val="5ACBF0"/>
          </p15:clr>
        </p15:guide>
        <p15:guide id="13" pos="1464" userDrawn="1">
          <p15:clr>
            <a:srgbClr val="5ACBF0"/>
          </p15:clr>
        </p15:guide>
        <p15:guide id="14" orient="horz" pos="1440">
          <p15:clr>
            <a:srgbClr val="5ACBF0"/>
          </p15:clr>
        </p15:guide>
        <p15:guide id="15" pos="1830" userDrawn="1">
          <p15:clr>
            <a:srgbClr val="5ACBF0"/>
          </p15:clr>
        </p15:guide>
        <p15:guide id="16" orient="horz" pos="2533" userDrawn="1">
          <p15:clr>
            <a:srgbClr val="5ACBF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Quote slide 1b">
    <p:bg>
      <p:bgRef idx="1001">
        <a:schemeClr val="bg2"/>
      </p:bgRef>
    </p:bg>
    <p:spTree>
      <p:nvGrpSpPr>
        <p:cNvPr id="1" name=""/>
        <p:cNvGrpSpPr/>
        <p:nvPr/>
      </p:nvGrpSpPr>
      <p:grpSpPr>
        <a:xfrm>
          <a:off x="0" y="0"/>
          <a:ext cx="0" cy="0"/>
          <a:chOff x="0" y="0"/>
          <a:chExt cx="0" cy="0"/>
        </a:xfrm>
      </p:grpSpPr>
      <p:sp>
        <p:nvSpPr>
          <p:cNvPr id="8" name="Text Placeholder 3">
            <a:extLst>
              <a:ext uri="{FF2B5EF4-FFF2-40B4-BE49-F238E27FC236}">
                <a16:creationId xmlns:a16="http://schemas.microsoft.com/office/drawing/2014/main" id="{DD89A49A-58E0-6646-8574-0B0729961CFB}"/>
              </a:ext>
            </a:extLst>
          </p:cNvPr>
          <p:cNvSpPr>
            <a:spLocks noGrp="1"/>
          </p:cNvSpPr>
          <p:nvPr>
            <p:ph type="body" sz="quarter" idx="18" hasCustomPrompt="1"/>
          </p:nvPr>
        </p:nvSpPr>
        <p:spPr>
          <a:xfrm>
            <a:off x="1739900" y="3779493"/>
            <a:ext cx="5795963" cy="276999"/>
          </a:xfrm>
        </p:spPr>
        <p:txBody>
          <a:bodyPr/>
          <a:lstStyle>
            <a:lvl1pPr marL="0" indent="0" algn="l">
              <a:spcBef>
                <a:spcPts val="0"/>
              </a:spcBef>
              <a:buNone/>
              <a:defRPr sz="1800">
                <a:solidFill>
                  <a:schemeClr val="tx1"/>
                </a:solidFill>
                <a:latin typeface="+mj-lt"/>
              </a:defRPr>
            </a:lvl1pPr>
          </a:lstStyle>
          <a:p>
            <a:pPr lvl="0"/>
            <a:r>
              <a:rPr lang="en-US"/>
              <a:t>Name attribute</a:t>
            </a:r>
          </a:p>
        </p:txBody>
      </p:sp>
      <p:sp>
        <p:nvSpPr>
          <p:cNvPr id="9" name="Text Placeholder 3">
            <a:extLst>
              <a:ext uri="{FF2B5EF4-FFF2-40B4-BE49-F238E27FC236}">
                <a16:creationId xmlns:a16="http://schemas.microsoft.com/office/drawing/2014/main" id="{53C890AF-C449-E34D-86FC-4BE82A41ED0D}"/>
              </a:ext>
            </a:extLst>
          </p:cNvPr>
          <p:cNvSpPr>
            <a:spLocks noGrp="1"/>
          </p:cNvSpPr>
          <p:nvPr>
            <p:ph type="body" sz="quarter" idx="20" hasCustomPrompt="1"/>
          </p:nvPr>
        </p:nvSpPr>
        <p:spPr>
          <a:xfrm>
            <a:off x="1739900" y="4077072"/>
            <a:ext cx="5795963" cy="215444"/>
          </a:xfrm>
        </p:spPr>
        <p:txBody>
          <a:bodyPr/>
          <a:lstStyle>
            <a:lvl1pPr marL="0" indent="0" algn="l">
              <a:spcBef>
                <a:spcPts val="0"/>
              </a:spcBef>
              <a:buNone/>
              <a:defRPr sz="1400">
                <a:solidFill>
                  <a:schemeClr val="tx1"/>
                </a:solidFill>
                <a:latin typeface="+mn-lt"/>
              </a:defRPr>
            </a:lvl1pPr>
          </a:lstStyle>
          <a:p>
            <a:pPr lvl="0"/>
            <a:r>
              <a:rPr lang="en-US"/>
              <a:t>Job title or another attribute</a:t>
            </a:r>
          </a:p>
        </p:txBody>
      </p:sp>
      <p:sp>
        <p:nvSpPr>
          <p:cNvPr id="10" name="Title 1">
            <a:extLst>
              <a:ext uri="{FF2B5EF4-FFF2-40B4-BE49-F238E27FC236}">
                <a16:creationId xmlns:a16="http://schemas.microsoft.com/office/drawing/2014/main" id="{4B9A47D2-7C06-3E47-802E-BD98760204B1}"/>
              </a:ext>
            </a:extLst>
          </p:cNvPr>
          <p:cNvSpPr>
            <a:spLocks noGrp="1"/>
          </p:cNvSpPr>
          <p:nvPr>
            <p:ph type="title" hasCustomPrompt="1"/>
          </p:nvPr>
        </p:nvSpPr>
        <p:spPr>
          <a:xfrm>
            <a:off x="1739899" y="2025650"/>
            <a:ext cx="9866313" cy="1661993"/>
          </a:xfrm>
        </p:spPr>
        <p:txBody>
          <a:bodyPr anchor="b"/>
          <a:lstStyle>
            <a:lvl1pPr>
              <a:defRPr>
                <a:solidFill>
                  <a:schemeClr val="accent3"/>
                </a:solidFill>
              </a:defRPr>
            </a:lvl1pPr>
          </a:lstStyle>
          <a:p>
            <a:r>
              <a:rPr lang="en-US"/>
              <a:t>Add quote text here Add quote text here Add quote text here Add quote text here Add quote text here</a:t>
            </a:r>
          </a:p>
        </p:txBody>
      </p:sp>
    </p:spTree>
    <p:extLst>
      <p:ext uri="{BB962C8B-B14F-4D97-AF65-F5344CB8AC3E}">
        <p14:creationId xmlns:p14="http://schemas.microsoft.com/office/powerpoint/2010/main" val="327056325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Quote slide 2b">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9339D5D9-B234-7B4F-90F8-2A7ABA2E4ABF}"/>
              </a:ext>
            </a:extLst>
          </p:cNvPr>
          <p:cNvSpPr/>
          <p:nvPr userDrawn="1"/>
        </p:nvSpPr>
        <p:spPr bwMode="auto">
          <a:xfrm>
            <a:off x="0" y="0"/>
            <a:ext cx="81280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4" name="Text Placeholder 3">
            <a:extLst>
              <a:ext uri="{FF2B5EF4-FFF2-40B4-BE49-F238E27FC236}">
                <a16:creationId xmlns:a16="http://schemas.microsoft.com/office/drawing/2014/main" id="{549D697E-24D0-AB42-8E18-256C047E4063}"/>
              </a:ext>
            </a:extLst>
          </p:cNvPr>
          <p:cNvSpPr>
            <a:spLocks noGrp="1"/>
          </p:cNvSpPr>
          <p:nvPr>
            <p:ph type="body" sz="quarter" idx="18" hasCustomPrompt="1"/>
          </p:nvPr>
        </p:nvSpPr>
        <p:spPr>
          <a:xfrm>
            <a:off x="8420100" y="2044961"/>
            <a:ext cx="3478213" cy="276999"/>
          </a:xfrm>
        </p:spPr>
        <p:txBody>
          <a:bodyPr/>
          <a:lstStyle>
            <a:lvl1pPr marL="0" indent="0" algn="l">
              <a:spcBef>
                <a:spcPts val="0"/>
              </a:spcBef>
              <a:buNone/>
              <a:defRPr sz="1800">
                <a:latin typeface="+mj-lt"/>
              </a:defRPr>
            </a:lvl1pPr>
          </a:lstStyle>
          <a:p>
            <a:pPr lvl="0"/>
            <a:r>
              <a:rPr lang="en-US"/>
              <a:t>Name attribute</a:t>
            </a:r>
          </a:p>
        </p:txBody>
      </p:sp>
      <p:sp>
        <p:nvSpPr>
          <p:cNvPr id="6" name="Text Placeholder 3">
            <a:extLst>
              <a:ext uri="{FF2B5EF4-FFF2-40B4-BE49-F238E27FC236}">
                <a16:creationId xmlns:a16="http://schemas.microsoft.com/office/drawing/2014/main" id="{BA94D27E-F2D3-4E43-B280-E6CF5DAAF0EF}"/>
              </a:ext>
            </a:extLst>
          </p:cNvPr>
          <p:cNvSpPr>
            <a:spLocks noGrp="1"/>
          </p:cNvSpPr>
          <p:nvPr>
            <p:ph type="body" sz="quarter" idx="20" hasCustomPrompt="1"/>
          </p:nvPr>
        </p:nvSpPr>
        <p:spPr>
          <a:xfrm>
            <a:off x="8420100" y="2342540"/>
            <a:ext cx="3478213"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7" name="Title 1">
            <a:extLst>
              <a:ext uri="{FF2B5EF4-FFF2-40B4-BE49-F238E27FC236}">
                <a16:creationId xmlns:a16="http://schemas.microsoft.com/office/drawing/2014/main" id="{89F65E91-FAFD-244C-A86D-629BF5974C9C}"/>
              </a:ext>
            </a:extLst>
          </p:cNvPr>
          <p:cNvSpPr>
            <a:spLocks noGrp="1"/>
          </p:cNvSpPr>
          <p:nvPr>
            <p:ph type="title" hasCustomPrompt="1"/>
          </p:nvPr>
        </p:nvSpPr>
        <p:spPr>
          <a:xfrm>
            <a:off x="1163638" y="2025650"/>
            <a:ext cx="6372225" cy="553998"/>
          </a:xfrm>
        </p:spPr>
        <p:txBody>
          <a:bodyPr anchor="t"/>
          <a:lstStyle>
            <a:lvl1pPr>
              <a:defRPr>
                <a:solidFill>
                  <a:schemeClr val="accent3"/>
                </a:solidFill>
              </a:defRPr>
            </a:lvl1pPr>
          </a:lstStyle>
          <a:p>
            <a:r>
              <a:rPr lang="en-US"/>
              <a:t>Add quote text here</a:t>
            </a:r>
          </a:p>
        </p:txBody>
      </p:sp>
    </p:spTree>
    <p:extLst>
      <p:ext uri="{BB962C8B-B14F-4D97-AF65-F5344CB8AC3E}">
        <p14:creationId xmlns:p14="http://schemas.microsoft.com/office/powerpoint/2010/main" val="1606952312"/>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733" userDrawn="1">
          <p15:clr>
            <a:srgbClr val="FBAE40"/>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Quote slide with picture - alt">
    <p:spTree>
      <p:nvGrpSpPr>
        <p:cNvPr id="1" name=""/>
        <p:cNvGrpSpPr/>
        <p:nvPr/>
      </p:nvGrpSpPr>
      <p:grpSpPr>
        <a:xfrm>
          <a:off x="0" y="0"/>
          <a:ext cx="0" cy="0"/>
          <a:chOff x="0" y="0"/>
          <a:chExt cx="0" cy="0"/>
        </a:xfrm>
      </p:grpSpPr>
      <p:sp>
        <p:nvSpPr>
          <p:cNvPr id="13" name="Text Placeholder 3">
            <a:extLst>
              <a:ext uri="{FF2B5EF4-FFF2-40B4-BE49-F238E27FC236}">
                <a16:creationId xmlns:a16="http://schemas.microsoft.com/office/drawing/2014/main" id="{05B401B2-8D93-427E-90A4-52337B3965E8}"/>
              </a:ext>
            </a:extLst>
          </p:cNvPr>
          <p:cNvSpPr>
            <a:spLocks noGrp="1"/>
          </p:cNvSpPr>
          <p:nvPr>
            <p:ph type="body" sz="quarter" idx="18" hasCustomPrompt="1"/>
          </p:nvPr>
        </p:nvSpPr>
        <p:spPr>
          <a:xfrm>
            <a:off x="1163638" y="3779493"/>
            <a:ext cx="6372225" cy="276999"/>
          </a:xfrm>
        </p:spPr>
        <p:txBody>
          <a:bodyPr/>
          <a:lstStyle>
            <a:lvl1pPr marL="0" indent="0" algn="l">
              <a:spcBef>
                <a:spcPts val="0"/>
              </a:spcBef>
              <a:buNone/>
              <a:defRPr sz="1800">
                <a:solidFill>
                  <a:schemeClr val="accent6"/>
                </a:solidFill>
                <a:latin typeface="+mj-lt"/>
              </a:defRPr>
            </a:lvl1pPr>
          </a:lstStyle>
          <a:p>
            <a:pPr lvl="0"/>
            <a:r>
              <a:rPr lang="en-US"/>
              <a:t>Name attribute</a:t>
            </a:r>
          </a:p>
        </p:txBody>
      </p:sp>
      <p:sp>
        <p:nvSpPr>
          <p:cNvPr id="14" name="TextBox 13">
            <a:extLst>
              <a:ext uri="{FF2B5EF4-FFF2-40B4-BE49-F238E27FC236}">
                <a16:creationId xmlns:a16="http://schemas.microsoft.com/office/drawing/2014/main" id="{52B36921-D927-4BA6-8891-8AEE9784923C}"/>
              </a:ext>
              <a:ext uri="{C183D7F6-B498-43B3-948B-1728B52AA6E4}">
                <adec:decorative xmlns:adec="http://schemas.microsoft.com/office/drawing/2017/decorative" val="1"/>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5" name="Picture Placeholder 24">
            <a:extLst>
              <a:ext uri="{FF2B5EF4-FFF2-40B4-BE49-F238E27FC236}">
                <a16:creationId xmlns:a16="http://schemas.microsoft.com/office/drawing/2014/main" id="{DB4C8BDC-6825-414F-89F2-3D7A2187253C}"/>
              </a:ext>
            </a:extLst>
          </p:cNvPr>
          <p:cNvSpPr>
            <a:spLocks noGrp="1"/>
          </p:cNvSpPr>
          <p:nvPr>
            <p:ph type="pic" sz="quarter" idx="19"/>
          </p:nvPr>
        </p:nvSpPr>
        <p:spPr>
          <a:xfrm>
            <a:off x="7835900" y="0"/>
            <a:ext cx="4356100" cy="6858000"/>
          </a:xfrm>
        </p:spPr>
        <p:txBody>
          <a:bodyPr/>
          <a:lstStyle/>
          <a:p>
            <a:r>
              <a:rPr lang="en-US"/>
              <a:t>Click icon to add picture</a:t>
            </a:r>
          </a:p>
        </p:txBody>
      </p:sp>
      <p:sp>
        <p:nvSpPr>
          <p:cNvPr id="26" name="Text Placeholder 3">
            <a:extLst>
              <a:ext uri="{FF2B5EF4-FFF2-40B4-BE49-F238E27FC236}">
                <a16:creationId xmlns:a16="http://schemas.microsoft.com/office/drawing/2014/main" id="{90DE3A0D-12BA-BE4F-85C2-FCD13F863574}"/>
              </a:ext>
            </a:extLst>
          </p:cNvPr>
          <p:cNvSpPr>
            <a:spLocks noGrp="1"/>
          </p:cNvSpPr>
          <p:nvPr>
            <p:ph type="body" sz="quarter" idx="20" hasCustomPrompt="1"/>
          </p:nvPr>
        </p:nvSpPr>
        <p:spPr>
          <a:xfrm>
            <a:off x="1163638" y="4077072"/>
            <a:ext cx="6372225" cy="215444"/>
          </a:xfrm>
        </p:spPr>
        <p:txBody>
          <a:bodyPr/>
          <a:lstStyle>
            <a:lvl1pPr marL="0" indent="0" algn="l">
              <a:spcBef>
                <a:spcPts val="0"/>
              </a:spcBef>
              <a:buNone/>
              <a:defRPr sz="1400">
                <a:solidFill>
                  <a:schemeClr val="accent6"/>
                </a:solidFill>
                <a:latin typeface="+mn-lt"/>
              </a:defRPr>
            </a:lvl1pPr>
          </a:lstStyle>
          <a:p>
            <a:pPr lvl="0"/>
            <a:r>
              <a:rPr lang="en-US"/>
              <a:t>Job title or another attribute</a:t>
            </a:r>
          </a:p>
        </p:txBody>
      </p:sp>
      <p:sp>
        <p:nvSpPr>
          <p:cNvPr id="27" name="Title 1">
            <a:extLst>
              <a:ext uri="{FF2B5EF4-FFF2-40B4-BE49-F238E27FC236}">
                <a16:creationId xmlns:a16="http://schemas.microsoft.com/office/drawing/2014/main" id="{4AA6D598-4BC5-AF4E-B609-A7442E6DEBD3}"/>
              </a:ext>
            </a:extLst>
          </p:cNvPr>
          <p:cNvSpPr>
            <a:spLocks noGrp="1"/>
          </p:cNvSpPr>
          <p:nvPr>
            <p:ph type="title" hasCustomPrompt="1"/>
          </p:nvPr>
        </p:nvSpPr>
        <p:spPr>
          <a:xfrm>
            <a:off x="1163638" y="2025650"/>
            <a:ext cx="6372225" cy="553998"/>
          </a:xfrm>
        </p:spPr>
        <p:txBody>
          <a:bodyPr anchor="t"/>
          <a:lstStyle>
            <a:lvl1pPr>
              <a:defRPr>
                <a:solidFill>
                  <a:schemeClr val="tx1"/>
                </a:solidFill>
              </a:defRPr>
            </a:lvl1pPr>
          </a:lstStyle>
          <a:p>
            <a:r>
              <a:rPr lang="en-US"/>
              <a:t>Add quote text here</a:t>
            </a:r>
          </a:p>
        </p:txBody>
      </p:sp>
    </p:spTree>
    <p:extLst>
      <p:ext uri="{BB962C8B-B14F-4D97-AF65-F5344CB8AC3E}">
        <p14:creationId xmlns:p14="http://schemas.microsoft.com/office/powerpoint/2010/main" val="1038616751"/>
      </p:ext>
    </p:extLst>
  </p:cSld>
  <p:clrMapOvr>
    <a:masterClrMapping/>
  </p:clrMapOvr>
  <p:transition>
    <p:fade/>
  </p:transition>
  <p:extLst>
    <p:ext uri="{DCECCB84-F9BA-43D5-87BE-67443E8EF086}">
      <p15:sldGuideLst xmlns:p15="http://schemas.microsoft.com/office/powerpoint/2012/main">
        <p15:guide id="3" orient="horz" pos="3584">
          <p15:clr>
            <a:srgbClr val="5ACBF0"/>
          </p15:clr>
        </p15:guide>
        <p15:guide id="4" orient="horz" pos="1276">
          <p15:clr>
            <a:srgbClr val="5ACBF0"/>
          </p15:clr>
        </p15:guide>
        <p15:guide id="5" orient="horz" pos="288">
          <p15:clr>
            <a:srgbClr val="5ACBF0"/>
          </p15:clr>
        </p15:guide>
        <p15:guide id="6" pos="733" userDrawn="1">
          <p15:clr>
            <a:srgbClr val="5ACBF0"/>
          </p15:clr>
        </p15:guide>
        <p15:guide id="7" pos="4747" userDrawn="1">
          <p15:clr>
            <a:srgbClr val="5ACBF0"/>
          </p15:clr>
        </p15:guide>
        <p15:guide id="8" pos="4936">
          <p15:clr>
            <a:srgbClr val="5ACBF0"/>
          </p15:clr>
        </p15:guide>
        <p15:guide id="9" pos="5123">
          <p15:clr>
            <a:srgbClr val="5ACBF0"/>
          </p15:clr>
        </p15:guide>
        <p15:guide id="10" orient="horz" pos="3465" userDrawn="1">
          <p15:clr>
            <a:srgbClr val="5ACBF0"/>
          </p15:clr>
        </p15:guide>
        <p15:guide id="11" orient="horz" pos="1956" userDrawn="1">
          <p15:clr>
            <a:srgbClr val="FBAE40"/>
          </p15:clr>
        </p15:guide>
        <p15:guide id="12" pos="1096" userDrawn="1">
          <p15:clr>
            <a:srgbClr val="FBAE4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Title and text side by s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5216" y="2309812"/>
            <a:ext cx="3182027" cy="3959225"/>
          </a:xfrm>
        </p:spPr>
        <p:txBody>
          <a:bodyPr anchor="t"/>
          <a:lstStyle>
            <a:lvl1pPr>
              <a:defRPr>
                <a:solidFill>
                  <a:schemeClr val="tx1"/>
                </a:solidFill>
              </a:defRPr>
            </a:lvl1pPr>
          </a:lstStyle>
          <a:p>
            <a:r>
              <a:rPr lang="en-US"/>
              <a:t>Title</a:t>
            </a:r>
          </a:p>
        </p:txBody>
      </p:sp>
      <p:sp>
        <p:nvSpPr>
          <p:cNvPr id="7" name="Text Placeholder 2">
            <a:extLst>
              <a:ext uri="{FF2B5EF4-FFF2-40B4-BE49-F238E27FC236}">
                <a16:creationId xmlns:a16="http://schemas.microsoft.com/office/drawing/2014/main" id="{7E9DBFD9-3E1E-4F19-AF15-56780F9C7927}"/>
              </a:ext>
            </a:extLst>
          </p:cNvPr>
          <p:cNvSpPr>
            <a:spLocks noGrp="1"/>
          </p:cNvSpPr>
          <p:nvPr>
            <p:ph type="body" sz="quarter" idx="11"/>
          </p:nvPr>
        </p:nvSpPr>
        <p:spPr>
          <a:xfrm>
            <a:off x="4356100" y="2309812"/>
            <a:ext cx="7253288" cy="3959223"/>
          </a:xfrm>
        </p:spPr>
        <p:txBody>
          <a:bodyPr anchor="t"/>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a:cxnSpLocks/>
          </p:cNvCxnSpPr>
          <p:nvPr userDrawn="1"/>
        </p:nvCxnSpPr>
        <p:spPr>
          <a:xfrm>
            <a:off x="585216" y="2019300"/>
            <a:ext cx="3182112" cy="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49D8AF80-CAD5-4055-80AD-0B31EBCB52A9}"/>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cxnSp>
        <p:nvCxnSpPr>
          <p:cNvPr id="8" name="Straight Connector 7">
            <a:extLst>
              <a:ext uri="{FF2B5EF4-FFF2-40B4-BE49-F238E27FC236}">
                <a16:creationId xmlns:a16="http://schemas.microsoft.com/office/drawing/2014/main" id="{DF1A9F7D-F14E-4BCE-9EB4-D9EF47B67809}"/>
              </a:ext>
              <a:ext uri="{C183D7F6-B498-43B3-948B-1728B52AA6E4}">
                <adec:decorative xmlns:adec="http://schemas.microsoft.com/office/drawing/2017/decorative" val="1"/>
              </a:ext>
            </a:extLst>
          </p:cNvPr>
          <p:cNvCxnSpPr>
            <a:cxnSpLocks/>
          </p:cNvCxnSpPr>
          <p:nvPr userDrawn="1"/>
        </p:nvCxnSpPr>
        <p:spPr>
          <a:xfrm>
            <a:off x="4354523" y="2019300"/>
            <a:ext cx="7254865" cy="0"/>
          </a:xfrm>
          <a:prstGeom prst="line">
            <a:avLst/>
          </a:prstGeom>
          <a:ln w="19050">
            <a:solidFill>
              <a:schemeClr val="tx1">
                <a:alpha val="30000"/>
              </a:schemeClr>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796696161"/>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1272">
          <p15:clr>
            <a:srgbClr val="5ACBF0"/>
          </p15:clr>
        </p15:guide>
        <p15:guide id="30" pos="2376">
          <p15:clr>
            <a:srgbClr val="5ACBF0"/>
          </p15:clr>
        </p15:guide>
        <p15:guide id="32" orient="horz" pos="1455">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and text side by side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lstStyle>
            <a:lvl1pPr>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lstStyle>
            <a:lvl1pPr marL="231775" indent="-231775">
              <a:spcAft>
                <a:spcPts val="600"/>
              </a:spcAft>
              <a:buFont typeface="Wingdings" panose="05000000000000000000" pitchFamily="2" charset="2"/>
              <a:buChar char=""/>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accent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04964009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3_Title and text side by side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48745"/>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9"/>
            <a:ext cx="1873779"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2783102025"/>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2_Blan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585789"/>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585789"/>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429000"/>
            <a:ext cx="158908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429000"/>
            <a:ext cx="1584325"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585789"/>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429000"/>
            <a:ext cx="1595438" cy="2843212"/>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Tree>
    <p:extLst>
      <p:ext uri="{BB962C8B-B14F-4D97-AF65-F5344CB8AC3E}">
        <p14:creationId xmlns:p14="http://schemas.microsoft.com/office/powerpoint/2010/main" val="814874672"/>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Left Title 3 Column Righ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468E03-1EA0-214F-BDD2-BA223F1D4550}"/>
              </a:ext>
            </a:extLst>
          </p:cNvPr>
          <p:cNvSpPr>
            <a:spLocks noGrp="1"/>
          </p:cNvSpPr>
          <p:nvPr>
            <p:ph type="title" hasCustomPrompt="1"/>
          </p:nvPr>
        </p:nvSpPr>
        <p:spPr>
          <a:xfrm>
            <a:off x="588264" y="585788"/>
            <a:ext cx="2534350" cy="548745"/>
          </a:xfrm>
        </p:spPr>
        <p:txBody>
          <a:bodyPr anchor="t">
            <a:noAutofit/>
          </a:bodyPr>
          <a:lstStyle>
            <a:lvl1pPr>
              <a:defRPr sz="2800">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D826C194-5DF2-7441-B8B3-5C47E35F2F7D}"/>
              </a:ext>
            </a:extLst>
          </p:cNvPr>
          <p:cNvSpPr>
            <a:spLocks noGrp="1"/>
          </p:cNvSpPr>
          <p:nvPr>
            <p:ph type="body" sz="quarter" idx="11"/>
          </p:nvPr>
        </p:nvSpPr>
        <p:spPr>
          <a:xfrm>
            <a:off x="4370387" y="961465"/>
            <a:ext cx="158908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4" name="Text Placeholder 2">
            <a:extLst>
              <a:ext uri="{FF2B5EF4-FFF2-40B4-BE49-F238E27FC236}">
                <a16:creationId xmlns:a16="http://schemas.microsoft.com/office/drawing/2014/main" id="{2A8C8003-FE11-344B-91A7-BA3F99AD5E4D}"/>
              </a:ext>
            </a:extLst>
          </p:cNvPr>
          <p:cNvSpPr>
            <a:spLocks noGrp="1"/>
          </p:cNvSpPr>
          <p:nvPr>
            <p:ph type="body" sz="quarter" idx="12"/>
          </p:nvPr>
        </p:nvSpPr>
        <p:spPr>
          <a:xfrm>
            <a:off x="7192963" y="961465"/>
            <a:ext cx="1584325"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5" name="Text Placeholder 2">
            <a:extLst>
              <a:ext uri="{FF2B5EF4-FFF2-40B4-BE49-F238E27FC236}">
                <a16:creationId xmlns:a16="http://schemas.microsoft.com/office/drawing/2014/main" id="{BBB0E468-375A-A74A-AD5E-EDC93E485E78}"/>
              </a:ext>
            </a:extLst>
          </p:cNvPr>
          <p:cNvSpPr>
            <a:spLocks noGrp="1"/>
          </p:cNvSpPr>
          <p:nvPr>
            <p:ph type="body" sz="quarter" idx="13"/>
          </p:nvPr>
        </p:nvSpPr>
        <p:spPr>
          <a:xfrm>
            <a:off x="4370387" y="3818966"/>
            <a:ext cx="1589088" cy="2453246"/>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6" name="Text Placeholder 2">
            <a:extLst>
              <a:ext uri="{FF2B5EF4-FFF2-40B4-BE49-F238E27FC236}">
                <a16:creationId xmlns:a16="http://schemas.microsoft.com/office/drawing/2014/main" id="{23306775-7E51-4F44-B99E-7E1D443B99E3}"/>
              </a:ext>
            </a:extLst>
          </p:cNvPr>
          <p:cNvSpPr>
            <a:spLocks noGrp="1"/>
          </p:cNvSpPr>
          <p:nvPr>
            <p:ph type="body" sz="quarter" idx="14"/>
          </p:nvPr>
        </p:nvSpPr>
        <p:spPr>
          <a:xfrm>
            <a:off x="7192963" y="3818965"/>
            <a:ext cx="1584325" cy="24532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7" name="Text Placeholder 2">
            <a:extLst>
              <a:ext uri="{FF2B5EF4-FFF2-40B4-BE49-F238E27FC236}">
                <a16:creationId xmlns:a16="http://schemas.microsoft.com/office/drawing/2014/main" id="{F1E6FE8E-4450-8545-9451-92092591B45E}"/>
              </a:ext>
            </a:extLst>
          </p:cNvPr>
          <p:cNvSpPr>
            <a:spLocks noGrp="1"/>
          </p:cNvSpPr>
          <p:nvPr>
            <p:ph type="body" sz="quarter" idx="15"/>
          </p:nvPr>
        </p:nvSpPr>
        <p:spPr>
          <a:xfrm>
            <a:off x="10013950" y="968188"/>
            <a:ext cx="1595438" cy="2413747"/>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8" name="Text Placeholder 2">
            <a:extLst>
              <a:ext uri="{FF2B5EF4-FFF2-40B4-BE49-F238E27FC236}">
                <a16:creationId xmlns:a16="http://schemas.microsoft.com/office/drawing/2014/main" id="{B006F60D-85D6-E049-BDFC-888F7E8E95E3}"/>
              </a:ext>
            </a:extLst>
          </p:cNvPr>
          <p:cNvSpPr>
            <a:spLocks noGrp="1"/>
          </p:cNvSpPr>
          <p:nvPr>
            <p:ph type="body" sz="quarter" idx="16"/>
          </p:nvPr>
        </p:nvSpPr>
        <p:spPr>
          <a:xfrm>
            <a:off x="10013950" y="3832412"/>
            <a:ext cx="1595438" cy="2439800"/>
          </a:xfrm>
        </p:spPr>
        <p:txBody>
          <a:bodyPr anchor="t">
            <a:noAutofit/>
          </a:bodyPr>
          <a:lstStyle>
            <a:lvl1pPr marL="0" indent="0">
              <a:spcAft>
                <a:spcPts val="600"/>
              </a:spcAft>
              <a:buFont typeface="Wingdings" panose="05000000000000000000" pitchFamily="2" charset="2"/>
              <a:buNone/>
              <a:defRPr sz="1400"/>
            </a:lvl1pPr>
          </a:lstStyle>
          <a:p>
            <a:pPr lvl="0"/>
            <a:r>
              <a:rPr lang="en-US"/>
              <a:t>Click to edit Master text styles</a:t>
            </a:r>
          </a:p>
        </p:txBody>
      </p:sp>
      <p:sp>
        <p:nvSpPr>
          <p:cNvPr id="9" name="Text Placeholder 2">
            <a:extLst>
              <a:ext uri="{FF2B5EF4-FFF2-40B4-BE49-F238E27FC236}">
                <a16:creationId xmlns:a16="http://schemas.microsoft.com/office/drawing/2014/main" id="{CC8AF00F-83DA-104D-A2BF-D2C439FE9BB3}"/>
              </a:ext>
            </a:extLst>
          </p:cNvPr>
          <p:cNvSpPr>
            <a:spLocks noGrp="1"/>
          </p:cNvSpPr>
          <p:nvPr>
            <p:ph type="body" sz="quarter" idx="17" hasCustomPrompt="1"/>
          </p:nvPr>
        </p:nvSpPr>
        <p:spPr>
          <a:xfrm>
            <a:off x="4370387" y="585789"/>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1</a:t>
            </a:r>
          </a:p>
        </p:txBody>
      </p:sp>
      <p:sp>
        <p:nvSpPr>
          <p:cNvPr id="10" name="Text Placeholder 2">
            <a:extLst>
              <a:ext uri="{FF2B5EF4-FFF2-40B4-BE49-F238E27FC236}">
                <a16:creationId xmlns:a16="http://schemas.microsoft.com/office/drawing/2014/main" id="{24A44678-F325-7746-8C84-E6F44D505769}"/>
              </a:ext>
            </a:extLst>
          </p:cNvPr>
          <p:cNvSpPr>
            <a:spLocks noGrp="1"/>
          </p:cNvSpPr>
          <p:nvPr>
            <p:ph type="body" sz="quarter" idx="18" hasCustomPrompt="1"/>
          </p:nvPr>
        </p:nvSpPr>
        <p:spPr>
          <a:xfrm>
            <a:off x="7192962" y="585789"/>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2</a:t>
            </a:r>
          </a:p>
        </p:txBody>
      </p:sp>
      <p:sp>
        <p:nvSpPr>
          <p:cNvPr id="12" name="Text Placeholder 2">
            <a:extLst>
              <a:ext uri="{FF2B5EF4-FFF2-40B4-BE49-F238E27FC236}">
                <a16:creationId xmlns:a16="http://schemas.microsoft.com/office/drawing/2014/main" id="{0EF3CCAA-003D-324C-9FAA-5B5DC19336A2}"/>
              </a:ext>
            </a:extLst>
          </p:cNvPr>
          <p:cNvSpPr>
            <a:spLocks noGrp="1"/>
          </p:cNvSpPr>
          <p:nvPr>
            <p:ph type="body" sz="quarter" idx="19" hasCustomPrompt="1"/>
          </p:nvPr>
        </p:nvSpPr>
        <p:spPr>
          <a:xfrm>
            <a:off x="10013950" y="585789"/>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3</a:t>
            </a:r>
          </a:p>
        </p:txBody>
      </p:sp>
      <p:sp>
        <p:nvSpPr>
          <p:cNvPr id="13" name="Text Placeholder 2">
            <a:extLst>
              <a:ext uri="{FF2B5EF4-FFF2-40B4-BE49-F238E27FC236}">
                <a16:creationId xmlns:a16="http://schemas.microsoft.com/office/drawing/2014/main" id="{C2BCACD0-0017-9A49-9325-DCBC40CB2C2D}"/>
              </a:ext>
            </a:extLst>
          </p:cNvPr>
          <p:cNvSpPr>
            <a:spLocks noGrp="1"/>
          </p:cNvSpPr>
          <p:nvPr>
            <p:ph type="body" sz="quarter" idx="20" hasCustomPrompt="1"/>
          </p:nvPr>
        </p:nvSpPr>
        <p:spPr>
          <a:xfrm>
            <a:off x="4371875" y="3442448"/>
            <a:ext cx="1587600"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4</a:t>
            </a:r>
          </a:p>
        </p:txBody>
      </p:sp>
      <p:sp>
        <p:nvSpPr>
          <p:cNvPr id="14" name="Text Placeholder 2">
            <a:extLst>
              <a:ext uri="{FF2B5EF4-FFF2-40B4-BE49-F238E27FC236}">
                <a16:creationId xmlns:a16="http://schemas.microsoft.com/office/drawing/2014/main" id="{E251C719-BC21-8C4B-9DBC-6E80CFA162A9}"/>
              </a:ext>
            </a:extLst>
          </p:cNvPr>
          <p:cNvSpPr>
            <a:spLocks noGrp="1"/>
          </p:cNvSpPr>
          <p:nvPr>
            <p:ph type="body" sz="quarter" idx="21" hasCustomPrompt="1"/>
          </p:nvPr>
        </p:nvSpPr>
        <p:spPr>
          <a:xfrm>
            <a:off x="7198939" y="3442447"/>
            <a:ext cx="1584326"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5</a:t>
            </a:r>
          </a:p>
        </p:txBody>
      </p:sp>
      <p:sp>
        <p:nvSpPr>
          <p:cNvPr id="15" name="Text Placeholder 2">
            <a:extLst>
              <a:ext uri="{FF2B5EF4-FFF2-40B4-BE49-F238E27FC236}">
                <a16:creationId xmlns:a16="http://schemas.microsoft.com/office/drawing/2014/main" id="{F4273179-F1BC-0844-A024-D6A32BBE630E}"/>
              </a:ext>
            </a:extLst>
          </p:cNvPr>
          <p:cNvSpPr>
            <a:spLocks noGrp="1"/>
          </p:cNvSpPr>
          <p:nvPr>
            <p:ph type="body" sz="quarter" idx="22" hasCustomPrompt="1"/>
          </p:nvPr>
        </p:nvSpPr>
        <p:spPr>
          <a:xfrm>
            <a:off x="10013950" y="3453944"/>
            <a:ext cx="1595438" cy="360000"/>
          </a:xfrm>
        </p:spPr>
        <p:txBody>
          <a:bodyPr anchor="b">
            <a:noAutofit/>
          </a:bodyPr>
          <a:lstStyle>
            <a:lvl1pPr marL="0" indent="0">
              <a:spcAft>
                <a:spcPts val="600"/>
              </a:spcAft>
              <a:buFont typeface="Wingdings" panose="05000000000000000000" pitchFamily="2" charset="2"/>
              <a:buNone/>
              <a:defRPr sz="2000">
                <a:solidFill>
                  <a:schemeClr val="accent3"/>
                </a:solidFill>
                <a:latin typeface="+mj-lt"/>
              </a:defRPr>
            </a:lvl1pPr>
          </a:lstStyle>
          <a:p>
            <a:pPr lvl="0"/>
            <a:r>
              <a:rPr lang="en-US"/>
              <a:t>6</a:t>
            </a:r>
          </a:p>
        </p:txBody>
      </p:sp>
      <p:sp>
        <p:nvSpPr>
          <p:cNvPr id="17" name="Text Placeholder 16">
            <a:extLst>
              <a:ext uri="{FF2B5EF4-FFF2-40B4-BE49-F238E27FC236}">
                <a16:creationId xmlns:a16="http://schemas.microsoft.com/office/drawing/2014/main" id="{A6C6A35A-94DF-F144-AECD-CDD578CC4A7D}"/>
              </a:ext>
            </a:extLst>
          </p:cNvPr>
          <p:cNvSpPr>
            <a:spLocks noGrp="1"/>
          </p:cNvSpPr>
          <p:nvPr>
            <p:ph type="body" sz="quarter" idx="23"/>
          </p:nvPr>
        </p:nvSpPr>
        <p:spPr>
          <a:xfrm>
            <a:off x="584200" y="1436688"/>
            <a:ext cx="2538413" cy="1249573"/>
          </a:xfrm>
        </p:spPr>
        <p:txBody>
          <a:bodyPr/>
          <a:lstStyle>
            <a:lvl1pPr marL="0" indent="0">
              <a:buNone/>
              <a:defRPr sz="1400">
                <a:solidFill>
                  <a:schemeClr val="tx1"/>
                </a:solidFill>
              </a:defRPr>
            </a:lvl1pPr>
            <a:lvl2pPr marL="228600" indent="0">
              <a:buNone/>
              <a:defRPr sz="1400">
                <a:solidFill>
                  <a:schemeClr val="tx1"/>
                </a:solidFill>
              </a:defRPr>
            </a:lvl2pPr>
            <a:lvl3pPr marL="457200" indent="0">
              <a:buNone/>
              <a:defRPr sz="1400">
                <a:solidFill>
                  <a:schemeClr val="tx1"/>
                </a:solidFill>
              </a:defRPr>
            </a:lvl3pPr>
            <a:lvl4pPr marL="661988" indent="0">
              <a:buNone/>
              <a:defRPr sz="1400">
                <a:solidFill>
                  <a:schemeClr val="tx1"/>
                </a:solidFill>
              </a:defRPr>
            </a:lvl4pPr>
            <a:lvl5pPr marL="855663" indent="0">
              <a:buNone/>
              <a:defRPr sz="1400">
                <a:solidFill>
                  <a:schemeClr val="tx1"/>
                </a:solidFill>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851879971"/>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0" pos="1967">
          <p15:clr>
            <a:srgbClr val="A4A3A4"/>
          </p15:clr>
        </p15:guide>
        <p15:guide id="11" pos="2150">
          <p15:clr>
            <a:srgbClr val="A4A3A4"/>
          </p15:clr>
        </p15:guide>
        <p15:guide id="12" pos="2561">
          <p15:clr>
            <a:srgbClr val="A4A3A4"/>
          </p15:clr>
        </p15:guide>
        <p15:guide id="13" pos="2744">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8" orient="horz" pos="905">
          <p15:clr>
            <a:srgbClr val="5ACBF0"/>
          </p15:clr>
        </p15:guide>
        <p15:guide id="30" orient="horz" pos="288">
          <p15:clr>
            <a:srgbClr val="5ACBF0"/>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userDrawn="1">
  <p:cSld name="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t">
            <a:noAutofit/>
          </a:bodyPr>
          <a:lstStyle>
            <a:lvl1pPr marL="231775" indent="-231775">
              <a:spcAft>
                <a:spcPts val="600"/>
              </a:spcAft>
              <a:buFont typeface="Wingdings" panose="05000000000000000000" pitchFamily="2" charset="2"/>
              <a:buChar char=""/>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477707390"/>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13" name="Text Placeholder 12">
            <a:extLst>
              <a:ext uri="{FF2B5EF4-FFF2-40B4-BE49-F238E27FC236}">
                <a16:creationId xmlns:a16="http://schemas.microsoft.com/office/drawing/2014/main" id="{5A7F7DDB-BF21-0B40-8DBB-D5BC0B4C25FC}"/>
              </a:ext>
            </a:extLst>
          </p:cNvPr>
          <p:cNvSpPr>
            <a:spLocks noGrp="1"/>
          </p:cNvSpPr>
          <p:nvPr>
            <p:ph type="body" sz="quarter" idx="12" hasCustomPrompt="1"/>
          </p:nvPr>
        </p:nvSpPr>
        <p:spPr>
          <a:xfrm>
            <a:off x="49418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4" name="Text Placeholder 12">
            <a:extLst>
              <a:ext uri="{FF2B5EF4-FFF2-40B4-BE49-F238E27FC236}">
                <a16:creationId xmlns:a16="http://schemas.microsoft.com/office/drawing/2014/main" id="{4BDDDD90-9BFD-D94C-A026-A013126F234B}"/>
              </a:ext>
            </a:extLst>
          </p:cNvPr>
          <p:cNvSpPr>
            <a:spLocks noGrp="1"/>
          </p:cNvSpPr>
          <p:nvPr>
            <p:ph type="body" sz="quarter" idx="13" hasCustomPrompt="1"/>
          </p:nvPr>
        </p:nvSpPr>
        <p:spPr>
          <a:xfrm>
            <a:off x="8688288" y="125801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5" name="Text Placeholder 12">
            <a:extLst>
              <a:ext uri="{FF2B5EF4-FFF2-40B4-BE49-F238E27FC236}">
                <a16:creationId xmlns:a16="http://schemas.microsoft.com/office/drawing/2014/main" id="{232B6EB5-03C8-914E-9180-000AE9B40A6D}"/>
              </a:ext>
            </a:extLst>
          </p:cNvPr>
          <p:cNvSpPr>
            <a:spLocks noGrp="1"/>
          </p:cNvSpPr>
          <p:nvPr>
            <p:ph type="body" sz="quarter" idx="14" hasCustomPrompt="1"/>
          </p:nvPr>
        </p:nvSpPr>
        <p:spPr>
          <a:xfrm>
            <a:off x="49419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6" name="Text Placeholder 12">
            <a:extLst>
              <a:ext uri="{FF2B5EF4-FFF2-40B4-BE49-F238E27FC236}">
                <a16:creationId xmlns:a16="http://schemas.microsoft.com/office/drawing/2014/main" id="{E05CAB66-4649-1E49-8948-4B95A4DA20C6}"/>
              </a:ext>
            </a:extLst>
          </p:cNvPr>
          <p:cNvSpPr>
            <a:spLocks noGrp="1"/>
          </p:cNvSpPr>
          <p:nvPr>
            <p:ph type="body" sz="quarter" idx="15" hasCustomPrompt="1"/>
          </p:nvPr>
        </p:nvSpPr>
        <p:spPr>
          <a:xfrm>
            <a:off x="8688388" y="2960688"/>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7" name="Text Placeholder 12">
            <a:extLst>
              <a:ext uri="{FF2B5EF4-FFF2-40B4-BE49-F238E27FC236}">
                <a16:creationId xmlns:a16="http://schemas.microsoft.com/office/drawing/2014/main" id="{42F89A67-E82E-F843-9DEB-23D191BCA6DA}"/>
              </a:ext>
            </a:extLst>
          </p:cNvPr>
          <p:cNvSpPr>
            <a:spLocks noGrp="1"/>
          </p:cNvSpPr>
          <p:nvPr>
            <p:ph type="body" sz="quarter" idx="16" hasCustomPrompt="1"/>
          </p:nvPr>
        </p:nvSpPr>
        <p:spPr>
          <a:xfrm>
            <a:off x="49419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
        <p:nvSpPr>
          <p:cNvPr id="18" name="Text Placeholder 12">
            <a:extLst>
              <a:ext uri="{FF2B5EF4-FFF2-40B4-BE49-F238E27FC236}">
                <a16:creationId xmlns:a16="http://schemas.microsoft.com/office/drawing/2014/main" id="{0B8598BC-5AC5-AD4D-A8E2-20CD9CD176BF}"/>
              </a:ext>
            </a:extLst>
          </p:cNvPr>
          <p:cNvSpPr>
            <a:spLocks noGrp="1"/>
          </p:cNvSpPr>
          <p:nvPr>
            <p:ph type="body" sz="quarter" idx="17" hasCustomPrompt="1"/>
          </p:nvPr>
        </p:nvSpPr>
        <p:spPr>
          <a:xfrm>
            <a:off x="8688388" y="4545013"/>
            <a:ext cx="2605087" cy="1323439"/>
          </a:xfrm>
        </p:spPr>
        <p:txBody>
          <a:bodyPr/>
          <a:lstStyle>
            <a:lvl1pPr marL="0" indent="0">
              <a:buNone/>
              <a:defRPr sz="1400">
                <a:latin typeface="+mj-lt"/>
              </a:defRPr>
            </a:lvl1pPr>
            <a:lvl2pPr marL="9525" indent="0">
              <a:buNone/>
              <a:tabLst/>
              <a:defRPr sz="1200">
                <a:solidFill>
                  <a:schemeClr val="accent6"/>
                </a:solidFill>
                <a:latin typeface="+mn-lt"/>
              </a:defRPr>
            </a:lvl2pPr>
            <a:lvl3pPr marL="457200" indent="0">
              <a:buNone/>
              <a:defRPr sz="1200">
                <a:latin typeface="+mn-lt"/>
              </a:defRPr>
            </a:lvl3pPr>
            <a:lvl4pPr marL="661988" indent="0">
              <a:buNone/>
              <a:defRPr sz="1200">
                <a:latin typeface="+mn-lt"/>
              </a:defRPr>
            </a:lvl4pPr>
            <a:lvl5pPr marL="855663" indent="0">
              <a:buNone/>
              <a:defRPr sz="1200">
                <a:latin typeface="+mn-lt"/>
              </a:defRPr>
            </a:lvl5pPr>
          </a:lstStyle>
          <a:p>
            <a:pPr lvl="0"/>
            <a:r>
              <a:rPr lang="en-US" err="1"/>
              <a:t>Firstname</a:t>
            </a:r>
            <a:r>
              <a:rPr lang="en-US"/>
              <a:t> </a:t>
            </a:r>
            <a:r>
              <a:rPr lang="en-US" err="1"/>
              <a:t>Lastname</a:t>
            </a:r>
            <a:endParaRPr lang="en-US"/>
          </a:p>
          <a:p>
            <a:pPr lvl="1"/>
            <a:r>
              <a:rPr lang="en-US"/>
              <a:t>Title</a:t>
            </a:r>
          </a:p>
          <a:p>
            <a:pPr lvl="1"/>
            <a:endParaRPr lang="en-US"/>
          </a:p>
          <a:p>
            <a:pPr lvl="1"/>
            <a:r>
              <a:rPr lang="en-US"/>
              <a:t>m: xxx-xxx-</a:t>
            </a:r>
            <a:r>
              <a:rPr lang="en-US" err="1"/>
              <a:t>xxxx</a:t>
            </a:r>
            <a:endParaRPr lang="en-US"/>
          </a:p>
          <a:p>
            <a:pPr lvl="1"/>
            <a:r>
              <a:rPr lang="en-US"/>
              <a:t>t: xxx-xxx-</a:t>
            </a:r>
            <a:r>
              <a:rPr lang="en-US" err="1"/>
              <a:t>xxxx</a:t>
            </a:r>
            <a:endParaRPr lang="en-US"/>
          </a:p>
          <a:p>
            <a:pPr lvl="1"/>
            <a:r>
              <a:rPr lang="en-US"/>
              <a:t>e: </a:t>
            </a:r>
            <a:r>
              <a:rPr lang="en-US" err="1"/>
              <a:t>xxxxxxxxxxxxxxxxx@microsoft.com</a:t>
            </a:r>
            <a:endParaRPr lang="en-US"/>
          </a:p>
        </p:txBody>
      </p:sp>
    </p:spTree>
    <p:extLst>
      <p:ext uri="{BB962C8B-B14F-4D97-AF65-F5344CB8AC3E}">
        <p14:creationId xmlns:p14="http://schemas.microsoft.com/office/powerpoint/2010/main" val="3678369299"/>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userDrawn="1">
  <p:cSld name="Title and text side by side multi column 2">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3118624"/>
          </a:xfrm>
        </p:spPr>
        <p:txBody>
          <a:bodyPr anchor="t">
            <a:noAutofit/>
          </a:bodyPr>
          <a:lstStyle>
            <a:lvl1pPr>
              <a:defRPr>
                <a:solidFill>
                  <a:schemeClr val="accent3"/>
                </a:solidFill>
              </a:defRPr>
            </a:lvl1pPr>
          </a:lstStyle>
          <a:p>
            <a:r>
              <a:rPr lang="en-US"/>
              <a:t>Resources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29" name="Text Placeholder 4">
            <a:extLst>
              <a:ext uri="{FF2B5EF4-FFF2-40B4-BE49-F238E27FC236}">
                <a16:creationId xmlns:a16="http://schemas.microsoft.com/office/drawing/2014/main" id="{8F144F22-0BD6-9648-A319-DDB697CF396B}"/>
              </a:ext>
            </a:extLst>
          </p:cNvPr>
          <p:cNvSpPr>
            <a:spLocks noGrp="1"/>
          </p:cNvSpPr>
          <p:nvPr>
            <p:ph type="body" sz="quarter" idx="12" hasCustomPrompt="1"/>
          </p:nvPr>
        </p:nvSpPr>
        <p:spPr>
          <a:xfrm>
            <a:off x="8688289"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0" name="Text Placeholder 7">
            <a:extLst>
              <a:ext uri="{FF2B5EF4-FFF2-40B4-BE49-F238E27FC236}">
                <a16:creationId xmlns:a16="http://schemas.microsoft.com/office/drawing/2014/main" id="{5CF58F7B-2211-6646-985A-CAD949B1B5E7}"/>
              </a:ext>
            </a:extLst>
          </p:cNvPr>
          <p:cNvSpPr>
            <a:spLocks noGrp="1"/>
          </p:cNvSpPr>
          <p:nvPr>
            <p:ph type="body" sz="quarter" idx="13" hasCustomPrompt="1"/>
          </p:nvPr>
        </p:nvSpPr>
        <p:spPr>
          <a:xfrm>
            <a:off x="8688288"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1" name="Text Placeholder 4">
            <a:extLst>
              <a:ext uri="{FF2B5EF4-FFF2-40B4-BE49-F238E27FC236}">
                <a16:creationId xmlns:a16="http://schemas.microsoft.com/office/drawing/2014/main" id="{405EE505-078A-9D4D-AB44-E74DDB284FDF}"/>
              </a:ext>
            </a:extLst>
          </p:cNvPr>
          <p:cNvSpPr>
            <a:spLocks noGrp="1"/>
          </p:cNvSpPr>
          <p:nvPr>
            <p:ph type="body" sz="quarter" idx="14" hasCustomPrompt="1"/>
          </p:nvPr>
        </p:nvSpPr>
        <p:spPr>
          <a:xfrm>
            <a:off x="4943872" y="718472"/>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2" name="Text Placeholder 7">
            <a:extLst>
              <a:ext uri="{FF2B5EF4-FFF2-40B4-BE49-F238E27FC236}">
                <a16:creationId xmlns:a16="http://schemas.microsoft.com/office/drawing/2014/main" id="{C8C6E084-6AAE-1F47-A359-962769636923}"/>
              </a:ext>
            </a:extLst>
          </p:cNvPr>
          <p:cNvSpPr>
            <a:spLocks noGrp="1"/>
          </p:cNvSpPr>
          <p:nvPr>
            <p:ph type="body" sz="quarter" idx="15" hasCustomPrompt="1"/>
          </p:nvPr>
        </p:nvSpPr>
        <p:spPr>
          <a:xfrm>
            <a:off x="4943871" y="1346405"/>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3" name="Text Placeholder 4">
            <a:extLst>
              <a:ext uri="{FF2B5EF4-FFF2-40B4-BE49-F238E27FC236}">
                <a16:creationId xmlns:a16="http://schemas.microsoft.com/office/drawing/2014/main" id="{1028C337-4BBC-0847-9E7B-072AA5006B67}"/>
              </a:ext>
            </a:extLst>
          </p:cNvPr>
          <p:cNvSpPr>
            <a:spLocks noGrp="1"/>
          </p:cNvSpPr>
          <p:nvPr>
            <p:ph type="body" sz="quarter" idx="16" hasCustomPrompt="1"/>
          </p:nvPr>
        </p:nvSpPr>
        <p:spPr>
          <a:xfrm>
            <a:off x="8688388"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4" name="Text Placeholder 7">
            <a:extLst>
              <a:ext uri="{FF2B5EF4-FFF2-40B4-BE49-F238E27FC236}">
                <a16:creationId xmlns:a16="http://schemas.microsoft.com/office/drawing/2014/main" id="{3CA908C0-CC26-994C-BCBB-16677F403D53}"/>
              </a:ext>
            </a:extLst>
          </p:cNvPr>
          <p:cNvSpPr>
            <a:spLocks noGrp="1"/>
          </p:cNvSpPr>
          <p:nvPr>
            <p:ph type="body" sz="quarter" idx="17" hasCustomPrompt="1"/>
          </p:nvPr>
        </p:nvSpPr>
        <p:spPr>
          <a:xfrm>
            <a:off x="8688387"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5" name="Text Placeholder 4">
            <a:extLst>
              <a:ext uri="{FF2B5EF4-FFF2-40B4-BE49-F238E27FC236}">
                <a16:creationId xmlns:a16="http://schemas.microsoft.com/office/drawing/2014/main" id="{2DF3FE50-082A-0948-BD94-1E474F8B6650}"/>
              </a:ext>
            </a:extLst>
          </p:cNvPr>
          <p:cNvSpPr>
            <a:spLocks noGrp="1"/>
          </p:cNvSpPr>
          <p:nvPr>
            <p:ph type="body" sz="quarter" idx="18" hasCustomPrompt="1"/>
          </p:nvPr>
        </p:nvSpPr>
        <p:spPr>
          <a:xfrm>
            <a:off x="4943971" y="2528888"/>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6" name="Text Placeholder 7">
            <a:extLst>
              <a:ext uri="{FF2B5EF4-FFF2-40B4-BE49-F238E27FC236}">
                <a16:creationId xmlns:a16="http://schemas.microsoft.com/office/drawing/2014/main" id="{51B46850-7DCD-C045-8688-B3173EA7128A}"/>
              </a:ext>
            </a:extLst>
          </p:cNvPr>
          <p:cNvSpPr>
            <a:spLocks noGrp="1"/>
          </p:cNvSpPr>
          <p:nvPr>
            <p:ph type="body" sz="quarter" idx="19" hasCustomPrompt="1"/>
          </p:nvPr>
        </p:nvSpPr>
        <p:spPr>
          <a:xfrm>
            <a:off x="4943970" y="3156821"/>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7" name="Text Placeholder 4">
            <a:extLst>
              <a:ext uri="{FF2B5EF4-FFF2-40B4-BE49-F238E27FC236}">
                <a16:creationId xmlns:a16="http://schemas.microsoft.com/office/drawing/2014/main" id="{2281B86D-86C4-EF4D-8E51-FA06DC5C129C}"/>
              </a:ext>
            </a:extLst>
          </p:cNvPr>
          <p:cNvSpPr>
            <a:spLocks noGrp="1"/>
          </p:cNvSpPr>
          <p:nvPr>
            <p:ph type="body" sz="quarter" idx="20" hasCustomPrompt="1"/>
          </p:nvPr>
        </p:nvSpPr>
        <p:spPr>
          <a:xfrm>
            <a:off x="8688388"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38" name="Text Placeholder 7">
            <a:extLst>
              <a:ext uri="{FF2B5EF4-FFF2-40B4-BE49-F238E27FC236}">
                <a16:creationId xmlns:a16="http://schemas.microsoft.com/office/drawing/2014/main" id="{CD7C6A60-8B27-F941-BE59-3393319E04A8}"/>
              </a:ext>
            </a:extLst>
          </p:cNvPr>
          <p:cNvSpPr>
            <a:spLocks noGrp="1"/>
          </p:cNvSpPr>
          <p:nvPr>
            <p:ph type="body" sz="quarter" idx="21" hasCustomPrompt="1"/>
          </p:nvPr>
        </p:nvSpPr>
        <p:spPr>
          <a:xfrm>
            <a:off x="8688387"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
        <p:nvSpPr>
          <p:cNvPr id="39" name="Text Placeholder 4">
            <a:extLst>
              <a:ext uri="{FF2B5EF4-FFF2-40B4-BE49-F238E27FC236}">
                <a16:creationId xmlns:a16="http://schemas.microsoft.com/office/drawing/2014/main" id="{65525191-F6B4-544C-B681-5D4D7614A715}"/>
              </a:ext>
            </a:extLst>
          </p:cNvPr>
          <p:cNvSpPr>
            <a:spLocks noGrp="1"/>
          </p:cNvSpPr>
          <p:nvPr>
            <p:ph type="body" sz="quarter" idx="22" hasCustomPrompt="1"/>
          </p:nvPr>
        </p:nvSpPr>
        <p:spPr>
          <a:xfrm>
            <a:off x="4943971" y="4508500"/>
            <a:ext cx="2921100" cy="549890"/>
          </a:xfrm>
        </p:spPr>
        <p:txBody>
          <a:bodyPr/>
          <a:lstStyle>
            <a:lvl1pPr marL="0" indent="0">
              <a:buNone/>
              <a:defRPr sz="2400">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a:t>Resource type</a:t>
            </a:r>
          </a:p>
        </p:txBody>
      </p:sp>
      <p:sp>
        <p:nvSpPr>
          <p:cNvPr id="40" name="Text Placeholder 7">
            <a:extLst>
              <a:ext uri="{FF2B5EF4-FFF2-40B4-BE49-F238E27FC236}">
                <a16:creationId xmlns:a16="http://schemas.microsoft.com/office/drawing/2014/main" id="{382BF458-E658-2448-A63F-544B4E757619}"/>
              </a:ext>
            </a:extLst>
          </p:cNvPr>
          <p:cNvSpPr>
            <a:spLocks noGrp="1"/>
          </p:cNvSpPr>
          <p:nvPr>
            <p:ph type="body" sz="quarter" idx="23" hasCustomPrompt="1"/>
          </p:nvPr>
        </p:nvSpPr>
        <p:spPr>
          <a:xfrm>
            <a:off x="4943970" y="5136433"/>
            <a:ext cx="2921101" cy="473976"/>
          </a:xfrm>
        </p:spPr>
        <p:txBody>
          <a:bodyPr/>
          <a:lstStyle>
            <a:lvl1pPr>
              <a:defRPr sz="1400">
                <a:solidFill>
                  <a:schemeClr val="accent6"/>
                </a:solidFill>
              </a:defRPr>
            </a:lvl1pPr>
            <a:lvl2pPr marL="228600" indent="0">
              <a:buNone/>
              <a:defRPr sz="1400">
                <a:solidFill>
                  <a:schemeClr val="accent6"/>
                </a:solidFill>
              </a:defRPr>
            </a:lvl2pPr>
            <a:lvl3pPr>
              <a:defRPr sz="1400">
                <a:solidFill>
                  <a:schemeClr val="accent6"/>
                </a:solidFill>
              </a:defRPr>
            </a:lvl3pPr>
            <a:lvl4pPr>
              <a:defRPr sz="1400">
                <a:solidFill>
                  <a:schemeClr val="accent6"/>
                </a:solidFill>
              </a:defRPr>
            </a:lvl4pPr>
            <a:lvl5pPr>
              <a:defRPr sz="1400">
                <a:solidFill>
                  <a:schemeClr val="accent6"/>
                </a:solidFill>
              </a:defRPr>
            </a:lvl5pPr>
          </a:lstStyle>
          <a:p>
            <a:pPr lvl="0"/>
            <a:r>
              <a:rPr lang="en-US"/>
              <a:t>Resource name</a:t>
            </a:r>
          </a:p>
          <a:p>
            <a:pPr lvl="0"/>
            <a:r>
              <a:rPr lang="en-US"/>
              <a:t>Resource name</a:t>
            </a:r>
          </a:p>
        </p:txBody>
      </p:sp>
    </p:spTree>
    <p:extLst>
      <p:ext uri="{BB962C8B-B14F-4D97-AF65-F5344CB8AC3E}">
        <p14:creationId xmlns:p14="http://schemas.microsoft.com/office/powerpoint/2010/main" val="1523124432"/>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30" pos="2376">
          <p15:clr>
            <a:srgbClr val="5ACBF0"/>
          </p15:clr>
        </p15:guide>
        <p15:guide id="31" pos="3113">
          <p15:clr>
            <a:srgbClr val="5ACBF0"/>
          </p15:clr>
        </p15:guide>
        <p15:guide id="32" pos="5473" userDrawn="1">
          <p15:clr>
            <a:srgbClr val="FBAE40"/>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userDrawn="1">
  <p:cSld name="2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75747"/>
          </a:xfrm>
        </p:spPr>
        <p:txBody>
          <a:bodyPr anchor="t">
            <a:noAutofit/>
          </a:bodyPr>
          <a:lstStyle>
            <a:lvl1pPr>
              <a:defRPr>
                <a:solidFill>
                  <a:schemeClr val="accent3"/>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584200" y="1286005"/>
            <a:ext cx="3187700" cy="4983033"/>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Subtitle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3692486796"/>
      </p:ext>
    </p:extLst>
  </p:cSld>
  <p:clrMapOvr>
    <a:masterClrMapping/>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userDrawn="1">
  <p:cSld name="1_Title and text side by side 3">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33145D81-1C8C-4946-BE5C-32EF3FAA542B}"/>
              </a:ext>
            </a:extLst>
          </p:cNvPr>
          <p:cNvSpPr/>
          <p:nvPr userDrawn="1"/>
        </p:nvSpPr>
        <p:spPr bwMode="auto">
          <a:xfrm>
            <a:off x="7835900" y="0"/>
            <a:ext cx="4356100"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4200" y="585788"/>
            <a:ext cx="6088063" cy="608698"/>
          </a:xfrm>
        </p:spPr>
        <p:txBody>
          <a:bodyPr anchor="t">
            <a:noAutofit/>
          </a:bodyPr>
          <a:lstStyle>
            <a:lvl1pPr>
              <a:defRPr>
                <a:solidFill>
                  <a:schemeClr val="tx2"/>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8361404" y="585788"/>
            <a:ext cx="3247983" cy="5683249"/>
          </a:xfrm>
        </p:spPr>
        <p:txBody>
          <a:bodyPr anchor="t">
            <a:noAutofit/>
          </a:bodyPr>
          <a:lstStyle>
            <a:lvl1pPr marL="0" indent="0">
              <a:spcAft>
                <a:spcPts val="600"/>
              </a:spcAft>
              <a:buFont typeface="Wingdings" panose="05000000000000000000" pitchFamily="2" charset="2"/>
              <a:buNone/>
              <a:defRPr sz="2000">
                <a:solidFill>
                  <a:schemeClr val="bg1"/>
                </a:solidFill>
              </a:defRPr>
            </a:lvl1pPr>
          </a:lstStyle>
          <a:p>
            <a:pPr lvl="0"/>
            <a:r>
              <a:rPr lang="en-US"/>
              <a:t>Click to edit Master text styles</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731C9FF9-0EE9-A946-8C26-107C9EB0E78C}"/>
              </a:ext>
            </a:extLst>
          </p:cNvPr>
          <p:cNvSpPr>
            <a:spLocks noGrp="1"/>
          </p:cNvSpPr>
          <p:nvPr>
            <p:ph type="body" sz="quarter" idx="12"/>
          </p:nvPr>
        </p:nvSpPr>
        <p:spPr>
          <a:xfrm>
            <a:off x="584200" y="1196752"/>
            <a:ext cx="6088063" cy="2232247"/>
          </a:xfrm>
        </p:spPr>
        <p:txBody>
          <a:bodyPr anchor="t">
            <a:noAutofit/>
          </a:bodyPr>
          <a:lstStyle>
            <a:lvl1pPr marL="0" indent="0">
              <a:spcAft>
                <a:spcPts val="600"/>
              </a:spcAft>
              <a:buFont typeface="Wingdings" panose="05000000000000000000" pitchFamily="2" charset="2"/>
              <a:buNone/>
              <a:defRPr sz="2000">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75047256"/>
      </p:ext>
    </p:extLst>
  </p:cSld>
  <p:clrMapOvr>
    <a:masterClrMapping/>
  </p:clrMapOvr>
  <p:transition>
    <p:fade/>
  </p:transition>
  <p:extLst>
    <p:ext uri="{DCECCB84-F9BA-43D5-87BE-67443E8EF086}">
      <p15:sldGuideLst xmlns:p15="http://schemas.microsoft.com/office/powerpoint/2012/main">
        <p15:guide id="13" pos="4929" userDrawn="1">
          <p15:clr>
            <a:srgbClr val="5ACBF0"/>
          </p15:clr>
        </p15:guide>
        <p15:guide id="29" orient="horz" pos="2160">
          <p15:clr>
            <a:srgbClr val="5ACBF0"/>
          </p15:clr>
        </p15:guide>
        <p15:guide id="30" pos="4566" userDrawn="1">
          <p15:clr>
            <a:srgbClr val="5ACBF0"/>
          </p15:clr>
        </p15:guide>
        <p15:guide id="31" pos="4203" userDrawn="1">
          <p15:clr>
            <a:srgbClr val="5ACBF0"/>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userDrawn="1">
  <p:cSld name="Title and text side by side 4">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E5C076-3B78-4451-8068-576892A08E9C}"/>
              </a:ext>
            </a:extLst>
          </p:cNvPr>
          <p:cNvSpPr>
            <a:spLocks noGrp="1"/>
          </p:cNvSpPr>
          <p:nvPr>
            <p:ph type="title" hasCustomPrompt="1"/>
          </p:nvPr>
        </p:nvSpPr>
        <p:spPr>
          <a:xfrm>
            <a:off x="588263" y="585788"/>
            <a:ext cx="3182027" cy="5683250"/>
          </a:xfrm>
        </p:spPr>
        <p:txBody>
          <a:bodyPr anchor="ctr">
            <a:noAutofit/>
          </a:bodyPr>
          <a:lstStyle>
            <a:lvl1pPr>
              <a:defRPr>
                <a:solidFill>
                  <a:schemeClr val="tx1"/>
                </a:solidFill>
              </a:defRPr>
            </a:lvl1pPr>
          </a:lstStyle>
          <a:p>
            <a:r>
              <a:rPr lang="en-US"/>
              <a:t>Title</a:t>
            </a:r>
          </a:p>
        </p:txBody>
      </p:sp>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p:nvPr>
        </p:nvSpPr>
        <p:spPr>
          <a:xfrm>
            <a:off x="4941888" y="585788"/>
            <a:ext cx="6667500"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cxnSp>
        <p:nvCxnSpPr>
          <p:cNvPr id="5" name="Straight Connector 4">
            <a:extLst>
              <a:ext uri="{FF2B5EF4-FFF2-40B4-BE49-F238E27FC236}">
                <a16:creationId xmlns:a16="http://schemas.microsoft.com/office/drawing/2014/main" id="{C35867F2-3994-4092-B53B-5792FEE69887}"/>
              </a:ext>
              <a:ext uri="{C183D7F6-B498-43B3-948B-1728B52AA6E4}">
                <adec:decorative xmlns:adec="http://schemas.microsoft.com/office/drawing/2017/decorative" val="1"/>
              </a:ext>
            </a:extLst>
          </p:cNvPr>
          <p:cNvCxnSpPr/>
          <p:nvPr userDrawn="1"/>
        </p:nvCxnSpPr>
        <p:spPr>
          <a:xfrm>
            <a:off x="4356100" y="2578100"/>
            <a:ext cx="0" cy="1701800"/>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Tree>
    <p:extLst>
      <p:ext uri="{BB962C8B-B14F-4D97-AF65-F5344CB8AC3E}">
        <p14:creationId xmlns:p14="http://schemas.microsoft.com/office/powerpoint/2010/main" val="188644385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userDrawn="1">
  <p:cSld name="Title and text side by side 5">
    <p:bg>
      <p:bgRef idx="1001">
        <a:schemeClr val="bg2"/>
      </p:bgRef>
    </p:bg>
    <p:spTree>
      <p:nvGrpSpPr>
        <p:cNvPr id="1" name=""/>
        <p:cNvGrpSpPr/>
        <p:nvPr/>
      </p:nvGrpSpPr>
      <p:grpSpPr>
        <a:xfrm>
          <a:off x="0" y="0"/>
          <a:ext cx="0" cy="0"/>
          <a:chOff x="0" y="0"/>
          <a:chExt cx="0" cy="0"/>
        </a:xfrm>
      </p:grpSpPr>
      <p:cxnSp>
        <p:nvCxnSpPr>
          <p:cNvPr id="4" name="Straight Connector 3">
            <a:extLst>
              <a:ext uri="{FF2B5EF4-FFF2-40B4-BE49-F238E27FC236}">
                <a16:creationId xmlns:a16="http://schemas.microsoft.com/office/drawing/2014/main" id="{28DDDE60-CF92-3E47-B933-9AD563CFC823}"/>
              </a:ext>
              <a:ext uri="{C183D7F6-B498-43B3-948B-1728B52AA6E4}">
                <adec:decorative xmlns:adec="http://schemas.microsoft.com/office/drawing/2017/decorative" val="1"/>
              </a:ext>
            </a:extLst>
          </p:cNvPr>
          <p:cNvCxnSpPr>
            <a:cxnSpLocks/>
          </p:cNvCxnSpPr>
          <p:nvPr userDrawn="1"/>
        </p:nvCxnSpPr>
        <p:spPr>
          <a:xfrm>
            <a:off x="6096000" y="1989442"/>
            <a:ext cx="0" cy="2879117"/>
          </a:xfrm>
          <a:prstGeom prst="line">
            <a:avLst/>
          </a:prstGeom>
          <a:ln w="28575">
            <a:solidFill>
              <a:schemeClr val="tx1"/>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5" name="Title 1">
            <a:extLst>
              <a:ext uri="{FF2B5EF4-FFF2-40B4-BE49-F238E27FC236}">
                <a16:creationId xmlns:a16="http://schemas.microsoft.com/office/drawing/2014/main" id="{A9E8FB02-E25B-E14D-8924-32CC3949ADD1}"/>
              </a:ext>
            </a:extLst>
          </p:cNvPr>
          <p:cNvSpPr>
            <a:spLocks noGrp="1"/>
          </p:cNvSpPr>
          <p:nvPr>
            <p:ph type="title" hasCustomPrompt="1"/>
          </p:nvPr>
        </p:nvSpPr>
        <p:spPr>
          <a:xfrm>
            <a:off x="588263" y="585788"/>
            <a:ext cx="4894962" cy="5683250"/>
          </a:xfrm>
        </p:spPr>
        <p:txBody>
          <a:bodyPr anchor="ctr">
            <a:noAutofit/>
          </a:bodyPr>
          <a:lstStyle>
            <a:lvl1pPr>
              <a:defRPr>
                <a:solidFill>
                  <a:schemeClr val="accent3"/>
                </a:solidFill>
              </a:defRPr>
            </a:lvl1pPr>
          </a:lstStyle>
          <a:p>
            <a:r>
              <a:rPr lang="en-US"/>
              <a:t>Title</a:t>
            </a:r>
          </a:p>
        </p:txBody>
      </p:sp>
      <p:sp>
        <p:nvSpPr>
          <p:cNvPr id="6" name="Text Placeholder 2">
            <a:extLst>
              <a:ext uri="{FF2B5EF4-FFF2-40B4-BE49-F238E27FC236}">
                <a16:creationId xmlns:a16="http://schemas.microsoft.com/office/drawing/2014/main" id="{C74FD3CD-1AFC-E14A-A565-37F4D59C5377}"/>
              </a:ext>
            </a:extLst>
          </p:cNvPr>
          <p:cNvSpPr>
            <a:spLocks noGrp="1"/>
          </p:cNvSpPr>
          <p:nvPr>
            <p:ph type="body" sz="quarter" idx="11"/>
          </p:nvPr>
        </p:nvSpPr>
        <p:spPr>
          <a:xfrm>
            <a:off x="6672262" y="585788"/>
            <a:ext cx="4937125" cy="5683249"/>
          </a:xfrm>
        </p:spPr>
        <p:txBody>
          <a:bodyPr anchor="ctr">
            <a:noAutofit/>
          </a:bodyPr>
          <a:lstStyle>
            <a:lvl1pPr marL="0" indent="0">
              <a:spcAft>
                <a:spcPts val="600"/>
              </a:spcAft>
              <a:buFont typeface="Wingdings" panose="05000000000000000000" pitchFamily="2" charset="2"/>
              <a:buNone/>
              <a:defRPr>
                <a:solidFill>
                  <a:schemeClr val="tx1"/>
                </a:solidFill>
              </a:defRPr>
            </a:lvl1pPr>
          </a:lstStyle>
          <a:p>
            <a:pPr lvl="0"/>
            <a:r>
              <a:rPr lang="en-US"/>
              <a:t>Click to edit Master text styles</a:t>
            </a:r>
          </a:p>
        </p:txBody>
      </p:sp>
    </p:spTree>
    <p:extLst>
      <p:ext uri="{BB962C8B-B14F-4D97-AF65-F5344CB8AC3E}">
        <p14:creationId xmlns:p14="http://schemas.microsoft.com/office/powerpoint/2010/main" val="405326340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6" pos="3749">
          <p15:clr>
            <a:srgbClr val="A4A3A4"/>
          </p15:clr>
        </p15:guide>
        <p15:guide id="17" pos="3931" userDrawn="1">
          <p15:clr>
            <a:srgbClr val="A4A3A4"/>
          </p15:clr>
        </p15:guide>
        <p15:guide id="28" pos="3840">
          <p15:clr>
            <a:srgbClr val="F26B43"/>
          </p15:clr>
        </p15:guide>
        <p15:guide id="29" pos="3454" userDrawn="1">
          <p15:clr>
            <a:srgbClr val="FBAE40"/>
          </p15:clr>
        </p15:guide>
        <p15:guide id="30" pos="4203" userDrawn="1">
          <p15:clr>
            <a:srgbClr val="FBAE40"/>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userDrawn="1">
  <p:cSld name="Project Profile">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5959475"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3" y="585788"/>
            <a:ext cx="4726687" cy="850900"/>
          </a:xfrm>
        </p:spPr>
        <p:txBody>
          <a:bodyPr anchor="t">
            <a:noAutofit/>
          </a:bodyPr>
          <a:lstStyle>
            <a:lvl1pPr>
              <a:defRPr>
                <a:solidFill>
                  <a:schemeClr val="accent3"/>
                </a:solidFill>
              </a:defRPr>
            </a:lvl1pPr>
          </a:lstStyle>
          <a:p>
            <a:r>
              <a:rPr lang="en-US"/>
              <a:t>Project Name</a:t>
            </a:r>
          </a:p>
        </p:txBody>
      </p:sp>
      <p:cxnSp>
        <p:nvCxnSpPr>
          <p:cNvPr id="11" name="Straight Connector 10">
            <a:extLst>
              <a:ext uri="{FF2B5EF4-FFF2-40B4-BE49-F238E27FC236}">
                <a16:creationId xmlns:a16="http://schemas.microsoft.com/office/drawing/2014/main" id="{B2304FDD-17CA-A147-9CB2-F7A4E83816B0}"/>
              </a:ext>
            </a:extLst>
          </p:cNvPr>
          <p:cNvCxnSpPr/>
          <p:nvPr userDrawn="1"/>
        </p:nvCxnSpPr>
        <p:spPr>
          <a:xfrm>
            <a:off x="6240463" y="2028346"/>
            <a:ext cx="5368925" cy="0"/>
          </a:xfrm>
          <a:prstGeom prst="line">
            <a:avLst/>
          </a:prstGeom>
          <a:ln w="25400">
            <a:solidFill>
              <a:schemeClr val="tx2"/>
            </a:soli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23" name="Text Placeholder 22">
            <a:extLst>
              <a:ext uri="{FF2B5EF4-FFF2-40B4-BE49-F238E27FC236}">
                <a16:creationId xmlns:a16="http://schemas.microsoft.com/office/drawing/2014/main" id="{7E88AE75-9022-0C40-AABE-5A0B8F88A37D}"/>
              </a:ext>
            </a:extLst>
          </p:cNvPr>
          <p:cNvSpPr>
            <a:spLocks noGrp="1"/>
          </p:cNvSpPr>
          <p:nvPr>
            <p:ph type="body" sz="quarter" idx="10" hasCustomPrompt="1"/>
          </p:nvPr>
        </p:nvSpPr>
        <p:spPr>
          <a:xfrm>
            <a:off x="584201" y="2017713"/>
            <a:ext cx="3481387" cy="2326791"/>
          </a:xfrm>
        </p:spPr>
        <p:txBody>
          <a:bodyPr/>
          <a:lstStyle>
            <a:lvl1pPr marL="0" indent="0">
              <a:lnSpc>
                <a:spcPct val="100000"/>
              </a:lnSpc>
              <a:buNone/>
              <a:defRPr sz="1800">
                <a:solidFill>
                  <a:schemeClr val="bg1"/>
                </a:solidFill>
              </a:defRPr>
            </a:lvl1pPr>
            <a:lvl2pPr marL="228600" indent="0">
              <a:buNone/>
              <a:defRPr sz="1800">
                <a:solidFill>
                  <a:schemeClr val="bg1"/>
                </a:solidFill>
              </a:defRPr>
            </a:lvl2pPr>
            <a:lvl3pPr marL="457200" indent="0">
              <a:buNone/>
              <a:defRPr sz="1800">
                <a:solidFill>
                  <a:schemeClr val="bg1"/>
                </a:solidFill>
              </a:defRPr>
            </a:lvl3pPr>
            <a:lvl4pPr marL="661988" indent="0">
              <a:buNone/>
              <a:defRPr sz="1800">
                <a:solidFill>
                  <a:schemeClr val="bg1"/>
                </a:solidFill>
              </a:defRPr>
            </a:lvl4pPr>
            <a:lvl5pPr marL="855663" indent="0">
              <a:buNone/>
              <a:defRPr sz="1800">
                <a:solidFill>
                  <a:schemeClr val="bg1"/>
                </a:solidFill>
              </a:defRPr>
            </a:lvl5pPr>
          </a:lstStyle>
          <a:p>
            <a:pPr>
              <a:lnSpc>
                <a:spcPct val="100000"/>
              </a:lnSpc>
            </a:pPr>
            <a:r>
              <a:rPr lang="en-US" sz="1800" b="0">
                <a:solidFill>
                  <a:schemeClr val="bg1"/>
                </a:solidFill>
                <a:latin typeface="Segoe UI" panose="020B0502040204020203" pitchFamily="34" charset="0"/>
                <a:cs typeface="Segoe UI" panose="020B0502040204020203" pitchFamily="34" charset="0"/>
              </a:rPr>
              <a:t>Provide more context and a detailed overview of what the project goals are, what you have or hope to accomplish.</a:t>
            </a:r>
          </a:p>
          <a:p>
            <a:pPr>
              <a:lnSpc>
                <a:spcPct val="100000"/>
              </a:lnSpc>
            </a:pPr>
            <a:endParaRPr lang="en-US" sz="1800" b="0">
              <a:solidFill>
                <a:schemeClr val="bg1"/>
              </a:solidFill>
              <a:latin typeface="Segoe UI" panose="020B0502040204020203" pitchFamily="34" charset="0"/>
              <a:cs typeface="Segoe UI" panose="020B0502040204020203" pitchFamily="34" charset="0"/>
            </a:endParaRPr>
          </a:p>
          <a:p>
            <a:pPr>
              <a:lnSpc>
                <a:spcPct val="100000"/>
              </a:lnSpc>
            </a:pPr>
            <a:r>
              <a:rPr lang="en-US" sz="1800" b="0">
                <a:solidFill>
                  <a:schemeClr val="bg1"/>
                </a:solidFill>
                <a:latin typeface="Segoe UI" panose="020B0502040204020203" pitchFamily="34" charset="0"/>
                <a:cs typeface="Segoe UI" panose="020B0502040204020203" pitchFamily="34" charset="0"/>
              </a:rPr>
              <a:t>This space accommodates multiple lines of text so there is enough room to give details.</a:t>
            </a:r>
          </a:p>
        </p:txBody>
      </p:sp>
      <p:sp>
        <p:nvSpPr>
          <p:cNvPr id="32" name="Text Placeholder 31">
            <a:extLst>
              <a:ext uri="{FF2B5EF4-FFF2-40B4-BE49-F238E27FC236}">
                <a16:creationId xmlns:a16="http://schemas.microsoft.com/office/drawing/2014/main" id="{A0CD7186-AF1B-F240-9FA1-9EE24D7F044C}"/>
              </a:ext>
            </a:extLst>
          </p:cNvPr>
          <p:cNvSpPr>
            <a:spLocks noGrp="1"/>
          </p:cNvSpPr>
          <p:nvPr>
            <p:ph type="body" sz="quarter" idx="11" hasCustomPrompt="1"/>
          </p:nvPr>
        </p:nvSpPr>
        <p:spPr>
          <a:xfrm>
            <a:off x="6240463" y="585788"/>
            <a:ext cx="1597025"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$2M</a:t>
            </a:r>
          </a:p>
        </p:txBody>
      </p:sp>
      <p:sp>
        <p:nvSpPr>
          <p:cNvPr id="33" name="Text Placeholder 31">
            <a:extLst>
              <a:ext uri="{FF2B5EF4-FFF2-40B4-BE49-F238E27FC236}">
                <a16:creationId xmlns:a16="http://schemas.microsoft.com/office/drawing/2014/main" id="{7587C738-B53A-F743-AF70-728C3FB00C7E}"/>
              </a:ext>
            </a:extLst>
          </p:cNvPr>
          <p:cNvSpPr>
            <a:spLocks noGrp="1"/>
          </p:cNvSpPr>
          <p:nvPr>
            <p:ph type="body" sz="quarter" idx="12" hasCustomPrompt="1"/>
          </p:nvPr>
        </p:nvSpPr>
        <p:spPr>
          <a:xfrm>
            <a:off x="8148638" y="585788"/>
            <a:ext cx="1560611"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70%</a:t>
            </a:r>
          </a:p>
        </p:txBody>
      </p:sp>
      <p:sp>
        <p:nvSpPr>
          <p:cNvPr id="34" name="Text Placeholder 31">
            <a:extLst>
              <a:ext uri="{FF2B5EF4-FFF2-40B4-BE49-F238E27FC236}">
                <a16:creationId xmlns:a16="http://schemas.microsoft.com/office/drawing/2014/main" id="{51CBA738-F416-D541-8E97-0F3A7416055D}"/>
              </a:ext>
            </a:extLst>
          </p:cNvPr>
          <p:cNvSpPr>
            <a:spLocks noGrp="1"/>
          </p:cNvSpPr>
          <p:nvPr>
            <p:ph type="body" sz="quarter" idx="13" hasCustomPrompt="1"/>
          </p:nvPr>
        </p:nvSpPr>
        <p:spPr>
          <a:xfrm>
            <a:off x="10013951" y="585788"/>
            <a:ext cx="1595438" cy="647700"/>
          </a:xfrm>
        </p:spPr>
        <p:txBody>
          <a:bodyPr anchor="ctr">
            <a:noAutofit/>
          </a:bodyPr>
          <a:lstStyle>
            <a:lvl1pPr marL="0" indent="0" algn="ctr">
              <a:buNone/>
              <a:defRPr sz="3600">
                <a:latin typeface="+mj-lt"/>
              </a:defRPr>
            </a:lvl1pPr>
            <a:lvl2pPr>
              <a:defRPr sz="3600">
                <a:latin typeface="+mj-lt"/>
              </a:defRPr>
            </a:lvl2pPr>
            <a:lvl3pPr>
              <a:defRPr sz="3600">
                <a:latin typeface="+mj-lt"/>
              </a:defRPr>
            </a:lvl3pPr>
            <a:lvl4pPr>
              <a:defRPr sz="3600">
                <a:latin typeface="+mj-lt"/>
              </a:defRPr>
            </a:lvl4pPr>
            <a:lvl5pPr>
              <a:defRPr sz="3600">
                <a:latin typeface="+mj-lt"/>
              </a:defRPr>
            </a:lvl5pPr>
          </a:lstStyle>
          <a:p>
            <a:pPr lvl="0"/>
            <a:r>
              <a:rPr lang="en-US"/>
              <a:t>300</a:t>
            </a:r>
          </a:p>
        </p:txBody>
      </p:sp>
      <p:sp>
        <p:nvSpPr>
          <p:cNvPr id="36" name="Text Placeholder 35">
            <a:extLst>
              <a:ext uri="{FF2B5EF4-FFF2-40B4-BE49-F238E27FC236}">
                <a16:creationId xmlns:a16="http://schemas.microsoft.com/office/drawing/2014/main" id="{28B23554-69BF-764F-A44D-94C8151E6484}"/>
              </a:ext>
            </a:extLst>
          </p:cNvPr>
          <p:cNvSpPr>
            <a:spLocks noGrp="1"/>
          </p:cNvSpPr>
          <p:nvPr>
            <p:ph type="body" sz="quarter" idx="14" hasCustomPrompt="1"/>
          </p:nvPr>
        </p:nvSpPr>
        <p:spPr>
          <a:xfrm>
            <a:off x="6240463"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Financial</a:t>
            </a:r>
          </a:p>
          <a:p>
            <a:pPr lvl="0"/>
            <a:r>
              <a:rPr lang="en-US"/>
              <a:t>Value</a:t>
            </a:r>
          </a:p>
        </p:txBody>
      </p:sp>
      <p:sp>
        <p:nvSpPr>
          <p:cNvPr id="37" name="Text Placeholder 35">
            <a:extLst>
              <a:ext uri="{FF2B5EF4-FFF2-40B4-BE49-F238E27FC236}">
                <a16:creationId xmlns:a16="http://schemas.microsoft.com/office/drawing/2014/main" id="{F959484E-ADD1-F94C-8470-0C113E2E167A}"/>
              </a:ext>
            </a:extLst>
          </p:cNvPr>
          <p:cNvSpPr>
            <a:spLocks noGrp="1"/>
          </p:cNvSpPr>
          <p:nvPr>
            <p:ph type="body" sz="quarter" idx="15" hasCustomPrompt="1"/>
          </p:nvPr>
        </p:nvSpPr>
        <p:spPr>
          <a:xfrm>
            <a:off x="8148638" y="1233489"/>
            <a:ext cx="1571625"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Percentage</a:t>
            </a:r>
          </a:p>
          <a:p>
            <a:pPr lvl="0"/>
            <a:r>
              <a:rPr lang="en-US"/>
              <a:t>Value</a:t>
            </a:r>
          </a:p>
        </p:txBody>
      </p:sp>
      <p:sp>
        <p:nvSpPr>
          <p:cNvPr id="38" name="Text Placeholder 35">
            <a:extLst>
              <a:ext uri="{FF2B5EF4-FFF2-40B4-BE49-F238E27FC236}">
                <a16:creationId xmlns:a16="http://schemas.microsoft.com/office/drawing/2014/main" id="{3B6DEB9F-381E-D641-A8C9-29A7CC18D3E2}"/>
              </a:ext>
            </a:extLst>
          </p:cNvPr>
          <p:cNvSpPr>
            <a:spLocks noGrp="1"/>
          </p:cNvSpPr>
          <p:nvPr>
            <p:ph type="body" sz="quarter" idx="16" hasCustomPrompt="1"/>
          </p:nvPr>
        </p:nvSpPr>
        <p:spPr>
          <a:xfrm>
            <a:off x="10013950" y="1233489"/>
            <a:ext cx="1595438" cy="611186"/>
          </a:xfrm>
        </p:spPr>
        <p:txBody>
          <a:bodyPr anchor="ctr">
            <a:noAutofit/>
          </a:bodyPr>
          <a:lstStyle>
            <a:lvl1pPr marL="0" indent="0" algn="ctr">
              <a:buNone/>
              <a:defRPr sz="1400">
                <a:solidFill>
                  <a:schemeClr val="accent6"/>
                </a:solidFill>
              </a:defRPr>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Additional</a:t>
            </a:r>
          </a:p>
          <a:p>
            <a:pPr lvl="0"/>
            <a:r>
              <a:rPr lang="en-US"/>
              <a:t>Value</a:t>
            </a:r>
          </a:p>
        </p:txBody>
      </p:sp>
      <p:sp>
        <p:nvSpPr>
          <p:cNvPr id="40" name="Text Placeholder 39">
            <a:extLst>
              <a:ext uri="{FF2B5EF4-FFF2-40B4-BE49-F238E27FC236}">
                <a16:creationId xmlns:a16="http://schemas.microsoft.com/office/drawing/2014/main" id="{F5A202A1-4A1F-5843-BD54-EC098D909269}"/>
              </a:ext>
            </a:extLst>
          </p:cNvPr>
          <p:cNvSpPr>
            <a:spLocks noGrp="1"/>
          </p:cNvSpPr>
          <p:nvPr>
            <p:ph type="body" sz="quarter" idx="17" hasCustomPrompt="1"/>
          </p:nvPr>
        </p:nvSpPr>
        <p:spPr>
          <a:xfrm>
            <a:off x="6240463" y="2017713"/>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2" name="Text Placeholder 41">
            <a:extLst>
              <a:ext uri="{FF2B5EF4-FFF2-40B4-BE49-F238E27FC236}">
                <a16:creationId xmlns:a16="http://schemas.microsoft.com/office/drawing/2014/main" id="{9E4D6518-F39B-D540-BBC8-F615FE1B6AF1}"/>
              </a:ext>
            </a:extLst>
          </p:cNvPr>
          <p:cNvSpPr>
            <a:spLocks noGrp="1"/>
          </p:cNvSpPr>
          <p:nvPr>
            <p:ph type="body" sz="quarter" idx="18" hasCustomPrompt="1"/>
          </p:nvPr>
        </p:nvSpPr>
        <p:spPr>
          <a:xfrm>
            <a:off x="6240463" y="2977115"/>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
        <p:nvSpPr>
          <p:cNvPr id="43" name="Text Placeholder 39">
            <a:extLst>
              <a:ext uri="{FF2B5EF4-FFF2-40B4-BE49-F238E27FC236}">
                <a16:creationId xmlns:a16="http://schemas.microsoft.com/office/drawing/2014/main" id="{BFD70A96-999C-1A46-83A7-D06801F55DB7}"/>
              </a:ext>
            </a:extLst>
          </p:cNvPr>
          <p:cNvSpPr>
            <a:spLocks noGrp="1"/>
          </p:cNvSpPr>
          <p:nvPr>
            <p:ph type="body" sz="quarter" idx="19" hasCustomPrompt="1"/>
          </p:nvPr>
        </p:nvSpPr>
        <p:spPr>
          <a:xfrm>
            <a:off x="6240463" y="4161319"/>
            <a:ext cx="4422775" cy="704222"/>
          </a:xfrm>
        </p:spPr>
        <p:txBody>
          <a:bodyPr lIns="90000" tIns="46800" rIns="90000" bIns="46800" anchor="b">
            <a:noAutofit/>
          </a:bodyPr>
          <a:lstStyle>
            <a:lvl1pPr marL="0" indent="0">
              <a:buNone/>
              <a:defRPr sz="2400">
                <a:latin typeface="+mj-lt"/>
              </a:defRPr>
            </a:lvl1pPr>
            <a:lvl2pPr marL="228600" indent="0">
              <a:buNone/>
              <a:defRPr>
                <a:latin typeface="+mj-lt"/>
              </a:defRPr>
            </a:lvl2pPr>
            <a:lvl3pPr marL="457200" indent="0">
              <a:buNone/>
              <a:defRPr>
                <a:latin typeface="+mj-lt"/>
              </a:defRPr>
            </a:lvl3pPr>
            <a:lvl4pPr marL="661988" indent="0">
              <a:buNone/>
              <a:defRPr>
                <a:latin typeface="+mj-lt"/>
              </a:defRPr>
            </a:lvl4pPr>
            <a:lvl5pPr marL="855663" indent="0">
              <a:buNone/>
              <a:defRPr>
                <a:latin typeface="+mj-lt"/>
              </a:defRPr>
            </a:lvl5pPr>
          </a:lstStyle>
          <a:p>
            <a:pPr lvl="0"/>
            <a:r>
              <a:rPr lang="en-US"/>
              <a:t>Project goals</a:t>
            </a:r>
          </a:p>
        </p:txBody>
      </p:sp>
      <p:sp>
        <p:nvSpPr>
          <p:cNvPr id="44" name="Text Placeholder 41">
            <a:extLst>
              <a:ext uri="{FF2B5EF4-FFF2-40B4-BE49-F238E27FC236}">
                <a16:creationId xmlns:a16="http://schemas.microsoft.com/office/drawing/2014/main" id="{F57534EE-A31A-3942-81EF-7420176EDD7B}"/>
              </a:ext>
            </a:extLst>
          </p:cNvPr>
          <p:cNvSpPr>
            <a:spLocks noGrp="1"/>
          </p:cNvSpPr>
          <p:nvPr>
            <p:ph type="body" sz="quarter" idx="20" hasCustomPrompt="1"/>
          </p:nvPr>
        </p:nvSpPr>
        <p:spPr>
          <a:xfrm>
            <a:off x="6240463" y="5120721"/>
            <a:ext cx="5368925" cy="1148317"/>
          </a:xfrm>
        </p:spPr>
        <p:txBody>
          <a:bodyPr lIns="90000" tIns="46800" rIns="90000" bIns="46800">
            <a:noAutofit/>
          </a:bodyPr>
          <a:lstStyle>
            <a:lvl1pPr marL="0" indent="0">
              <a:buNone/>
              <a:defRPr sz="1400">
                <a:solidFill>
                  <a:schemeClr val="accent6"/>
                </a:solidFill>
              </a:defRPr>
            </a:lvl1pPr>
            <a:lvl2pPr marL="228600" indent="0">
              <a:buNone/>
              <a:defRPr>
                <a:solidFill>
                  <a:schemeClr val="accent6"/>
                </a:solidFill>
              </a:defRPr>
            </a:lvl2pPr>
            <a:lvl3pPr marL="457200" indent="0">
              <a:buNone/>
              <a:defRPr>
                <a:solidFill>
                  <a:schemeClr val="accent6"/>
                </a:solidFill>
              </a:defRPr>
            </a:lvl3pPr>
            <a:lvl4pPr marL="661988" indent="0">
              <a:buNone/>
              <a:defRPr>
                <a:solidFill>
                  <a:schemeClr val="accent6"/>
                </a:solidFill>
              </a:defRPr>
            </a:lvl4pPr>
            <a:lvl5pPr marL="855663" indent="0">
              <a:buNone/>
              <a:defRPr>
                <a:solidFill>
                  <a:schemeClr val="accent6"/>
                </a:solidFill>
              </a:defRPr>
            </a:lvl5pPr>
          </a:lstStyle>
          <a:p>
            <a:pPr lvl="0"/>
            <a:r>
              <a:rPr lang="en-US"/>
              <a:t>Descriptive text</a:t>
            </a:r>
          </a:p>
        </p:txBody>
      </p:sp>
    </p:spTree>
    <p:extLst>
      <p:ext uri="{BB962C8B-B14F-4D97-AF65-F5344CB8AC3E}">
        <p14:creationId xmlns:p14="http://schemas.microsoft.com/office/powerpoint/2010/main" val="3455035362"/>
      </p:ext>
    </p:extLst>
  </p:cSld>
  <p:clrMapOvr>
    <a:masterClrMapping/>
  </p:clrMapOvr>
  <p:transition>
    <p:fade/>
  </p:transition>
  <p:extLst>
    <p:ext uri="{DCECCB84-F9BA-43D5-87BE-67443E8EF086}">
      <p15:sldGuideLst xmlns:p15="http://schemas.microsoft.com/office/powerpoint/2012/main">
        <p15:guide id="16" pos="3754" userDrawn="1">
          <p15:clr>
            <a:srgbClr val="A4A3A4"/>
          </p15:clr>
        </p15:guide>
        <p15:guide id="17" pos="3931" userDrawn="1">
          <p15:clr>
            <a:srgbClr val="A4A3A4"/>
          </p15:clr>
        </p15:guide>
        <p15:guide id="20" pos="4937">
          <p15:clr>
            <a:srgbClr val="A4A3A4"/>
          </p15:clr>
        </p15:guide>
        <p15:guide id="21" pos="5133" userDrawn="1">
          <p15:clr>
            <a:srgbClr val="A4A3A4"/>
          </p15:clr>
        </p15:guide>
        <p15:guide id="24" pos="6123">
          <p15:clr>
            <a:srgbClr val="A4A3A4"/>
          </p15:clr>
        </p15:guide>
        <p15:guide id="25" pos="6308">
          <p15:clr>
            <a:srgbClr val="A4A3A4"/>
          </p15:clr>
        </p15:guide>
        <p15:guide id="28" orient="horz" pos="905">
          <p15:clr>
            <a:srgbClr val="5ACBF0"/>
          </p15:clr>
        </p15:guide>
        <p15:guide id="29" orient="horz" pos="1271">
          <p15:clr>
            <a:srgbClr val="5ACBF0"/>
          </p15:clr>
        </p15:guide>
        <p15:guide id="30" orient="horz" pos="288">
          <p15:clr>
            <a:srgbClr val="5ACBF0"/>
          </p15:clr>
        </p15:guide>
        <p15:guide id="31" orient="horz" pos="777" userDrawn="1">
          <p15:clr>
            <a:srgbClr val="FBAE40"/>
          </p15:clr>
        </p15:guide>
        <p15:guide id="32" orient="horz" pos="1162" userDrawn="1">
          <p15:clr>
            <a:srgbClr val="FBAE40"/>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userDrawn="1">
  <p:cSld name="Team Slide 1">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A753517-0CF4-2145-AABB-8F14C26A09AD}"/>
              </a:ext>
            </a:extLst>
          </p:cNvPr>
          <p:cNvSpPr/>
          <p:nvPr userDrawn="1"/>
        </p:nvSpPr>
        <p:spPr bwMode="auto">
          <a:xfrm>
            <a:off x="-1" y="0"/>
            <a:ext cx="4065589" cy="6858000"/>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62DDA6FD-CC5D-0345-82C4-633849427A60}"/>
              </a:ext>
            </a:extLst>
          </p:cNvPr>
          <p:cNvSpPr>
            <a:spLocks noGrp="1"/>
          </p:cNvSpPr>
          <p:nvPr>
            <p:ph type="title" hasCustomPrompt="1"/>
          </p:nvPr>
        </p:nvSpPr>
        <p:spPr>
          <a:xfrm>
            <a:off x="588264" y="585788"/>
            <a:ext cx="2824862" cy="850900"/>
          </a:xfrm>
        </p:spPr>
        <p:txBody>
          <a:bodyPr anchor="t">
            <a:noAutofit/>
          </a:bodyPr>
          <a:lstStyle>
            <a:lvl1pPr>
              <a:defRPr>
                <a:solidFill>
                  <a:schemeClr val="accent3"/>
                </a:solidFill>
              </a:defRPr>
            </a:lvl1pPr>
          </a:lstStyle>
          <a:p>
            <a:r>
              <a:rPr lang="en-US"/>
              <a:t>Hello</a:t>
            </a:r>
          </a:p>
        </p:txBody>
      </p:sp>
      <p:sp>
        <p:nvSpPr>
          <p:cNvPr id="25" name="Text Placeholder 24">
            <a:extLst>
              <a:ext uri="{FF2B5EF4-FFF2-40B4-BE49-F238E27FC236}">
                <a16:creationId xmlns:a16="http://schemas.microsoft.com/office/drawing/2014/main" id="{687B7084-FB17-304C-A2D7-1145E7FE9D5A}"/>
              </a:ext>
            </a:extLst>
          </p:cNvPr>
          <p:cNvSpPr>
            <a:spLocks noGrp="1"/>
          </p:cNvSpPr>
          <p:nvPr>
            <p:ph type="body" sz="quarter" idx="11" hasCustomPrompt="1"/>
          </p:nvPr>
        </p:nvSpPr>
        <p:spPr>
          <a:xfrm>
            <a:off x="7192963" y="1437685"/>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27" name="Text Placeholder 26">
            <a:extLst>
              <a:ext uri="{FF2B5EF4-FFF2-40B4-BE49-F238E27FC236}">
                <a16:creationId xmlns:a16="http://schemas.microsoft.com/office/drawing/2014/main" id="{0B58D5F9-9ECC-AE4D-AEE6-08C911DE2503}"/>
              </a:ext>
            </a:extLst>
          </p:cNvPr>
          <p:cNvSpPr>
            <a:spLocks noGrp="1"/>
          </p:cNvSpPr>
          <p:nvPr>
            <p:ph type="body" sz="quarter" idx="12" hasCustomPrompt="1"/>
          </p:nvPr>
        </p:nvSpPr>
        <p:spPr>
          <a:xfrm>
            <a:off x="7192963" y="1802269"/>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29" name="Text Placeholder 28">
            <a:extLst>
              <a:ext uri="{FF2B5EF4-FFF2-40B4-BE49-F238E27FC236}">
                <a16:creationId xmlns:a16="http://schemas.microsoft.com/office/drawing/2014/main" id="{688E32A6-35BF-E143-8E34-3EF1E3F217EA}"/>
              </a:ext>
            </a:extLst>
          </p:cNvPr>
          <p:cNvSpPr>
            <a:spLocks noGrp="1"/>
          </p:cNvSpPr>
          <p:nvPr>
            <p:ph type="body" sz="quarter" idx="13" hasCustomPrompt="1"/>
          </p:nvPr>
        </p:nvSpPr>
        <p:spPr>
          <a:xfrm>
            <a:off x="7192963" y="2200939"/>
            <a:ext cx="3835399" cy="1150185"/>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30" name="Text Placeholder 24">
            <a:extLst>
              <a:ext uri="{FF2B5EF4-FFF2-40B4-BE49-F238E27FC236}">
                <a16:creationId xmlns:a16="http://schemas.microsoft.com/office/drawing/2014/main" id="{0B57611E-E7C7-324D-8BF8-320980FF4F27}"/>
              </a:ext>
            </a:extLst>
          </p:cNvPr>
          <p:cNvSpPr>
            <a:spLocks noGrp="1"/>
          </p:cNvSpPr>
          <p:nvPr>
            <p:ph type="body" sz="quarter" idx="14" hasCustomPrompt="1"/>
          </p:nvPr>
        </p:nvSpPr>
        <p:spPr>
          <a:xfrm>
            <a:off x="7192963" y="4292600"/>
            <a:ext cx="383540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31" name="Text Placeholder 26">
            <a:extLst>
              <a:ext uri="{FF2B5EF4-FFF2-40B4-BE49-F238E27FC236}">
                <a16:creationId xmlns:a16="http://schemas.microsoft.com/office/drawing/2014/main" id="{3340D410-0B5B-4B4B-AEA6-2655A1EB04FD}"/>
              </a:ext>
            </a:extLst>
          </p:cNvPr>
          <p:cNvSpPr>
            <a:spLocks noGrp="1"/>
          </p:cNvSpPr>
          <p:nvPr>
            <p:ph type="body" sz="quarter" idx="15" hasCustomPrompt="1"/>
          </p:nvPr>
        </p:nvSpPr>
        <p:spPr>
          <a:xfrm>
            <a:off x="7192963" y="4657184"/>
            <a:ext cx="383540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32" name="Text Placeholder 28">
            <a:extLst>
              <a:ext uri="{FF2B5EF4-FFF2-40B4-BE49-F238E27FC236}">
                <a16:creationId xmlns:a16="http://schemas.microsoft.com/office/drawing/2014/main" id="{BD35ACAE-2494-4842-AAF6-13BCA3369290}"/>
              </a:ext>
            </a:extLst>
          </p:cNvPr>
          <p:cNvSpPr>
            <a:spLocks noGrp="1"/>
          </p:cNvSpPr>
          <p:nvPr>
            <p:ph type="body" sz="quarter" idx="16" hasCustomPrompt="1"/>
          </p:nvPr>
        </p:nvSpPr>
        <p:spPr>
          <a:xfrm>
            <a:off x="7192963" y="5055854"/>
            <a:ext cx="3835400" cy="1213183"/>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quis</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nostrud</a:t>
            </a:r>
            <a:r>
              <a:rPr lang="en-US" sz="1200" b="0">
                <a:solidFill>
                  <a:srgbClr val="505050"/>
                </a:solidFill>
                <a:latin typeface="Segoe UI" panose="020B0502040204020203" pitchFamily="34" charset="0"/>
                <a:cs typeface="Segoe UI" panose="020B0502040204020203" pitchFamily="34" charset="0"/>
              </a:rPr>
              <a:t> exercitation </a:t>
            </a:r>
            <a:r>
              <a:rPr lang="en-US" sz="1200" b="0" err="1">
                <a:solidFill>
                  <a:srgbClr val="505050"/>
                </a:solidFill>
                <a:latin typeface="Segoe UI" panose="020B0502040204020203" pitchFamily="34" charset="0"/>
                <a:cs typeface="Segoe UI" panose="020B0502040204020203" pitchFamily="34" charset="0"/>
              </a:rPr>
              <a:t>ullamco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laboris</a:t>
            </a:r>
            <a:r>
              <a:rPr lang="en-US" sz="1200" b="0">
                <a:solidFill>
                  <a:srgbClr val="505050"/>
                </a:solidFill>
                <a:latin typeface="Segoe UI" panose="020B0502040204020203" pitchFamily="34" charset="0"/>
                <a:cs typeface="Segoe UI" panose="020B0502040204020203" pitchFamily="34" charset="0"/>
              </a:rPr>
              <a:t> nisi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aliquip</a:t>
            </a:r>
            <a:r>
              <a:rPr lang="en-US" sz="1200" b="0">
                <a:solidFill>
                  <a:srgbClr val="505050"/>
                </a:solidFill>
                <a:latin typeface="Segoe UI" panose="020B0502040204020203" pitchFamily="34" charset="0"/>
                <a:cs typeface="Segoe UI" panose="020B0502040204020203" pitchFamily="34" charset="0"/>
              </a:rPr>
              <a:t> ex </a:t>
            </a:r>
            <a:r>
              <a:rPr lang="en-US" sz="1200" b="0" err="1">
                <a:solidFill>
                  <a:srgbClr val="505050"/>
                </a:solidFill>
                <a:latin typeface="Segoe UI" panose="020B0502040204020203" pitchFamily="34" charset="0"/>
                <a:cs typeface="Segoe UI" panose="020B0502040204020203" pitchFamily="34" charset="0"/>
              </a:rPr>
              <a:t>ea</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commodo</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consequat</a:t>
            </a:r>
            <a:r>
              <a:rPr lang="en-US" sz="1200" b="0">
                <a:solidFill>
                  <a:srgbClr val="505050"/>
                </a:solidFill>
                <a:latin typeface="Segoe UI" panose="020B0502040204020203" pitchFamily="34" charset="0"/>
                <a:cs typeface="Segoe UI" panose="020B0502040204020203" pitchFamily="34" charset="0"/>
              </a:rPr>
              <a:t>. </a:t>
            </a:r>
          </a:p>
        </p:txBody>
      </p:sp>
      <p:sp>
        <p:nvSpPr>
          <p:cNvPr id="40" name="Picture Placeholder 39">
            <a:extLst>
              <a:ext uri="{FF2B5EF4-FFF2-40B4-BE49-F238E27FC236}">
                <a16:creationId xmlns:a16="http://schemas.microsoft.com/office/drawing/2014/main" id="{BA73218E-471B-984D-AF23-10EDB19E9A7F}"/>
              </a:ext>
            </a:extLst>
          </p:cNvPr>
          <p:cNvSpPr>
            <a:spLocks noGrp="1"/>
          </p:cNvSpPr>
          <p:nvPr>
            <p:ph type="pic" sz="quarter" idx="17"/>
          </p:nvPr>
        </p:nvSpPr>
        <p:spPr>
          <a:xfrm>
            <a:off x="5314950" y="1436687"/>
            <a:ext cx="1576800" cy="1576800"/>
          </a:xfrm>
          <a:prstGeom prst="ellipse">
            <a:avLst/>
          </a:prstGeom>
        </p:spPr>
        <p:txBody>
          <a:bodyPr/>
          <a:lstStyle>
            <a:lvl1pPr>
              <a:defRPr sz="1000"/>
            </a:lvl1pPr>
          </a:lstStyle>
          <a:p>
            <a:r>
              <a:rPr lang="en-US"/>
              <a:t>Click icon to add picture</a:t>
            </a:r>
          </a:p>
        </p:txBody>
      </p:sp>
      <p:sp>
        <p:nvSpPr>
          <p:cNvPr id="41" name="Picture Placeholder 39">
            <a:extLst>
              <a:ext uri="{FF2B5EF4-FFF2-40B4-BE49-F238E27FC236}">
                <a16:creationId xmlns:a16="http://schemas.microsoft.com/office/drawing/2014/main" id="{0DF309B0-7379-4C44-A541-B4343B549DC2}"/>
              </a:ext>
            </a:extLst>
          </p:cNvPr>
          <p:cNvSpPr>
            <a:spLocks noGrp="1"/>
          </p:cNvSpPr>
          <p:nvPr>
            <p:ph type="pic" sz="quarter" idx="18"/>
          </p:nvPr>
        </p:nvSpPr>
        <p:spPr>
          <a:xfrm>
            <a:off x="5314950" y="4293096"/>
            <a:ext cx="1576800" cy="1576800"/>
          </a:xfrm>
          <a:prstGeom prst="ellipse">
            <a:avLst/>
          </a:prstGeom>
        </p:spPr>
        <p:txBody>
          <a:bodyPr/>
          <a:lstStyle>
            <a:lvl1pPr>
              <a:defRPr sz="1000"/>
            </a:lvl1pPr>
          </a:lstStyle>
          <a:p>
            <a:r>
              <a:rPr lang="en-US"/>
              <a:t>Click icon to add picture</a:t>
            </a:r>
          </a:p>
        </p:txBody>
      </p:sp>
    </p:spTree>
    <p:extLst>
      <p:ext uri="{BB962C8B-B14F-4D97-AF65-F5344CB8AC3E}">
        <p14:creationId xmlns:p14="http://schemas.microsoft.com/office/powerpoint/2010/main" val="835566677"/>
      </p:ext>
    </p:extLst>
  </p:cSld>
  <p:clrMapOvr>
    <a:masterClrMapping/>
  </p:clrMapOvr>
  <p:transition>
    <p:fade/>
  </p:transition>
  <p:extLst>
    <p:ext uri="{DCECCB84-F9BA-43D5-87BE-67443E8EF086}">
      <p15:sldGuideLst xmlns:p15="http://schemas.microsoft.com/office/powerpoint/2012/main">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8" pos="4342" userDrawn="1">
          <p15:clr>
            <a:srgbClr val="A4A3A4"/>
          </p15:clr>
        </p15:guide>
        <p15:guide id="19" pos="4531" userDrawn="1">
          <p15:clr>
            <a:srgbClr val="A4A3A4"/>
          </p15:clr>
        </p15:guide>
        <p15:guide id="28" orient="horz" pos="905">
          <p15:clr>
            <a:srgbClr val="5ACBF0"/>
          </p15:clr>
        </p15:guide>
        <p15:guide id="30" orient="horz" pos="288">
          <p15:clr>
            <a:srgbClr val="5ACBF0"/>
          </p15:clr>
        </p15:guide>
        <p15:guide id="31" orient="horz" pos="2704" userDrawn="1">
          <p15:clr>
            <a:srgbClr val="5ACBF0"/>
          </p15:clr>
        </p15:guide>
        <p15:guide id="32" pos="6947" userDrawn="1">
          <p15:clr>
            <a:srgbClr val="FBAE40"/>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userDrawn="1">
  <p:cSld name="3_4-column">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EC7F020-426C-5E40-B5A3-0630A950B075}"/>
              </a:ext>
            </a:extLst>
          </p:cNvPr>
          <p:cNvSpPr/>
          <p:nvPr userDrawn="1"/>
        </p:nvSpPr>
        <p:spPr bwMode="auto">
          <a:xfrm>
            <a:off x="1" y="0"/>
            <a:ext cx="12192000" cy="1439693"/>
          </a:xfrm>
          <a:prstGeom prst="rect">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3" name="Title 1">
            <a:extLst>
              <a:ext uri="{FF2B5EF4-FFF2-40B4-BE49-F238E27FC236}">
                <a16:creationId xmlns:a16="http://schemas.microsoft.com/office/drawing/2014/main" id="{EFA85E99-F542-B24A-B446-DFECA22023E3}"/>
              </a:ext>
            </a:extLst>
          </p:cNvPr>
          <p:cNvSpPr>
            <a:spLocks noGrp="1"/>
          </p:cNvSpPr>
          <p:nvPr>
            <p:ph type="title" hasCustomPrompt="1"/>
          </p:nvPr>
        </p:nvSpPr>
        <p:spPr>
          <a:xfrm>
            <a:off x="588263" y="457200"/>
            <a:ext cx="11018520" cy="553998"/>
          </a:xfrm>
        </p:spPr>
        <p:txBody>
          <a:bodyPr>
            <a:spAutoFit/>
          </a:bodyPr>
          <a:lstStyle>
            <a:lvl1pPr>
              <a:defRPr>
                <a:solidFill>
                  <a:schemeClr val="accent3"/>
                </a:solidFill>
              </a:defRPr>
            </a:lvl1pPr>
          </a:lstStyle>
          <a:p>
            <a:r>
              <a:rPr lang="en-US"/>
              <a:t>The Team</a:t>
            </a:r>
          </a:p>
        </p:txBody>
      </p:sp>
      <p:sp>
        <p:nvSpPr>
          <p:cNvPr id="4" name="Text Placeholder 24">
            <a:extLst>
              <a:ext uri="{FF2B5EF4-FFF2-40B4-BE49-F238E27FC236}">
                <a16:creationId xmlns:a16="http://schemas.microsoft.com/office/drawing/2014/main" id="{DAB7DD0E-9CE8-8B49-86A4-00493B0A2C63}"/>
              </a:ext>
            </a:extLst>
          </p:cNvPr>
          <p:cNvSpPr>
            <a:spLocks noGrp="1"/>
          </p:cNvSpPr>
          <p:nvPr>
            <p:ph type="body" sz="quarter" idx="11" hasCustomPrompt="1"/>
          </p:nvPr>
        </p:nvSpPr>
        <p:spPr>
          <a:xfrm>
            <a:off x="601664" y="4408341"/>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5" name="Text Placeholder 26">
            <a:extLst>
              <a:ext uri="{FF2B5EF4-FFF2-40B4-BE49-F238E27FC236}">
                <a16:creationId xmlns:a16="http://schemas.microsoft.com/office/drawing/2014/main" id="{5B9FC220-0063-D14C-BAC7-29C374D5E3B9}"/>
              </a:ext>
            </a:extLst>
          </p:cNvPr>
          <p:cNvSpPr>
            <a:spLocks noGrp="1"/>
          </p:cNvSpPr>
          <p:nvPr>
            <p:ph type="body" sz="quarter" idx="12" hasCustomPrompt="1"/>
          </p:nvPr>
        </p:nvSpPr>
        <p:spPr>
          <a:xfrm>
            <a:off x="601664" y="4772925"/>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6" name="Text Placeholder 28">
            <a:extLst>
              <a:ext uri="{FF2B5EF4-FFF2-40B4-BE49-F238E27FC236}">
                <a16:creationId xmlns:a16="http://schemas.microsoft.com/office/drawing/2014/main" id="{F06C21F1-452A-864F-9F3D-BF7065232F59}"/>
              </a:ext>
            </a:extLst>
          </p:cNvPr>
          <p:cNvSpPr>
            <a:spLocks noGrp="1"/>
          </p:cNvSpPr>
          <p:nvPr>
            <p:ph type="body" sz="quarter" idx="13" hasCustomPrompt="1"/>
          </p:nvPr>
        </p:nvSpPr>
        <p:spPr>
          <a:xfrm>
            <a:off x="601664" y="5171595"/>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7" name="Text Placeholder 24">
            <a:extLst>
              <a:ext uri="{FF2B5EF4-FFF2-40B4-BE49-F238E27FC236}">
                <a16:creationId xmlns:a16="http://schemas.microsoft.com/office/drawing/2014/main" id="{CBF991A4-66F2-0E4F-8612-F380FB5985B0}"/>
              </a:ext>
            </a:extLst>
          </p:cNvPr>
          <p:cNvSpPr>
            <a:spLocks noGrp="1"/>
          </p:cNvSpPr>
          <p:nvPr>
            <p:ph type="body" sz="quarter" idx="14" hasCustomPrompt="1"/>
          </p:nvPr>
        </p:nvSpPr>
        <p:spPr>
          <a:xfrm>
            <a:off x="341312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8" name="Text Placeholder 26">
            <a:extLst>
              <a:ext uri="{FF2B5EF4-FFF2-40B4-BE49-F238E27FC236}">
                <a16:creationId xmlns:a16="http://schemas.microsoft.com/office/drawing/2014/main" id="{B204FDE1-FBCB-1E43-8DBA-A33A86502D94}"/>
              </a:ext>
            </a:extLst>
          </p:cNvPr>
          <p:cNvSpPr>
            <a:spLocks noGrp="1"/>
          </p:cNvSpPr>
          <p:nvPr>
            <p:ph type="body" sz="quarter" idx="15" hasCustomPrompt="1"/>
          </p:nvPr>
        </p:nvSpPr>
        <p:spPr>
          <a:xfrm>
            <a:off x="341312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9" name="Text Placeholder 28">
            <a:extLst>
              <a:ext uri="{FF2B5EF4-FFF2-40B4-BE49-F238E27FC236}">
                <a16:creationId xmlns:a16="http://schemas.microsoft.com/office/drawing/2014/main" id="{48D95D5C-AD2C-964E-B8BB-ECD883345B16}"/>
              </a:ext>
            </a:extLst>
          </p:cNvPr>
          <p:cNvSpPr>
            <a:spLocks noGrp="1"/>
          </p:cNvSpPr>
          <p:nvPr>
            <p:ph type="body" sz="quarter" idx="16" hasCustomPrompt="1"/>
          </p:nvPr>
        </p:nvSpPr>
        <p:spPr>
          <a:xfrm>
            <a:off x="341312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0" name="Text Placeholder 24">
            <a:extLst>
              <a:ext uri="{FF2B5EF4-FFF2-40B4-BE49-F238E27FC236}">
                <a16:creationId xmlns:a16="http://schemas.microsoft.com/office/drawing/2014/main" id="{B7C50AAD-D67F-C045-84A8-3B74373D32E9}"/>
              </a:ext>
            </a:extLst>
          </p:cNvPr>
          <p:cNvSpPr>
            <a:spLocks noGrp="1"/>
          </p:cNvSpPr>
          <p:nvPr>
            <p:ph type="body" sz="quarter" idx="17" hasCustomPrompt="1"/>
          </p:nvPr>
        </p:nvSpPr>
        <p:spPr>
          <a:xfrm>
            <a:off x="6256338"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1" name="Text Placeholder 26">
            <a:extLst>
              <a:ext uri="{FF2B5EF4-FFF2-40B4-BE49-F238E27FC236}">
                <a16:creationId xmlns:a16="http://schemas.microsoft.com/office/drawing/2014/main" id="{7B3F54B5-7211-D041-822C-DDBBC93FDE34}"/>
              </a:ext>
            </a:extLst>
          </p:cNvPr>
          <p:cNvSpPr>
            <a:spLocks noGrp="1"/>
          </p:cNvSpPr>
          <p:nvPr>
            <p:ph type="body" sz="quarter" idx="18" hasCustomPrompt="1"/>
          </p:nvPr>
        </p:nvSpPr>
        <p:spPr>
          <a:xfrm>
            <a:off x="6256338"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2" name="Text Placeholder 28">
            <a:extLst>
              <a:ext uri="{FF2B5EF4-FFF2-40B4-BE49-F238E27FC236}">
                <a16:creationId xmlns:a16="http://schemas.microsoft.com/office/drawing/2014/main" id="{A80F42EC-DE4B-5144-99F7-4F92622AAE27}"/>
              </a:ext>
            </a:extLst>
          </p:cNvPr>
          <p:cNvSpPr>
            <a:spLocks noGrp="1"/>
          </p:cNvSpPr>
          <p:nvPr>
            <p:ph type="body" sz="quarter" idx="19" hasCustomPrompt="1"/>
          </p:nvPr>
        </p:nvSpPr>
        <p:spPr>
          <a:xfrm>
            <a:off x="6256338"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13" name="Text Placeholder 24">
            <a:extLst>
              <a:ext uri="{FF2B5EF4-FFF2-40B4-BE49-F238E27FC236}">
                <a16:creationId xmlns:a16="http://schemas.microsoft.com/office/drawing/2014/main" id="{96B9F418-E7FC-8B4D-B6DF-D05F59C88194}"/>
              </a:ext>
            </a:extLst>
          </p:cNvPr>
          <p:cNvSpPr>
            <a:spLocks noGrp="1"/>
          </p:cNvSpPr>
          <p:nvPr>
            <p:ph type="body" sz="quarter" idx="20" hasCustomPrompt="1"/>
          </p:nvPr>
        </p:nvSpPr>
        <p:spPr>
          <a:xfrm>
            <a:off x="9070975" y="4400550"/>
            <a:ext cx="2520950" cy="276999"/>
          </a:xfrm>
        </p:spPr>
        <p:txBody>
          <a:bodyPr/>
          <a:lstStyle>
            <a:lvl1pPr marL="0" indent="0">
              <a:buNone/>
              <a:defRPr sz="1800">
                <a:latin typeface="+mj-lt"/>
              </a:defRPr>
            </a:lvl1pPr>
            <a:lvl2pPr marL="228600" indent="0">
              <a:buNone/>
              <a:defRPr sz="1800">
                <a:latin typeface="+mj-lt"/>
              </a:defRPr>
            </a:lvl2pPr>
            <a:lvl3pPr marL="457200" indent="0">
              <a:buNone/>
              <a:defRPr sz="1800">
                <a:latin typeface="+mj-lt"/>
              </a:defRPr>
            </a:lvl3pPr>
            <a:lvl4pPr marL="661988" indent="0">
              <a:buNone/>
              <a:defRPr sz="1800">
                <a:latin typeface="+mj-lt"/>
              </a:defRPr>
            </a:lvl4pPr>
            <a:lvl5pPr marL="855663" indent="0">
              <a:buNone/>
              <a:defRPr sz="1800">
                <a:latin typeface="+mj-lt"/>
              </a:defRPr>
            </a:lvl5pPr>
          </a:lstStyle>
          <a:p>
            <a:pPr lvl="0"/>
            <a:r>
              <a:rPr lang="en-US" err="1"/>
              <a:t>Firstname</a:t>
            </a:r>
            <a:r>
              <a:rPr lang="en-US"/>
              <a:t> </a:t>
            </a:r>
            <a:r>
              <a:rPr lang="en-US" err="1"/>
              <a:t>Lastname</a:t>
            </a:r>
            <a:endParaRPr lang="en-US"/>
          </a:p>
        </p:txBody>
      </p:sp>
      <p:sp>
        <p:nvSpPr>
          <p:cNvPr id="14" name="Text Placeholder 26">
            <a:extLst>
              <a:ext uri="{FF2B5EF4-FFF2-40B4-BE49-F238E27FC236}">
                <a16:creationId xmlns:a16="http://schemas.microsoft.com/office/drawing/2014/main" id="{3C77D641-147C-1940-8BCB-2C5F61CDAA9A}"/>
              </a:ext>
            </a:extLst>
          </p:cNvPr>
          <p:cNvSpPr>
            <a:spLocks noGrp="1"/>
          </p:cNvSpPr>
          <p:nvPr>
            <p:ph type="body" sz="quarter" idx="21" hasCustomPrompt="1"/>
          </p:nvPr>
        </p:nvSpPr>
        <p:spPr>
          <a:xfrm>
            <a:off x="9070975" y="4765134"/>
            <a:ext cx="2520950" cy="215444"/>
          </a:xfrm>
        </p:spPr>
        <p:txBody>
          <a:bodyPr/>
          <a:lstStyle>
            <a:lvl1pPr marL="0" indent="0">
              <a:buNone/>
              <a:defRPr sz="1400"/>
            </a:lvl1pPr>
            <a:lvl2pPr marL="228600" indent="0">
              <a:buNone/>
              <a:defRPr sz="1400"/>
            </a:lvl2pPr>
            <a:lvl3pPr marL="457200" indent="0">
              <a:buNone/>
              <a:defRPr sz="1400"/>
            </a:lvl3pPr>
            <a:lvl4pPr marL="661988" indent="0">
              <a:buNone/>
              <a:defRPr sz="1400"/>
            </a:lvl4pPr>
            <a:lvl5pPr marL="855663" indent="0">
              <a:buNone/>
              <a:defRPr sz="1400"/>
            </a:lvl5pPr>
          </a:lstStyle>
          <a:p>
            <a:pPr lvl="0"/>
            <a:r>
              <a:rPr lang="en-US"/>
              <a:t>Title</a:t>
            </a:r>
          </a:p>
        </p:txBody>
      </p:sp>
      <p:sp>
        <p:nvSpPr>
          <p:cNvPr id="15" name="Text Placeholder 28">
            <a:extLst>
              <a:ext uri="{FF2B5EF4-FFF2-40B4-BE49-F238E27FC236}">
                <a16:creationId xmlns:a16="http://schemas.microsoft.com/office/drawing/2014/main" id="{68B31C8F-F786-E643-88DC-4AE14C437072}"/>
              </a:ext>
            </a:extLst>
          </p:cNvPr>
          <p:cNvSpPr>
            <a:spLocks noGrp="1"/>
          </p:cNvSpPr>
          <p:nvPr>
            <p:ph type="body" sz="quarter" idx="22" hasCustomPrompt="1"/>
          </p:nvPr>
        </p:nvSpPr>
        <p:spPr>
          <a:xfrm>
            <a:off x="9070975" y="5163804"/>
            <a:ext cx="2520950" cy="923330"/>
          </a:xfrm>
        </p:spPr>
        <p:txBody>
          <a:bodyPr/>
          <a:lstStyle>
            <a:lvl1pPr marL="0" marR="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sz="1200">
                <a:solidFill>
                  <a:schemeClr val="accent6"/>
                </a:solidFill>
              </a:defRPr>
            </a:lvl1pPr>
            <a:lvl2pPr marL="228600" indent="0">
              <a:buNone/>
              <a:defRPr/>
            </a:lvl2pPr>
            <a:lvl3pPr marL="457200" indent="0">
              <a:buNone/>
              <a:defRPr/>
            </a:lvl3pPr>
            <a:lvl4pPr marL="661988" indent="0">
              <a:buNone/>
              <a:defRPr/>
            </a:lvl4pPr>
            <a:lvl5pPr marL="855663" indent="0">
              <a:buNone/>
              <a:defRPr/>
            </a:lvl5pPr>
          </a:lstStyle>
          <a:p>
            <a:pPr marL="0" marR="0" lvl="0" indent="0" algn="l" defTabSz="932742" rtl="0" eaLnBrk="1" fontAlgn="auto" latinLnBrk="0" hangingPunct="1">
              <a:lnSpc>
                <a:spcPct val="100000"/>
              </a:lnSpc>
              <a:spcBef>
                <a:spcPct val="20000"/>
              </a:spcBef>
              <a:spcAft>
                <a:spcPts val="0"/>
              </a:spcAft>
              <a:buClrTx/>
              <a:buSzPct val="90000"/>
              <a:buFont typeface="Wingdings" panose="05000000000000000000" pitchFamily="2" charset="2"/>
              <a:buNone/>
              <a:tabLst/>
              <a:defRPr/>
            </a:pPr>
            <a:r>
              <a:rPr lang="en-US" sz="1200" b="0">
                <a:solidFill>
                  <a:srgbClr val="505050"/>
                </a:solidFill>
                <a:latin typeface="Segoe UI" panose="020B0502040204020203" pitchFamily="34" charset="0"/>
                <a:cs typeface="Segoe UI" panose="020B0502040204020203" pitchFamily="34" charset="0"/>
              </a:rPr>
              <a:t>About: Lorem ipsum dolor sit </a:t>
            </a:r>
            <a:r>
              <a:rPr lang="en-US" sz="1200" b="0" err="1">
                <a:solidFill>
                  <a:srgbClr val="505050"/>
                </a:solidFill>
                <a:latin typeface="Segoe UI" panose="020B0502040204020203" pitchFamily="34" charset="0"/>
                <a:cs typeface="Segoe UI" panose="020B0502040204020203" pitchFamily="34" charset="0"/>
              </a:rPr>
              <a:t>amet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consectetur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adipiscing</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elit</a:t>
            </a:r>
            <a:r>
              <a:rPr lang="en-US" sz="1200" b="0">
                <a:solidFill>
                  <a:srgbClr val="505050"/>
                </a:solidFill>
                <a:latin typeface="Segoe UI" panose="020B0502040204020203" pitchFamily="34" charset="0"/>
                <a:cs typeface="Segoe UI" panose="020B0502040204020203" pitchFamily="34" charset="0"/>
              </a:rPr>
              <a:t>, sed do </a:t>
            </a:r>
            <a:r>
              <a:rPr lang="en-US" sz="1200" b="0" err="1">
                <a:solidFill>
                  <a:srgbClr val="505050"/>
                </a:solidFill>
                <a:latin typeface="Segoe UI" panose="020B0502040204020203" pitchFamily="34" charset="0"/>
                <a:cs typeface="Segoe UI" panose="020B0502040204020203" pitchFamily="34" charset="0"/>
              </a:rPr>
              <a:t>eiusmod</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tempor</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incididunt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ut</a:t>
            </a:r>
            <a:r>
              <a:rPr lang="en-US" sz="1200" b="0">
                <a:solidFill>
                  <a:srgbClr val="505050"/>
                </a:solidFill>
                <a:latin typeface="Segoe UI" panose="020B0502040204020203" pitchFamily="34" charset="0"/>
                <a:cs typeface="Segoe UI" panose="020B0502040204020203" pitchFamily="34" charset="0"/>
              </a:rPr>
              <a:t> </a:t>
            </a:r>
            <a:r>
              <a:rPr lang="en-US" sz="1200" b="0" err="1">
                <a:solidFill>
                  <a:srgbClr val="505050"/>
                </a:solidFill>
                <a:latin typeface="Segoe UI" panose="020B0502040204020203" pitchFamily="34" charset="0"/>
                <a:cs typeface="Segoe UI" panose="020B0502040204020203" pitchFamily="34" charset="0"/>
              </a:rPr>
              <a:t>labore</a:t>
            </a:r>
            <a:r>
              <a:rPr lang="en-US" sz="1200" b="0">
                <a:solidFill>
                  <a:srgbClr val="505050"/>
                </a:solidFill>
                <a:latin typeface="Segoe UI" panose="020B0502040204020203" pitchFamily="34" charset="0"/>
                <a:cs typeface="Segoe UI" panose="020B0502040204020203" pitchFamily="34" charset="0"/>
              </a:rPr>
              <a:t> et dolore magna </a:t>
            </a:r>
            <a:r>
              <a:rPr lang="en-US" sz="1200" b="0" err="1">
                <a:solidFill>
                  <a:srgbClr val="505050"/>
                </a:solidFill>
                <a:latin typeface="Segoe UI" panose="020B0502040204020203" pitchFamily="34" charset="0"/>
                <a:cs typeface="Segoe UI" panose="020B0502040204020203" pitchFamily="34" charset="0"/>
              </a:rPr>
              <a:t>aliqua</a:t>
            </a:r>
            <a:r>
              <a:rPr lang="en-US" sz="1200" b="0">
                <a:solidFill>
                  <a:srgbClr val="505050"/>
                </a:solidFill>
                <a:latin typeface="Segoe UI" panose="020B0502040204020203" pitchFamily="34" charset="0"/>
                <a:cs typeface="Segoe UI" panose="020B0502040204020203" pitchFamily="34" charset="0"/>
              </a:rPr>
              <a:t>. Ut </a:t>
            </a:r>
            <a:r>
              <a:rPr lang="en-US" sz="1200" b="0" err="1">
                <a:solidFill>
                  <a:srgbClr val="505050"/>
                </a:solidFill>
                <a:latin typeface="Segoe UI" panose="020B0502040204020203" pitchFamily="34" charset="0"/>
                <a:cs typeface="Segoe UI" panose="020B0502040204020203" pitchFamily="34" charset="0"/>
              </a:rPr>
              <a:t>enim</a:t>
            </a:r>
            <a:r>
              <a:rPr lang="en-US" sz="1200" b="0">
                <a:solidFill>
                  <a:srgbClr val="505050"/>
                </a:solidFill>
                <a:latin typeface="Segoe UI" panose="020B0502040204020203" pitchFamily="34" charset="0"/>
                <a:cs typeface="Segoe UI" panose="020B0502040204020203" pitchFamily="34" charset="0"/>
              </a:rPr>
              <a:t> ad minim </a:t>
            </a:r>
            <a:r>
              <a:rPr lang="en-US" sz="1200" b="0" err="1">
                <a:solidFill>
                  <a:srgbClr val="505050"/>
                </a:solidFill>
                <a:latin typeface="Segoe UI" panose="020B0502040204020203" pitchFamily="34" charset="0"/>
                <a:cs typeface="Segoe UI" panose="020B0502040204020203" pitchFamily="34" charset="0"/>
              </a:rPr>
              <a:t>veniam</a:t>
            </a:r>
            <a:r>
              <a:rPr lang="en-US" sz="1200" b="0">
                <a:solidFill>
                  <a:srgbClr val="505050"/>
                </a:solidFill>
                <a:latin typeface="Segoe UI" panose="020B0502040204020203" pitchFamily="34" charset="0"/>
                <a:cs typeface="Segoe UI" panose="020B0502040204020203" pitchFamily="34" charset="0"/>
              </a:rPr>
              <a:t>.</a:t>
            </a:r>
          </a:p>
        </p:txBody>
      </p:sp>
      <p:sp>
        <p:nvSpPr>
          <p:cNvPr id="24" name="Picture Placeholder 16">
            <a:extLst>
              <a:ext uri="{FF2B5EF4-FFF2-40B4-BE49-F238E27FC236}">
                <a16:creationId xmlns:a16="http://schemas.microsoft.com/office/drawing/2014/main" id="{8644B5A4-4C62-164B-9FCA-E1A62ECDC6A0}"/>
              </a:ext>
            </a:extLst>
          </p:cNvPr>
          <p:cNvSpPr>
            <a:spLocks noGrp="1"/>
          </p:cNvSpPr>
          <p:nvPr>
            <p:ph type="pic" sz="quarter" idx="23"/>
          </p:nvPr>
        </p:nvSpPr>
        <p:spPr>
          <a:xfrm>
            <a:off x="774200" y="1785409"/>
            <a:ext cx="2160000" cy="2160000"/>
          </a:xfrm>
          <a:prstGeom prst="ellipse">
            <a:avLst/>
          </a:prstGeom>
          <a:ln>
            <a:noFill/>
          </a:ln>
        </p:spPr>
        <p:txBody>
          <a:bodyPr/>
          <a:lstStyle/>
          <a:p>
            <a:r>
              <a:rPr lang="en-US"/>
              <a:t>Click icon to add picture</a:t>
            </a:r>
          </a:p>
        </p:txBody>
      </p:sp>
      <p:sp>
        <p:nvSpPr>
          <p:cNvPr id="26" name="Picture Placeholder 16">
            <a:extLst>
              <a:ext uri="{FF2B5EF4-FFF2-40B4-BE49-F238E27FC236}">
                <a16:creationId xmlns:a16="http://schemas.microsoft.com/office/drawing/2014/main" id="{7216C99D-59E0-D148-8FD5-A06B5D098A96}"/>
              </a:ext>
            </a:extLst>
          </p:cNvPr>
          <p:cNvSpPr>
            <a:spLocks noGrp="1"/>
          </p:cNvSpPr>
          <p:nvPr>
            <p:ph type="pic" sz="quarter" idx="24"/>
          </p:nvPr>
        </p:nvSpPr>
        <p:spPr>
          <a:xfrm>
            <a:off x="3603125" y="1785409"/>
            <a:ext cx="2160000" cy="2160000"/>
          </a:xfrm>
          <a:prstGeom prst="ellipse">
            <a:avLst/>
          </a:prstGeom>
          <a:ln>
            <a:noFill/>
          </a:ln>
        </p:spPr>
        <p:txBody>
          <a:bodyPr/>
          <a:lstStyle/>
          <a:p>
            <a:r>
              <a:rPr lang="en-US"/>
              <a:t>Click icon to add picture</a:t>
            </a:r>
          </a:p>
        </p:txBody>
      </p:sp>
      <p:sp>
        <p:nvSpPr>
          <p:cNvPr id="28" name="Picture Placeholder 16">
            <a:extLst>
              <a:ext uri="{FF2B5EF4-FFF2-40B4-BE49-F238E27FC236}">
                <a16:creationId xmlns:a16="http://schemas.microsoft.com/office/drawing/2014/main" id="{D4B99A33-76D9-4843-8919-AD5FEF9A31F2}"/>
              </a:ext>
            </a:extLst>
          </p:cNvPr>
          <p:cNvSpPr>
            <a:spLocks noGrp="1"/>
          </p:cNvSpPr>
          <p:nvPr>
            <p:ph type="pic" sz="quarter" idx="25"/>
          </p:nvPr>
        </p:nvSpPr>
        <p:spPr>
          <a:xfrm>
            <a:off x="6428875" y="1785409"/>
            <a:ext cx="2160000" cy="2160000"/>
          </a:xfrm>
          <a:prstGeom prst="ellipse">
            <a:avLst/>
          </a:prstGeom>
          <a:ln>
            <a:noFill/>
          </a:ln>
        </p:spPr>
        <p:txBody>
          <a:bodyPr/>
          <a:lstStyle/>
          <a:p>
            <a:r>
              <a:rPr lang="en-US"/>
              <a:t>Click icon to add picture</a:t>
            </a:r>
          </a:p>
        </p:txBody>
      </p:sp>
      <p:sp>
        <p:nvSpPr>
          <p:cNvPr id="30" name="Picture Placeholder 16">
            <a:extLst>
              <a:ext uri="{FF2B5EF4-FFF2-40B4-BE49-F238E27FC236}">
                <a16:creationId xmlns:a16="http://schemas.microsoft.com/office/drawing/2014/main" id="{961589AC-2E68-5C4F-BF84-D883C8663119}"/>
              </a:ext>
            </a:extLst>
          </p:cNvPr>
          <p:cNvSpPr>
            <a:spLocks noGrp="1"/>
          </p:cNvSpPr>
          <p:nvPr>
            <p:ph type="pic" sz="quarter" idx="26"/>
          </p:nvPr>
        </p:nvSpPr>
        <p:spPr>
          <a:xfrm>
            <a:off x="9260975" y="1785409"/>
            <a:ext cx="2160000" cy="2160000"/>
          </a:xfrm>
          <a:prstGeom prst="ellipse">
            <a:avLst/>
          </a:prstGeom>
          <a:ln>
            <a:noFill/>
          </a:ln>
        </p:spPr>
        <p:txBody>
          <a:bodyPr/>
          <a:lstStyle/>
          <a:p>
            <a:r>
              <a:rPr lang="en-US"/>
              <a:t>Click icon to add picture</a:t>
            </a:r>
          </a:p>
        </p:txBody>
      </p:sp>
    </p:spTree>
    <p:extLst>
      <p:ext uri="{BB962C8B-B14F-4D97-AF65-F5344CB8AC3E}">
        <p14:creationId xmlns:p14="http://schemas.microsoft.com/office/powerpoint/2010/main" val="648551354"/>
      </p:ext>
    </p:extLst>
  </p:cSld>
  <p:clrMapOvr>
    <a:masterClrMapping/>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0" pos="1967">
          <p15:clr>
            <a:srgbClr val="A4A3A4"/>
          </p15:clr>
        </p15:guide>
        <p15:guide id="11" pos="2150">
          <p15:clr>
            <a:srgbClr val="A4A3A4"/>
          </p15:clr>
        </p15:guide>
        <p15:guide id="16" pos="3749">
          <p15:clr>
            <a:srgbClr val="A4A3A4"/>
          </p15:clr>
        </p15:guide>
        <p15:guide id="17" pos="3932">
          <p15:clr>
            <a:srgbClr val="A4A3A4"/>
          </p15:clr>
        </p15:guide>
        <p15:guide id="22" pos="5529">
          <p15:clr>
            <a:srgbClr val="A4A3A4"/>
          </p15:clr>
        </p15:guide>
        <p15:guide id="23" pos="5714">
          <p15:clr>
            <a:srgbClr val="A4A3A4"/>
          </p15:clr>
        </p15:guide>
        <p15:guide id="28" pos="3840">
          <p15:clr>
            <a:srgbClr val="F26B43"/>
          </p15:clr>
        </p15:guide>
        <p15:guide id="29" pos="5576">
          <p15:clr>
            <a:srgbClr val="F26B43"/>
          </p15:clr>
        </p15:guide>
        <p15:guide id="30" pos="2105">
          <p15:clr>
            <a:srgbClr val="F26B43"/>
          </p15:clr>
        </p15:guide>
        <p15:guide id="31" orient="horz" pos="2772" userDrawn="1">
          <p15:clr>
            <a:srgbClr val="FBAE40"/>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userDrawn="1">
  <p:cSld name="Profile Slide">
    <p:bg>
      <p:bgRef idx="1001">
        <a:schemeClr val="bg2"/>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accent3"/>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tx1"/>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tx1"/>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tx1"/>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tx1"/>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tx1"/>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tx1"/>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tx1"/>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156213940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userDrawn="1">
  <p:cSld name="Profile Slide 2">
    <p:bg>
      <p:bgRef idx="1001">
        <a:schemeClr val="bg1"/>
      </p:bgRef>
    </p:bg>
    <p:spTree>
      <p:nvGrpSpPr>
        <p:cNvPr id="1" name=""/>
        <p:cNvGrpSpPr/>
        <p:nvPr/>
      </p:nvGrpSpPr>
      <p:grpSpPr>
        <a:xfrm>
          <a:off x="0" y="0"/>
          <a:ext cx="0" cy="0"/>
          <a:chOff x="0" y="0"/>
          <a:chExt cx="0" cy="0"/>
        </a:xfrm>
      </p:grpSpPr>
      <p:sp>
        <p:nvSpPr>
          <p:cNvPr id="3" name="Picture Placeholder 2">
            <a:extLst>
              <a:ext uri="{FF2B5EF4-FFF2-40B4-BE49-F238E27FC236}">
                <a16:creationId xmlns:a16="http://schemas.microsoft.com/office/drawing/2014/main" id="{71B46280-63FA-B14C-B387-DA6973CC6798}"/>
              </a:ext>
            </a:extLst>
          </p:cNvPr>
          <p:cNvSpPr>
            <a:spLocks noGrp="1"/>
          </p:cNvSpPr>
          <p:nvPr>
            <p:ph type="pic" sz="quarter" idx="10"/>
          </p:nvPr>
        </p:nvSpPr>
        <p:spPr>
          <a:xfrm>
            <a:off x="0" y="0"/>
            <a:ext cx="4065588" cy="6858000"/>
          </a:xfrm>
        </p:spPr>
        <p:txBody>
          <a:bodyPr/>
          <a:lstStyle/>
          <a:p>
            <a:r>
              <a:rPr lang="en-US"/>
              <a:t>Click icon to add picture</a:t>
            </a:r>
          </a:p>
        </p:txBody>
      </p:sp>
      <p:sp>
        <p:nvSpPr>
          <p:cNvPr id="11" name="Text Placeholder 10">
            <a:extLst>
              <a:ext uri="{FF2B5EF4-FFF2-40B4-BE49-F238E27FC236}">
                <a16:creationId xmlns:a16="http://schemas.microsoft.com/office/drawing/2014/main" id="{DF839B9F-7DF1-054D-850B-194BE124935E}"/>
              </a:ext>
            </a:extLst>
          </p:cNvPr>
          <p:cNvSpPr>
            <a:spLocks noGrp="1"/>
          </p:cNvSpPr>
          <p:nvPr>
            <p:ph type="body" sz="quarter" idx="11" hasCustomPrompt="1"/>
          </p:nvPr>
        </p:nvSpPr>
        <p:spPr>
          <a:xfrm>
            <a:off x="5016500" y="1125538"/>
            <a:ext cx="5832475" cy="371513"/>
          </a:xfrm>
        </p:spPr>
        <p:txBody>
          <a:bodyPr lIns="90000" tIns="46800" rIns="90000" bIns="46800"/>
          <a:lstStyle>
            <a:lvl1pPr marL="0" indent="0">
              <a:buNone/>
              <a:defRPr sz="1800">
                <a:solidFill>
                  <a:schemeClr val="tx1"/>
                </a:solidFill>
                <a:latin typeface="+mj-lt"/>
              </a:defRPr>
            </a:lvl1pPr>
            <a:lvl2pPr marL="228600" indent="0">
              <a:buNone/>
              <a:defRPr/>
            </a:lvl2pPr>
            <a:lvl3pPr marL="457200" indent="0">
              <a:buNone/>
              <a:defRPr/>
            </a:lvl3pPr>
            <a:lvl4pPr marL="661988" indent="0">
              <a:buNone/>
              <a:defRPr/>
            </a:lvl4pPr>
            <a:lvl5pPr marL="855663" indent="0">
              <a:buNone/>
              <a:defRPr/>
            </a:lvl5pPr>
          </a:lstStyle>
          <a:p>
            <a:pPr lvl="0"/>
            <a:r>
              <a:rPr lang="en-US" err="1"/>
              <a:t>Firstname</a:t>
            </a:r>
            <a:r>
              <a:rPr lang="en-US"/>
              <a:t> </a:t>
            </a:r>
            <a:r>
              <a:rPr lang="en-US" err="1"/>
              <a:t>Lastname</a:t>
            </a:r>
            <a:endParaRPr lang="en-US"/>
          </a:p>
        </p:txBody>
      </p:sp>
      <p:sp>
        <p:nvSpPr>
          <p:cNvPr id="13" name="Text Placeholder 12">
            <a:extLst>
              <a:ext uri="{FF2B5EF4-FFF2-40B4-BE49-F238E27FC236}">
                <a16:creationId xmlns:a16="http://schemas.microsoft.com/office/drawing/2014/main" id="{FEA3FFE7-512C-2E4D-8815-991035A0DA83}"/>
              </a:ext>
            </a:extLst>
          </p:cNvPr>
          <p:cNvSpPr>
            <a:spLocks noGrp="1"/>
          </p:cNvSpPr>
          <p:nvPr>
            <p:ph type="body" sz="quarter" idx="12" hasCustomPrompt="1"/>
          </p:nvPr>
        </p:nvSpPr>
        <p:spPr>
          <a:xfrm>
            <a:off x="5016500" y="1518666"/>
            <a:ext cx="5832475" cy="309958"/>
          </a:xfrm>
        </p:spPr>
        <p:txBody>
          <a:bodyPr lIns="90000" tIns="46800" rIns="90000" bIns="46800"/>
          <a:lstStyle>
            <a:lvl1pPr marL="0" indent="0">
              <a:buNone/>
              <a:defRPr sz="1400">
                <a:solidFill>
                  <a:schemeClr val="accent6"/>
                </a:solidFill>
              </a:defRPr>
            </a:lvl1pPr>
          </a:lstStyle>
          <a:p>
            <a:pPr lvl="0"/>
            <a:r>
              <a:rPr lang="en-US"/>
              <a:t>Title</a:t>
            </a:r>
          </a:p>
        </p:txBody>
      </p:sp>
      <p:sp>
        <p:nvSpPr>
          <p:cNvPr id="17" name="Text Placeholder 16">
            <a:extLst>
              <a:ext uri="{FF2B5EF4-FFF2-40B4-BE49-F238E27FC236}">
                <a16:creationId xmlns:a16="http://schemas.microsoft.com/office/drawing/2014/main" id="{CD00EE18-3969-7542-AF14-B6EF530C496B}"/>
              </a:ext>
            </a:extLst>
          </p:cNvPr>
          <p:cNvSpPr>
            <a:spLocks noGrp="1"/>
          </p:cNvSpPr>
          <p:nvPr>
            <p:ph type="body" sz="quarter" idx="13" hasCustomPrompt="1"/>
          </p:nvPr>
        </p:nvSpPr>
        <p:spPr>
          <a:xfrm>
            <a:off x="5016500" y="2614613"/>
            <a:ext cx="5832475" cy="956288"/>
          </a:xfrm>
        </p:spPr>
        <p:txBody>
          <a:bodyPr lIns="90000" tIns="46800" rIns="90000" bIns="46800"/>
          <a:lstStyle>
            <a:lvl1pPr marL="0" indent="0">
              <a:buNone/>
              <a:defRPr sz="1400">
                <a:solidFill>
                  <a:schemeClr val="accent6"/>
                </a:solidFill>
              </a:defRPr>
            </a:lvl1pPr>
          </a:lstStyle>
          <a:p>
            <a:pPr lvl="0"/>
            <a:r>
              <a:rPr lang="en-US"/>
              <a:t>Lorem ipsum dolor sit </a:t>
            </a:r>
            <a:r>
              <a:rPr lang="en-US" err="1"/>
              <a:t>amet</a:t>
            </a:r>
            <a:r>
              <a:rPr lang="en-US"/>
              <a:t>, </a:t>
            </a:r>
            <a:r>
              <a:rPr lang="en-US" err="1"/>
              <a:t>consectetur</a:t>
            </a:r>
            <a:r>
              <a:rPr lang="en-US"/>
              <a:t> </a:t>
            </a:r>
            <a:r>
              <a:rPr lang="en-US" err="1"/>
              <a:t>adipiscing</a:t>
            </a:r>
            <a:r>
              <a:rPr lang="en-US"/>
              <a:t> </a:t>
            </a:r>
            <a:r>
              <a:rPr lang="en-US" err="1"/>
              <a:t>elit</a:t>
            </a:r>
            <a:r>
              <a:rPr lang="en-US"/>
              <a:t>, sed do </a:t>
            </a:r>
            <a:r>
              <a:rPr lang="en-US" err="1"/>
              <a:t>eiusmod</a:t>
            </a:r>
            <a:r>
              <a:rPr lang="en-US"/>
              <a:t> </a:t>
            </a:r>
            <a:r>
              <a:rPr lang="en-US" err="1"/>
              <a:t>tempor</a:t>
            </a:r>
            <a:r>
              <a:rPr lang="en-US"/>
              <a:t> </a:t>
            </a:r>
            <a:r>
              <a:rPr lang="en-US" err="1"/>
              <a:t>incididunt</a:t>
            </a:r>
            <a:r>
              <a:rPr lang="en-US"/>
              <a:t> </a:t>
            </a:r>
            <a:r>
              <a:rPr lang="en-US" err="1"/>
              <a:t>ut</a:t>
            </a:r>
            <a:r>
              <a:rPr lang="en-US"/>
              <a:t> </a:t>
            </a:r>
            <a:r>
              <a:rPr lang="en-US" err="1"/>
              <a:t>labore</a:t>
            </a:r>
            <a:r>
              <a:rPr lang="en-US"/>
              <a:t> et dolore magna </a:t>
            </a:r>
            <a:r>
              <a:rPr lang="en-US" err="1"/>
              <a:t>aliqua</a:t>
            </a:r>
            <a:r>
              <a:rPr lang="en-US"/>
              <a:t>. Ut </a:t>
            </a:r>
            <a:r>
              <a:rPr lang="en-US" err="1"/>
              <a:t>enim</a:t>
            </a:r>
            <a:r>
              <a:rPr lang="en-US"/>
              <a:t> ad minim </a:t>
            </a:r>
            <a:r>
              <a:rPr lang="en-US" err="1"/>
              <a:t>veniam</a:t>
            </a:r>
            <a:r>
              <a:rPr lang="en-US"/>
              <a:t>, </a:t>
            </a:r>
            <a:r>
              <a:rPr lang="en-US" err="1"/>
              <a:t>quis</a:t>
            </a:r>
            <a:r>
              <a:rPr lang="en-US"/>
              <a:t> </a:t>
            </a:r>
            <a:r>
              <a:rPr lang="en-US" err="1"/>
              <a:t>nostrud</a:t>
            </a:r>
            <a:r>
              <a:rPr lang="en-US"/>
              <a:t> exercitation </a:t>
            </a:r>
            <a:r>
              <a:rPr lang="en-US" err="1"/>
              <a:t>ullamco</a:t>
            </a:r>
            <a:r>
              <a:rPr lang="en-US"/>
              <a:t> </a:t>
            </a:r>
            <a:r>
              <a:rPr lang="en-US" err="1"/>
              <a:t>laboris</a:t>
            </a:r>
            <a:r>
              <a:rPr lang="en-US"/>
              <a:t> nisi </a:t>
            </a:r>
            <a:r>
              <a:rPr lang="en-US" err="1"/>
              <a:t>ut</a:t>
            </a:r>
            <a:r>
              <a:rPr lang="en-US"/>
              <a:t> </a:t>
            </a:r>
            <a:r>
              <a:rPr lang="en-US" err="1"/>
              <a:t>aliquip</a:t>
            </a:r>
            <a:r>
              <a:rPr lang="en-US"/>
              <a:t> ex </a:t>
            </a:r>
            <a:r>
              <a:rPr lang="en-US" err="1"/>
              <a:t>ea</a:t>
            </a:r>
            <a:r>
              <a:rPr lang="en-US"/>
              <a:t> </a:t>
            </a:r>
            <a:r>
              <a:rPr lang="en-US" err="1"/>
              <a:t>commodo</a:t>
            </a:r>
            <a:r>
              <a:rPr lang="en-US"/>
              <a:t> </a:t>
            </a:r>
            <a:r>
              <a:rPr lang="en-US" err="1"/>
              <a:t>consequat</a:t>
            </a:r>
            <a:r>
              <a:rPr lang="en-US"/>
              <a:t>.</a:t>
            </a:r>
          </a:p>
        </p:txBody>
      </p:sp>
      <p:sp>
        <p:nvSpPr>
          <p:cNvPr id="19" name="Text Placeholder 18">
            <a:extLst>
              <a:ext uri="{FF2B5EF4-FFF2-40B4-BE49-F238E27FC236}">
                <a16:creationId xmlns:a16="http://schemas.microsoft.com/office/drawing/2014/main" id="{D28C378F-3F66-354E-B8F9-1B9FC26E68A9}"/>
              </a:ext>
            </a:extLst>
          </p:cNvPr>
          <p:cNvSpPr>
            <a:spLocks noGrp="1"/>
          </p:cNvSpPr>
          <p:nvPr>
            <p:ph type="body" sz="quarter" idx="14" hasCustomPrompt="1"/>
          </p:nvPr>
        </p:nvSpPr>
        <p:spPr>
          <a:xfrm>
            <a:off x="5018087" y="2093722"/>
            <a:ext cx="5832475" cy="371513"/>
          </a:xfrm>
        </p:spPr>
        <p:txBody>
          <a:bodyPr lIns="90000" tIns="46800" rIns="90000" bIns="46800"/>
          <a:lstStyle>
            <a:lvl1pPr marL="0" indent="0">
              <a:buNone/>
              <a:defRPr sz="1800">
                <a:solidFill>
                  <a:schemeClr val="accent6"/>
                </a:solidFill>
                <a:latin typeface="+mj-lt"/>
              </a:defRPr>
            </a:lvl1pPr>
          </a:lstStyle>
          <a:p>
            <a:pPr lvl="0"/>
            <a:r>
              <a:rPr lang="en-US"/>
              <a:t>Experience</a:t>
            </a:r>
          </a:p>
        </p:txBody>
      </p:sp>
      <p:sp>
        <p:nvSpPr>
          <p:cNvPr id="20" name="Text Placeholder 18">
            <a:extLst>
              <a:ext uri="{FF2B5EF4-FFF2-40B4-BE49-F238E27FC236}">
                <a16:creationId xmlns:a16="http://schemas.microsoft.com/office/drawing/2014/main" id="{47E7A509-84C5-4843-8CD9-B01570BA7BA0}"/>
              </a:ext>
            </a:extLst>
          </p:cNvPr>
          <p:cNvSpPr>
            <a:spLocks noGrp="1"/>
          </p:cNvSpPr>
          <p:nvPr>
            <p:ph type="body" sz="quarter" idx="15" hasCustomPrompt="1"/>
          </p:nvPr>
        </p:nvSpPr>
        <p:spPr>
          <a:xfrm>
            <a:off x="5018087" y="4426832"/>
            <a:ext cx="5832475" cy="371513"/>
          </a:xfrm>
        </p:spPr>
        <p:txBody>
          <a:bodyPr lIns="90000" tIns="46800" rIns="90000" bIns="46800"/>
          <a:lstStyle>
            <a:lvl1pPr marL="0" indent="0">
              <a:buNone/>
              <a:defRPr sz="1800">
                <a:solidFill>
                  <a:schemeClr val="accent6"/>
                </a:solidFill>
                <a:latin typeface="+mj-lt"/>
              </a:defRPr>
            </a:lvl1pPr>
          </a:lstStyle>
          <a:p>
            <a:pPr lvl="0"/>
            <a:r>
              <a:rPr lang="en-US"/>
              <a:t>Expertise</a:t>
            </a:r>
          </a:p>
        </p:txBody>
      </p:sp>
      <p:sp>
        <p:nvSpPr>
          <p:cNvPr id="22" name="Text Placeholder 21">
            <a:extLst>
              <a:ext uri="{FF2B5EF4-FFF2-40B4-BE49-F238E27FC236}">
                <a16:creationId xmlns:a16="http://schemas.microsoft.com/office/drawing/2014/main" id="{39F526AE-17B2-DD4A-BE59-23D0E4A3D04F}"/>
              </a:ext>
            </a:extLst>
          </p:cNvPr>
          <p:cNvSpPr>
            <a:spLocks noGrp="1"/>
          </p:cNvSpPr>
          <p:nvPr>
            <p:ph type="body" sz="quarter" idx="16" hasCustomPrompt="1"/>
          </p:nvPr>
        </p:nvSpPr>
        <p:spPr>
          <a:xfrm>
            <a:off x="5016500" y="4864164"/>
            <a:ext cx="1649476" cy="827022"/>
          </a:xfrm>
        </p:spPr>
        <p:txBody>
          <a:bodyPr lIns="90000" tIns="46800" rIns="90000" bIns="46800"/>
          <a:lstStyle>
            <a:lvl1pPr>
              <a:buSzPct val="100000"/>
              <a:defRPr sz="1400">
                <a:solidFill>
                  <a:schemeClr val="accent6"/>
                </a:solidFill>
              </a:defRPr>
            </a:lvl1pPr>
          </a:lstStyle>
          <a:p>
            <a:pPr lvl="0"/>
            <a:r>
              <a:rPr lang="en-US"/>
              <a:t>One</a:t>
            </a:r>
          </a:p>
          <a:p>
            <a:pPr lvl="0"/>
            <a:r>
              <a:rPr lang="en-US"/>
              <a:t>Two</a:t>
            </a:r>
          </a:p>
          <a:p>
            <a:pPr lvl="0"/>
            <a:r>
              <a:rPr lang="en-US"/>
              <a:t>Three</a:t>
            </a:r>
          </a:p>
        </p:txBody>
      </p:sp>
      <p:sp>
        <p:nvSpPr>
          <p:cNvPr id="23" name="Text Placeholder 21">
            <a:extLst>
              <a:ext uri="{FF2B5EF4-FFF2-40B4-BE49-F238E27FC236}">
                <a16:creationId xmlns:a16="http://schemas.microsoft.com/office/drawing/2014/main" id="{D4BF07C4-9406-4146-BE9F-4987294757D1}"/>
              </a:ext>
            </a:extLst>
          </p:cNvPr>
          <p:cNvSpPr>
            <a:spLocks noGrp="1"/>
          </p:cNvSpPr>
          <p:nvPr>
            <p:ph type="body" sz="quarter" idx="17" hasCustomPrompt="1"/>
          </p:nvPr>
        </p:nvSpPr>
        <p:spPr>
          <a:xfrm>
            <a:off x="7104994" y="4864164"/>
            <a:ext cx="1649476" cy="827022"/>
          </a:xfrm>
        </p:spPr>
        <p:txBody>
          <a:bodyPr lIns="90000" tIns="46800" rIns="90000" bIns="46800"/>
          <a:lstStyle>
            <a:lvl1pPr>
              <a:buSzPct val="100000"/>
              <a:defRPr sz="1400">
                <a:solidFill>
                  <a:schemeClr val="accent6"/>
                </a:solidFill>
              </a:defRPr>
            </a:lvl1pPr>
          </a:lstStyle>
          <a:p>
            <a:pPr lvl="0"/>
            <a:r>
              <a:rPr lang="en-US"/>
              <a:t>Four</a:t>
            </a:r>
          </a:p>
          <a:p>
            <a:pPr lvl="0"/>
            <a:r>
              <a:rPr lang="en-US"/>
              <a:t>Five</a:t>
            </a:r>
          </a:p>
          <a:p>
            <a:pPr lvl="0"/>
            <a:r>
              <a:rPr lang="en-US"/>
              <a:t>Six</a:t>
            </a:r>
          </a:p>
        </p:txBody>
      </p:sp>
      <p:sp>
        <p:nvSpPr>
          <p:cNvPr id="24" name="Text Placeholder 21">
            <a:extLst>
              <a:ext uri="{FF2B5EF4-FFF2-40B4-BE49-F238E27FC236}">
                <a16:creationId xmlns:a16="http://schemas.microsoft.com/office/drawing/2014/main" id="{AD8CD734-0F6D-C94D-8A16-9F36D2D3D601}"/>
              </a:ext>
            </a:extLst>
          </p:cNvPr>
          <p:cNvSpPr>
            <a:spLocks noGrp="1"/>
          </p:cNvSpPr>
          <p:nvPr>
            <p:ph type="body" sz="quarter" idx="18" hasCustomPrompt="1"/>
          </p:nvPr>
        </p:nvSpPr>
        <p:spPr>
          <a:xfrm>
            <a:off x="9193488" y="4864164"/>
            <a:ext cx="1649476" cy="827022"/>
          </a:xfrm>
        </p:spPr>
        <p:txBody>
          <a:bodyPr lIns="90000" tIns="46800" rIns="90000" bIns="46800"/>
          <a:lstStyle>
            <a:lvl1pPr>
              <a:buSzPct val="100000"/>
              <a:defRPr sz="1400">
                <a:solidFill>
                  <a:schemeClr val="accent6"/>
                </a:solidFill>
              </a:defRPr>
            </a:lvl1pPr>
          </a:lstStyle>
          <a:p>
            <a:pPr lvl="0"/>
            <a:r>
              <a:rPr lang="en-US"/>
              <a:t>Seven</a:t>
            </a:r>
          </a:p>
          <a:p>
            <a:pPr lvl="0"/>
            <a:r>
              <a:rPr lang="en-US"/>
              <a:t>Eight</a:t>
            </a:r>
          </a:p>
          <a:p>
            <a:pPr lvl="0"/>
            <a:r>
              <a:rPr lang="en-US"/>
              <a:t>Nine</a:t>
            </a:r>
          </a:p>
        </p:txBody>
      </p:sp>
    </p:spTree>
    <p:extLst>
      <p:ext uri="{BB962C8B-B14F-4D97-AF65-F5344CB8AC3E}">
        <p14:creationId xmlns:p14="http://schemas.microsoft.com/office/powerpoint/2010/main" val="3801178581"/>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pos="369">
          <p15:clr>
            <a:srgbClr val="F26B43"/>
          </p15:clr>
        </p15:guide>
        <p15:guide id="3" orient="horz" pos="366">
          <p15:clr>
            <a:srgbClr val="F26B43"/>
          </p15:clr>
        </p15:guide>
        <p15:guide id="4" pos="7311">
          <p15:clr>
            <a:srgbClr val="F26B43"/>
          </p15:clr>
        </p15:guide>
        <p15:guide id="5" orient="horz" pos="3951">
          <p15:clr>
            <a:srgbClr val="F26B43"/>
          </p15:clr>
        </p15:guide>
        <p15:guide id="12" pos="2561">
          <p15:clr>
            <a:srgbClr val="A4A3A4"/>
          </p15:clr>
        </p15:guide>
        <p15:guide id="13" pos="2744">
          <p15:clr>
            <a:srgbClr val="A4A3A4"/>
          </p15:clr>
        </p15:guide>
        <p15:guide id="20" pos="4937">
          <p15:clr>
            <a:srgbClr val="A4A3A4"/>
          </p15:clr>
        </p15:guide>
        <p15:guide id="21" pos="5120">
          <p15:clr>
            <a:srgbClr val="A4A3A4"/>
          </p15:clr>
        </p15:guide>
        <p15:guide id="22" pos="2682">
          <p15:clr>
            <a:srgbClr val="F26B43"/>
          </p15:clr>
        </p15:guide>
        <p15:guide id="23" pos="4998">
          <p15:clr>
            <a:srgbClr val="F26B43"/>
          </p15:clr>
        </p15:guide>
        <p15:guide id="24" pos="3160" userDrawn="1">
          <p15:clr>
            <a:srgbClr val="FBAE40"/>
          </p15:clr>
        </p15:guide>
        <p15:guide id="25" orient="horz" pos="709" userDrawn="1">
          <p15:clr>
            <a:srgbClr val="FBAE40"/>
          </p15:clr>
        </p15:guide>
        <p15:guide id="26" pos="6834" userDrawn="1">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userDrawn="1">
  <p:cSld name="Large Number Divider 1">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A4015781-2431-48C9-AEF1-52FBD41AF3FC}"/>
              </a:ext>
            </a:extLst>
          </p:cNvPr>
          <p:cNvSpPr>
            <a:spLocks noGrp="1"/>
          </p:cNvSpPr>
          <p:nvPr>
            <p:ph type="body" sz="quarter" idx="11" hasCustomPrompt="1"/>
          </p:nvPr>
        </p:nvSpPr>
        <p:spPr>
          <a:xfrm>
            <a:off x="4941888" y="585788"/>
            <a:ext cx="6667500" cy="690119"/>
          </a:xfrm>
        </p:spPr>
        <p:txBody>
          <a:bodyPr anchor="t">
            <a:noAutofit/>
          </a:bodyPr>
          <a:lstStyle>
            <a:lvl1pPr marL="0" indent="0">
              <a:spcAft>
                <a:spcPts val="600"/>
              </a:spcAft>
              <a:buFont typeface="Wingdings" panose="05000000000000000000" pitchFamily="2" charset="2"/>
              <a:buNone/>
              <a:defRPr sz="3600">
                <a:solidFill>
                  <a:schemeClr val="tx1"/>
                </a:solidFill>
                <a:latin typeface="+mj-lt"/>
              </a:defRPr>
            </a:lvl1pPr>
          </a:lstStyle>
          <a:p>
            <a:pPr lvl="0"/>
            <a:r>
              <a:rPr lang="en-US"/>
              <a:t>Section title</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Tree>
    <p:extLst>
      <p:ext uri="{BB962C8B-B14F-4D97-AF65-F5344CB8AC3E}">
        <p14:creationId xmlns:p14="http://schemas.microsoft.com/office/powerpoint/2010/main" val="3092182116"/>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userDrawn="1">
  <p:cSld name="1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E8663993-2CF4-0843-9834-2078442DBA7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90063326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2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25F75097-07A2-DA4F-AFC5-71B04739FCB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684738598"/>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userDrawn="1">
  <p:cSld name="3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96CEF9B0-0F7A-414C-9382-56532822A960}"/>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55035194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userDrawn="1">
  <p:cSld name="4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0B03ADF2-CBA0-AB48-AC2A-77EAF2C81AA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772471374"/>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userDrawn="1">
  <p:cSld name="5_Large Number Divider 1">
    <p:bg>
      <p:bgRef idx="1001">
        <a:schemeClr val="bg2"/>
      </p:bgRef>
    </p:bg>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3D287FF5-DA2B-6549-A430-2AB0462370E7}"/>
              </a:ext>
            </a:extLst>
          </p:cNvPr>
          <p:cNvSpPr txBox="1"/>
          <p:nvPr userDrawn="1"/>
        </p:nvSpPr>
        <p:spPr>
          <a:xfrm>
            <a:off x="0" y="680485"/>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1</a:t>
            </a:r>
          </a:p>
        </p:txBody>
      </p:sp>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9" name="Title 1">
            <a:extLst>
              <a:ext uri="{FF2B5EF4-FFF2-40B4-BE49-F238E27FC236}">
                <a16:creationId xmlns:a16="http://schemas.microsoft.com/office/drawing/2014/main" id="{939C9626-6AB7-9442-8C32-698E08BC85A7}"/>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44595937"/>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userDrawn="1">
  <p:cSld name="6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3"/>
            <a:ext cx="4356100" cy="6177517"/>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2</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649666AF-1BFD-C547-B312-5E30EBC9B839}"/>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47228313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7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3</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443D24FC-F71D-C245-A2DA-55D32F6AA872}"/>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77841612"/>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userDrawn="1">
  <p:cSld name="8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4</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DA3A573E-5425-E24C-AC5B-D2C67E89FC53}"/>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36422873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userDrawn="1">
  <p:cSld name="9_Large Number Divider 1">
    <p:bg>
      <p:bgRef idx="1001">
        <a:schemeClr val="bg2"/>
      </p:bgRef>
    </p:bg>
    <p:spTree>
      <p:nvGrpSpPr>
        <p:cNvPr id="1" name=""/>
        <p:cNvGrpSpPr/>
        <p:nvPr/>
      </p:nvGrpSpPr>
      <p:grpSpPr>
        <a:xfrm>
          <a:off x="0" y="0"/>
          <a:ext cx="0" cy="0"/>
          <a:chOff x="0" y="0"/>
          <a:chExt cx="0" cy="0"/>
        </a:xfrm>
      </p:grpSpPr>
      <p:sp>
        <p:nvSpPr>
          <p:cNvPr id="6" name="TextBox 5">
            <a:extLst>
              <a:ext uri="{FF2B5EF4-FFF2-40B4-BE49-F238E27FC236}">
                <a16:creationId xmlns:a16="http://schemas.microsoft.com/office/drawing/2014/main" id="{A1DC2181-37AB-40A3-B61C-1DE7DBB57D63}"/>
              </a:ext>
            </a:extLst>
          </p:cNvPr>
          <p:cNvSpPr txBox="1"/>
          <p:nvPr userDrawn="1"/>
        </p:nvSpPr>
        <p:spPr>
          <a:xfrm>
            <a:off x="12355721" y="-203944"/>
            <a:ext cx="577081" cy="153888"/>
          </a:xfrm>
          <a:prstGeom prst="rect">
            <a:avLst/>
          </a:prstGeom>
          <a:noFill/>
        </p:spPr>
        <p:txBody>
          <a:bodyPr wrap="none" lIns="0" tIns="0" rIns="0" bIns="0" rtlCol="0">
            <a:spAutoFit/>
          </a:bodyPr>
          <a:lstStyle/>
          <a:p>
            <a:pPr algn="l"/>
            <a:r>
              <a:rPr lang="en-US" sz="1000">
                <a:solidFill>
                  <a:srgbClr val="A3A3A3"/>
                </a:solidFill>
              </a:rPr>
              <a:t>ELT layout</a:t>
            </a:r>
          </a:p>
        </p:txBody>
      </p:sp>
      <p:sp>
        <p:nvSpPr>
          <p:cNvPr id="4" name="TextBox 3">
            <a:extLst>
              <a:ext uri="{FF2B5EF4-FFF2-40B4-BE49-F238E27FC236}">
                <a16:creationId xmlns:a16="http://schemas.microsoft.com/office/drawing/2014/main" id="{3D287FF5-DA2B-6549-A430-2AB0462370E7}"/>
              </a:ext>
            </a:extLst>
          </p:cNvPr>
          <p:cNvSpPr txBox="1"/>
          <p:nvPr userDrawn="1"/>
        </p:nvSpPr>
        <p:spPr>
          <a:xfrm>
            <a:off x="0" y="680484"/>
            <a:ext cx="4356100" cy="6177516"/>
          </a:xfrm>
          <a:prstGeom prst="rect">
            <a:avLst/>
          </a:prstGeom>
          <a:noFill/>
          <a:effectLst>
            <a:outerShdw blurRad="76200" dist="76200" dir="2700000" algn="tl" rotWithShape="0">
              <a:prstClr val="black">
                <a:alpha val="20000"/>
              </a:prstClr>
            </a:outerShdw>
          </a:effectLst>
        </p:spPr>
        <p:txBody>
          <a:bodyPr wrap="square" lIns="0" tIns="0" rIns="0" bIns="0" rtlCol="0" anchor="t">
            <a:noAutofit/>
          </a:bodyPr>
          <a:lstStyle/>
          <a:p>
            <a:pPr algn="l"/>
            <a:r>
              <a:rPr lang="en-US" sz="50000" b="1" i="0">
                <a:solidFill>
                  <a:schemeClr val="accent1"/>
                </a:solidFill>
                <a:latin typeface="Segoe UI" panose="020B0502040204020203" pitchFamily="34" charset="0"/>
                <a:cs typeface="Segoe UI" panose="020B0502040204020203" pitchFamily="34" charset="0"/>
              </a:rPr>
              <a:t>5</a:t>
            </a:r>
          </a:p>
        </p:txBody>
      </p:sp>
      <p:sp>
        <p:nvSpPr>
          <p:cNvPr id="7" name="Text Placeholder 2">
            <a:extLst>
              <a:ext uri="{FF2B5EF4-FFF2-40B4-BE49-F238E27FC236}">
                <a16:creationId xmlns:a16="http://schemas.microsoft.com/office/drawing/2014/main" id="{160E18D5-0E84-C64E-9599-465CAF60302E}"/>
              </a:ext>
            </a:extLst>
          </p:cNvPr>
          <p:cNvSpPr>
            <a:spLocks noGrp="1"/>
          </p:cNvSpPr>
          <p:nvPr>
            <p:ph type="body" sz="quarter" idx="12" hasCustomPrompt="1"/>
          </p:nvPr>
        </p:nvSpPr>
        <p:spPr>
          <a:xfrm>
            <a:off x="4941888" y="1307806"/>
            <a:ext cx="6667500" cy="2121194"/>
          </a:xfrm>
        </p:spPr>
        <p:txBody>
          <a:bodyPr anchor="t">
            <a:noAutofit/>
          </a:bodyPr>
          <a:lstStyle>
            <a:lvl1pPr marL="0" indent="0">
              <a:spcAft>
                <a:spcPts val="600"/>
              </a:spcAft>
              <a:buFont typeface="Wingdings" panose="05000000000000000000" pitchFamily="2" charset="2"/>
              <a:buNone/>
              <a:defRPr sz="2400">
                <a:solidFill>
                  <a:schemeClr val="tx1"/>
                </a:solidFill>
              </a:defRPr>
            </a:lvl1pPr>
          </a:lstStyle>
          <a:p>
            <a:pPr lvl="0"/>
            <a:r>
              <a:rPr lang="en-US"/>
              <a:t>Section Details</a:t>
            </a:r>
          </a:p>
        </p:txBody>
      </p:sp>
      <p:sp>
        <p:nvSpPr>
          <p:cNvPr id="8" name="Title 1">
            <a:extLst>
              <a:ext uri="{FF2B5EF4-FFF2-40B4-BE49-F238E27FC236}">
                <a16:creationId xmlns:a16="http://schemas.microsoft.com/office/drawing/2014/main" id="{AD9EEC05-DC95-844E-868F-EEEB231AD961}"/>
              </a:ext>
            </a:extLst>
          </p:cNvPr>
          <p:cNvSpPr>
            <a:spLocks noGrp="1"/>
          </p:cNvSpPr>
          <p:nvPr>
            <p:ph type="title" hasCustomPrompt="1"/>
          </p:nvPr>
        </p:nvSpPr>
        <p:spPr>
          <a:xfrm>
            <a:off x="4941888" y="585788"/>
            <a:ext cx="6667230" cy="714094"/>
          </a:xfrm>
          <a:noFill/>
        </p:spPr>
        <p:txBody>
          <a:bodyPr wrap="square" lIns="0" tIns="0" rIns="0" bIns="0" anchor="t" anchorCtr="0">
            <a:no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258932719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3" pos="2744">
          <p15:clr>
            <a:srgbClr val="5ACBF0"/>
          </p15:clr>
        </p15:guide>
        <p15:guide id="29" orient="horz" pos="2160">
          <p15:clr>
            <a:srgbClr val="5ACBF0"/>
          </p15:clr>
        </p15:guide>
        <p15:guide id="30" pos="2376">
          <p15:clr>
            <a:srgbClr val="5ACBF0"/>
          </p15:clr>
        </p15:guide>
        <p15:guide id="31" pos="3113">
          <p15:clr>
            <a:srgbClr val="5ACBF0"/>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eveloper Code Layout full page">
    <p:bg>
      <p:bgRef idx="1001">
        <a:schemeClr val="bg2"/>
      </p:bgRef>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0"/>
            <a:ext cx="12192000"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0"/>
            <a:ext cx="3788358" cy="493776"/>
          </a:xfrm>
          <a:gradFill flip="none" rotWithShape="1">
            <a:gsLst>
              <a:gs pos="0">
                <a:srgbClr val="000000"/>
              </a:gs>
              <a:gs pos="99000">
                <a:srgbClr val="000000"/>
              </a:gs>
              <a:gs pos="99000">
                <a:schemeClr val="accent1"/>
              </a:gs>
            </a:gsLst>
            <a:lin ang="10800000" scaled="1"/>
            <a:tileRect/>
          </a:gradFill>
        </p:spPr>
        <p:txBody>
          <a:bodyPr vert="horz" wrap="square" lIns="585216" tIns="91440" rIns="0" bIns="91440" rtlCol="0">
            <a:spAutoFit/>
          </a:bodyPr>
          <a:lstStyle>
            <a:lvl1pPr marL="0" indent="0">
              <a:buNone/>
              <a:defRPr lang="en-US" sz="1999" dirty="0">
                <a:solidFill>
                  <a:srgbClr val="FFFFFF"/>
                </a:solidFill>
                <a:latin typeface="+mj-lt"/>
              </a:defRPr>
            </a:lvl1pPr>
          </a:lstStyle>
          <a:p>
            <a:pPr marL="0" lvl="0" indent="0">
              <a:buNone/>
            </a:pPr>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91438" y="710247"/>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2008029859"/>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eveloper Code Layout">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0636FE-845C-418D-82A1-1DA6DB73D781}"/>
              </a:ext>
            </a:extLst>
          </p:cNvPr>
          <p:cNvSpPr>
            <a:spLocks noGrp="1"/>
          </p:cNvSpPr>
          <p:nvPr>
            <p:ph type="title"/>
          </p:nvPr>
        </p:nvSpPr>
        <p:spPr/>
        <p:txBody>
          <a:bodyPr anchor="ctr"/>
          <a:lstStyle/>
          <a:p>
            <a:r>
              <a:rPr lang="en-US"/>
              <a:t>Click to edit Master title style</a:t>
            </a:r>
          </a:p>
        </p:txBody>
      </p:sp>
      <p:sp>
        <p:nvSpPr>
          <p:cNvPr id="6" name="Rectangle 5">
            <a:extLst>
              <a:ext uri="{FF2B5EF4-FFF2-40B4-BE49-F238E27FC236}">
                <a16:creationId xmlns:a16="http://schemas.microsoft.com/office/drawing/2014/main" id="{182D46E0-16CE-40B0-8623-F82D5D410958}"/>
              </a:ext>
              <a:ext uri="{C183D7F6-B498-43B3-948B-1728B52AA6E4}">
                <adec:decorative xmlns:adec="http://schemas.microsoft.com/office/drawing/2017/decorative" val="1"/>
              </a:ext>
            </a:extLst>
          </p:cNvPr>
          <p:cNvSpPr/>
          <p:nvPr userDrawn="1"/>
        </p:nvSpPr>
        <p:spPr bwMode="auto">
          <a:xfrm>
            <a:off x="0" y="1436688"/>
            <a:ext cx="12192000" cy="542131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8" name="Text Placeholder 14">
            <a:extLst>
              <a:ext uri="{FF2B5EF4-FFF2-40B4-BE49-F238E27FC236}">
                <a16:creationId xmlns:a16="http://schemas.microsoft.com/office/drawing/2014/main" id="{44977AB6-1D7E-4858-A2EA-BF86577C3990}"/>
              </a:ext>
            </a:extLst>
          </p:cNvPr>
          <p:cNvSpPr>
            <a:spLocks noGrp="1"/>
          </p:cNvSpPr>
          <p:nvPr>
            <p:ph type="body" sz="quarter" idx="13" hasCustomPrompt="1"/>
          </p:nvPr>
        </p:nvSpPr>
        <p:spPr>
          <a:xfrm>
            <a:off x="0" y="143668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5" name="Text Placeholder 4" descr="This layout should only be used for developer code. The font used is a monospace font which is ideal for showing code.">
            <a:extLst>
              <a:ext uri="{FF2B5EF4-FFF2-40B4-BE49-F238E27FC236}">
                <a16:creationId xmlns:a16="http://schemas.microsoft.com/office/drawing/2014/main" id="{BA9F61CF-FF79-485A-A6C8-A1952EFD58AE}"/>
              </a:ext>
            </a:extLst>
          </p:cNvPr>
          <p:cNvSpPr>
            <a:spLocks noGrp="1"/>
          </p:cNvSpPr>
          <p:nvPr>
            <p:ph type="body" sz="quarter" idx="10"/>
          </p:nvPr>
        </p:nvSpPr>
        <p:spPr>
          <a:xfrm>
            <a:off x="588263" y="2099310"/>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553" indent="0">
              <a:buNone/>
              <a:tabLst>
                <a:tab pos="344488" algn="l"/>
              </a:tabLst>
              <a:defRPr sz="2400">
                <a:solidFill>
                  <a:schemeClr val="tx1"/>
                </a:solidFill>
                <a:latin typeface="Consolas" panose="020B0609020204030204" pitchFamily="49" charset="0"/>
                <a:cs typeface="Consolas" panose="020B0609020204030204" pitchFamily="49" charset="0"/>
              </a:defRPr>
            </a:lvl2pPr>
            <a:lvl3pPr marL="584607" indent="0">
              <a:buNone/>
              <a:tabLst>
                <a:tab pos="569913" algn="l"/>
              </a:tabLst>
              <a:defRPr sz="2400">
                <a:solidFill>
                  <a:schemeClr val="tx1"/>
                </a:solidFill>
                <a:latin typeface="Consolas" panose="020B0609020204030204" pitchFamily="49" charset="0"/>
                <a:cs typeface="Consolas" panose="020B0609020204030204" pitchFamily="49" charset="0"/>
              </a:defRPr>
            </a:lvl3pPr>
            <a:lvl4pPr marL="814563" indent="0">
              <a:buNone/>
              <a:tabLst>
                <a:tab pos="800100" algn="l"/>
              </a:tabLst>
              <a:defRPr sz="2400">
                <a:solidFill>
                  <a:schemeClr val="tx1"/>
                </a:solidFill>
                <a:latin typeface="Consolas" panose="020B0609020204030204" pitchFamily="49" charset="0"/>
                <a:cs typeface="Consolas" panose="020B0609020204030204" pitchFamily="49" charset="0"/>
              </a:defRPr>
            </a:lvl4pPr>
            <a:lvl5pPr marL="1050997" indent="0">
              <a:buNone/>
              <a:tabLst>
                <a:tab pos="1028700" algn="l"/>
              </a:tabLst>
              <a:defRPr sz="2400">
                <a:solidFill>
                  <a:schemeClr val="tx1"/>
                </a:solidFill>
                <a:latin typeface="Consolas" panose="020B0609020204030204" pitchFamily="49" charset="0"/>
                <a:cs typeface="Consolas" panose="020B0609020204030204" pitchFamily="49" charset="0"/>
              </a:defRPr>
            </a:lvl5pPr>
          </a:lstStyle>
          <a:p>
            <a:pPr lvl="0"/>
            <a:r>
              <a:rPr lang="en-US"/>
              <a:t>Click to edit Master text styles</a:t>
            </a:r>
          </a:p>
        </p:txBody>
      </p:sp>
    </p:spTree>
    <p:extLst>
      <p:ext uri="{BB962C8B-B14F-4D97-AF65-F5344CB8AC3E}">
        <p14:creationId xmlns:p14="http://schemas.microsoft.com/office/powerpoint/2010/main" val="42438410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1322">
          <p15:clr>
            <a:srgbClr val="5ACBF0"/>
          </p15:clr>
        </p15:guide>
        <p15:guide id="2" orient="horz" pos="905">
          <p15:clr>
            <a:srgbClr val="5ACBF0"/>
          </p15:clr>
        </p15:guide>
        <p15:guide id="3" orient="horz" pos="288">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Code Bottom">
    <p:bg>
      <p:bgRef idx="1001">
        <a:schemeClr val="bg2"/>
      </p:bgRef>
    </p:bg>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p:txBody>
          <a:bodyPr/>
          <a:lstStyle>
            <a:lvl1pPr>
              <a:defRPr>
                <a:solidFill>
                  <a:schemeClr val="tx1"/>
                </a:solidFill>
              </a:defRPr>
            </a:lvl1pPr>
          </a:lstStyle>
          <a:p>
            <a:r>
              <a:rPr lang="en-US"/>
              <a:t>Click to edit Master title style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86390" y="1230681"/>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2827138"/>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2827138"/>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3491219"/>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978534164"/>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1776">
          <p15:clr>
            <a:srgbClr val="5ACBF0"/>
          </p15:clr>
        </p15:guide>
        <p15:guide id="5" orient="horz" pos="2197">
          <p15:clr>
            <a:srgbClr val="5ACBF0"/>
          </p15:clr>
        </p15:guide>
        <p15:guide id="6" orient="horz" pos="773">
          <p15:clr>
            <a:srgbClr val="5ACBF0"/>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Code Top">
    <p:bg>
      <p:bgRef idx="1001">
        <a:schemeClr val="bg2"/>
      </p:bgRef>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F1EBE70E-6A93-4EB4-A189-6F9DE42CEE12}"/>
              </a:ext>
              <a:ext uri="{C183D7F6-B498-43B3-948B-1728B52AA6E4}">
                <adec:decorative xmlns:adec="http://schemas.microsoft.com/office/drawing/2017/decorative" val="1"/>
              </a:ext>
            </a:extLst>
          </p:cNvPr>
          <p:cNvSpPr/>
          <p:nvPr userDrawn="1"/>
        </p:nvSpPr>
        <p:spPr bwMode="auto">
          <a:xfrm>
            <a:off x="0" y="0"/>
            <a:ext cx="12192000" cy="4030862"/>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3" name="Title 2">
            <a:extLst>
              <a:ext uri="{FF2B5EF4-FFF2-40B4-BE49-F238E27FC236}">
                <a16:creationId xmlns:a16="http://schemas.microsoft.com/office/drawing/2014/main" id="{71845FFD-6B9A-4013-932A-5E4D7E849D10}"/>
              </a:ext>
            </a:extLst>
          </p:cNvPr>
          <p:cNvSpPr>
            <a:spLocks noGrp="1"/>
          </p:cNvSpPr>
          <p:nvPr>
            <p:ph type="title"/>
          </p:nvPr>
        </p:nvSpPr>
        <p:spPr>
          <a:xfrm>
            <a:off x="588263" y="4224580"/>
            <a:ext cx="11018520" cy="492443"/>
          </a:xfrm>
        </p:spPr>
        <p:txBody>
          <a:bodyPr/>
          <a:lstStyle>
            <a:lvl1pPr>
              <a:defRPr sz="3200">
                <a:solidFill>
                  <a:schemeClr val="tx1"/>
                </a:solidFill>
              </a:defRPr>
            </a:lvl1pPr>
          </a:lstStyle>
          <a:p>
            <a:r>
              <a:rPr lang="en-US"/>
              <a:t>Click to edit Master title style</a:t>
            </a:r>
          </a:p>
        </p:txBody>
      </p:sp>
      <p:sp>
        <p:nvSpPr>
          <p:cNvPr id="17" name="Text Placeholder 14">
            <a:extLst>
              <a:ext uri="{FF2B5EF4-FFF2-40B4-BE49-F238E27FC236}">
                <a16:creationId xmlns:a16="http://schemas.microsoft.com/office/drawing/2014/main" id="{0E9A2E28-037B-FA4D-ADDC-1AFA11D65CB2}"/>
              </a:ext>
            </a:extLst>
          </p:cNvPr>
          <p:cNvSpPr>
            <a:spLocks noGrp="1"/>
          </p:cNvSpPr>
          <p:nvPr>
            <p:ph type="body" sz="quarter" idx="13" hasCustomPrompt="1"/>
          </p:nvPr>
        </p:nvSpPr>
        <p:spPr>
          <a:xfrm>
            <a:off x="0" y="0"/>
            <a:ext cx="3788358" cy="446148"/>
          </a:xfrm>
          <a:gradFill flip="none" rotWithShape="1">
            <a:gsLst>
              <a:gs pos="0">
                <a:srgbClr val="000000"/>
              </a:gs>
              <a:gs pos="92000">
                <a:srgbClr val="000000"/>
              </a:gs>
              <a:gs pos="92000">
                <a:schemeClr val="accent1"/>
              </a:gs>
            </a:gsLst>
            <a:lin ang="16200000" scaled="1"/>
            <a:tileRect/>
          </a:gradFill>
        </p:spPr>
        <p:txBody>
          <a:bodyPr lIns="585216" tIns="91440" bIns="4572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6389" y="660508"/>
            <a:ext cx="11018520" cy="369332"/>
          </a:xfrm>
        </p:spPr>
        <p:txBody>
          <a:bodyPr/>
          <a:lstStyle>
            <a:lvl1pPr marL="0" indent="0">
              <a:buNone/>
              <a:tabLst/>
              <a:defRPr sz="2400">
                <a:solidFill>
                  <a:srgbClr val="000000"/>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9" name="Text Placeholder 3">
            <a:extLst>
              <a:ext uri="{FF2B5EF4-FFF2-40B4-BE49-F238E27FC236}">
                <a16:creationId xmlns:a16="http://schemas.microsoft.com/office/drawing/2014/main" id="{7B17F8BB-3610-1A4F-9E76-B12E706A5517}"/>
              </a:ext>
            </a:extLst>
          </p:cNvPr>
          <p:cNvSpPr>
            <a:spLocks noGrp="1"/>
          </p:cNvSpPr>
          <p:nvPr>
            <p:ph type="body" sz="quarter" idx="10" hasCustomPrompt="1"/>
          </p:nvPr>
        </p:nvSpPr>
        <p:spPr>
          <a:xfrm>
            <a:off x="591152" y="4996505"/>
            <a:ext cx="11018520" cy="369332"/>
          </a:xfrm>
        </p:spPr>
        <p:txBody>
          <a:bodyPr wrap="square">
            <a:spAutoFit/>
          </a:bodyPr>
          <a:lstStyle>
            <a:lvl1pPr marL="0" indent="0">
              <a:spcBef>
                <a:spcPts val="600"/>
              </a:spcBef>
              <a:spcAft>
                <a:spcPts val="0"/>
              </a:spcAft>
              <a:buNone/>
              <a:defRPr sz="2400">
                <a:solidFill>
                  <a:schemeClr val="tx1"/>
                </a:solidFill>
                <a:latin typeface="+mn-lt"/>
                <a:cs typeface="Segoe UI" panose="020B0502040204020203" pitchFamily="34" charset="0"/>
              </a:defRPr>
            </a:lvl1pPr>
            <a:lvl2pPr marL="228531" indent="0">
              <a:buNone/>
              <a:defRPr sz="240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1656685275"/>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4" orient="horz" pos="2661">
          <p15:clr>
            <a:srgbClr val="5ACBF0"/>
          </p15:clr>
        </p15:guide>
        <p15:guide id="5" orient="horz" pos="3147">
          <p15:clr>
            <a:srgbClr val="5ACBF0"/>
          </p15:clr>
        </p15:guide>
        <p15:guide id="6" orient="horz" pos="419">
          <p15:clr>
            <a:srgbClr val="5ACBF0"/>
          </p15:clr>
        </p15:guide>
      </p15:sldGuideLst>
    </p:ext>
  </p:extLst>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userDrawn="1">
  <p:cSld name="Code Right side">
    <p:bg>
      <p:bgRef idx="1001">
        <a:schemeClr val="bg2"/>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82BB27-7DA5-4478-8C18-C1FFEE20AAC1}"/>
              </a:ext>
            </a:extLst>
          </p:cNvPr>
          <p:cNvSpPr>
            <a:spLocks noGrp="1"/>
          </p:cNvSpPr>
          <p:nvPr>
            <p:ph type="title" hasCustomPrompt="1"/>
          </p:nvPr>
        </p:nvSpPr>
        <p:spPr>
          <a:xfrm>
            <a:off x="588263" y="457200"/>
            <a:ext cx="4040887" cy="492443"/>
          </a:xfrm>
        </p:spPr>
        <p:txBody>
          <a:bodyPr/>
          <a:lstStyle>
            <a:lvl1pPr>
              <a:defRPr sz="3200">
                <a:solidFill>
                  <a:schemeClr val="tx1"/>
                </a:solidFill>
              </a:defRPr>
            </a:lvl1pPr>
          </a:lstStyle>
          <a:p>
            <a:r>
              <a:rPr lang="en-US"/>
              <a:t>Click to edit title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588965" y="1338139"/>
            <a:ext cx="4040185"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5205984"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5211763"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00725" y="709187"/>
            <a:ext cx="5801961" cy="369332"/>
          </a:xfrm>
        </p:spPr>
        <p:txBody>
          <a:bodyPr/>
          <a:lstStyle>
            <a:lvl1pPr marL="0" indent="0">
              <a:buNone/>
              <a:tabLst/>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1206398337"/>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userDrawn="1">
  <p:cSld name="Code Left sde">
    <p:bg>
      <p:bgRef idx="1001">
        <a:schemeClr val="bg2"/>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userDrawn="1"/>
        </p:nvSpPr>
        <p:spPr bwMode="auto">
          <a:xfrm>
            <a:off x="-2" y="0"/>
            <a:ext cx="6986016" cy="68580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a:solidFill>
                <a:srgbClr val="FFFFFF"/>
              </a:solidFill>
              <a:ea typeface="Segoe UI" pitchFamily="34" charset="0"/>
              <a:cs typeface="Segoe UI" pitchFamily="34" charset="0"/>
            </a:endParaRPr>
          </a:p>
        </p:txBody>
      </p:sp>
      <p:sp>
        <p:nvSpPr>
          <p:cNvPr id="2" name="Title 1">
            <a:extLst>
              <a:ext uri="{FF2B5EF4-FFF2-40B4-BE49-F238E27FC236}">
                <a16:creationId xmlns:a16="http://schemas.microsoft.com/office/drawing/2014/main" id="{6BB14A7D-C409-4A7C-9D82-A2E5DBB8AB72}"/>
              </a:ext>
            </a:extLst>
          </p:cNvPr>
          <p:cNvSpPr>
            <a:spLocks noGrp="1"/>
          </p:cNvSpPr>
          <p:nvPr>
            <p:ph type="title" hasCustomPrompt="1"/>
          </p:nvPr>
        </p:nvSpPr>
        <p:spPr>
          <a:xfrm>
            <a:off x="7575549" y="457200"/>
            <a:ext cx="4031233" cy="492443"/>
          </a:xfrm>
        </p:spPr>
        <p:txBody>
          <a:bodyPr/>
          <a:lstStyle>
            <a:lvl1pPr>
              <a:defRPr sz="3200">
                <a:solidFill>
                  <a:schemeClr val="tx1"/>
                </a:solidFill>
              </a:defRPr>
            </a:lvl1pPr>
          </a:lstStyle>
          <a:p>
            <a:r>
              <a:rPr lang="en-US"/>
              <a:t>Click to edit title</a:t>
            </a:r>
          </a:p>
        </p:txBody>
      </p:sp>
      <p:sp>
        <p:nvSpPr>
          <p:cNvPr id="19" name="Text Placeholder 14">
            <a:extLst>
              <a:ext uri="{FF2B5EF4-FFF2-40B4-BE49-F238E27FC236}">
                <a16:creationId xmlns:a16="http://schemas.microsoft.com/office/drawing/2014/main" id="{0D599919-A8E3-4D2B-86CF-50C6704F17D5}"/>
              </a:ext>
            </a:extLst>
          </p:cNvPr>
          <p:cNvSpPr>
            <a:spLocks noGrp="1"/>
          </p:cNvSpPr>
          <p:nvPr>
            <p:ph type="body" sz="quarter" idx="13" hasCustomPrompt="1"/>
          </p:nvPr>
        </p:nvSpPr>
        <p:spPr>
          <a:xfrm>
            <a:off x="-1" y="0"/>
            <a:ext cx="3788358" cy="492314"/>
          </a:xfrm>
          <a:gradFill flip="none" rotWithShape="1">
            <a:gsLst>
              <a:gs pos="0">
                <a:srgbClr val="000000"/>
              </a:gs>
              <a:gs pos="99000">
                <a:srgbClr val="000000"/>
              </a:gs>
              <a:gs pos="99000">
                <a:schemeClr val="accent1"/>
              </a:gs>
            </a:gsLst>
            <a:lin ang="10800000" scaled="1"/>
            <a:tileRect/>
          </a:gradFill>
        </p:spPr>
        <p:txBody>
          <a:bodyPr lIns="585216" tIns="91440" bIns="91440"/>
          <a:lstStyle>
            <a:lvl1pPr marL="0" indent="0">
              <a:buNone/>
              <a:defRPr sz="1999">
                <a:solidFill>
                  <a:srgbClr val="FFFFFF"/>
                </a:solidFill>
                <a:latin typeface="+mj-lt"/>
              </a:defRPr>
            </a:lvl1pPr>
          </a:lstStyle>
          <a:p>
            <a:pPr lvl="0"/>
            <a:r>
              <a:rPr lang="en-US"/>
              <a:t>Click to enter title</a:t>
            </a:r>
          </a:p>
        </p:txBody>
      </p:sp>
      <p:sp>
        <p:nvSpPr>
          <p:cNvPr id="13" name="Text Placeholder 4" descr="This layout should only be used for developer code. The font used is a monospace font which is ideal for showing code.">
            <a:extLst>
              <a:ext uri="{FF2B5EF4-FFF2-40B4-BE49-F238E27FC236}">
                <a16:creationId xmlns:a16="http://schemas.microsoft.com/office/drawing/2014/main" id="{47501FD0-A948-CC48-8B11-3BD4F2AE4E8F}"/>
              </a:ext>
            </a:extLst>
          </p:cNvPr>
          <p:cNvSpPr>
            <a:spLocks noGrp="1"/>
          </p:cNvSpPr>
          <p:nvPr>
            <p:ph type="body" sz="quarter" idx="11" hasCustomPrompt="1"/>
          </p:nvPr>
        </p:nvSpPr>
        <p:spPr>
          <a:xfrm>
            <a:off x="584199" y="706011"/>
            <a:ext cx="5819775" cy="369332"/>
          </a:xfrm>
        </p:spPr>
        <p:txBody>
          <a:bodyPr/>
          <a:lstStyle>
            <a:lvl1pPr marL="0" indent="0">
              <a:buNone/>
              <a:defRPr sz="2400">
                <a:solidFill>
                  <a:srgbClr val="2F2F2F"/>
                </a:solidFill>
                <a:latin typeface="Consolas" panose="020B0609020204030204" pitchFamily="49" charset="0"/>
                <a:cs typeface="Consolas" panose="020B0609020204030204" pitchFamily="49" charset="0"/>
              </a:defRPr>
            </a:lvl1pPr>
            <a:lvl2pPr marL="346449" indent="0">
              <a:buNone/>
              <a:defRPr sz="23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584432" indent="0">
              <a:buNone/>
              <a:defRPr sz="19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814319"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1050682" indent="0">
              <a:buNone/>
              <a:defRPr sz="1799">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
        <p:nvSpPr>
          <p:cNvPr id="12" name="Text Placeholder 3">
            <a:extLst>
              <a:ext uri="{FF2B5EF4-FFF2-40B4-BE49-F238E27FC236}">
                <a16:creationId xmlns:a16="http://schemas.microsoft.com/office/drawing/2014/main" id="{2BB818A5-4223-0847-B6E2-655C7DC7B6B4}"/>
              </a:ext>
            </a:extLst>
          </p:cNvPr>
          <p:cNvSpPr>
            <a:spLocks noGrp="1"/>
          </p:cNvSpPr>
          <p:nvPr>
            <p:ph type="body" sz="quarter" idx="10" hasCustomPrompt="1"/>
          </p:nvPr>
        </p:nvSpPr>
        <p:spPr>
          <a:xfrm>
            <a:off x="7575550" y="1336675"/>
            <a:ext cx="4033838" cy="369332"/>
          </a:xfrm>
        </p:spPr>
        <p:txBody>
          <a:bodyPr wrap="square">
            <a:spAutoFit/>
          </a:bodyPr>
          <a:lstStyle>
            <a:lvl1pPr marL="0" indent="0">
              <a:lnSpc>
                <a:spcPct val="100000"/>
              </a:lnSpc>
              <a:spcBef>
                <a:spcPts val="600"/>
              </a:spcBef>
              <a:spcAft>
                <a:spcPts val="0"/>
              </a:spcAft>
              <a:buNone/>
              <a:defRPr sz="2400" b="0" i="0" baseline="0">
                <a:solidFill>
                  <a:schemeClr val="tx1"/>
                </a:solidFill>
                <a:latin typeface="Segoe UI" panose="020B0502040204020203" pitchFamily="34" charset="0"/>
                <a:cs typeface="Segoe UI" panose="020B0502040204020203" pitchFamily="34" charset="0"/>
              </a:defRPr>
            </a:lvl1pPr>
            <a:lvl2pPr marL="0" indent="0">
              <a:lnSpc>
                <a:spcPct val="100000"/>
              </a:lnSpc>
              <a:spcBef>
                <a:spcPts val="60"/>
              </a:spcBef>
              <a:spcAft>
                <a:spcPts val="60"/>
              </a:spcAft>
              <a:buNone/>
              <a:defRPr sz="2400" b="0" i="0">
                <a:solidFill>
                  <a:srgbClr val="2F2F2F"/>
                </a:solidFill>
                <a:latin typeface="Segoe UI" panose="020B0502040204020203" pitchFamily="34" charset="0"/>
                <a:cs typeface="Segoe UI" panose="020B0502040204020203" pitchFamily="34" charset="0"/>
              </a:defRPr>
            </a:lvl2pPr>
            <a:lvl3pPr marL="457063" indent="0">
              <a:buNone/>
              <a:defRPr/>
            </a:lvl3pPr>
            <a:lvl4pPr marL="685594" indent="0">
              <a:buNone/>
              <a:defRPr/>
            </a:lvl4pPr>
            <a:lvl5pPr marL="914126" indent="0">
              <a:buNone/>
              <a:defRPr/>
            </a:lvl5pPr>
          </a:lstStyle>
          <a:p>
            <a:pPr lvl="0"/>
            <a:r>
              <a:rPr lang="en-US"/>
              <a:t>Click to edit text</a:t>
            </a:r>
          </a:p>
        </p:txBody>
      </p:sp>
    </p:spTree>
    <p:extLst>
      <p:ext uri="{BB962C8B-B14F-4D97-AF65-F5344CB8AC3E}">
        <p14:creationId xmlns:p14="http://schemas.microsoft.com/office/powerpoint/2010/main" val="3450951373"/>
      </p:ext>
    </p:extLst>
  </p:cSld>
  <p:clrMapOvr>
    <a:overrideClrMapping bg1="lt1" tx1="dk1" bg2="lt2" tx2="dk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288">
          <p15:clr>
            <a:srgbClr val="5ACBF0"/>
          </p15:clr>
        </p15:guide>
        <p15:guide id="2" orient="horz" pos="436">
          <p15:clr>
            <a:srgbClr val="5ACBF0"/>
          </p15:clr>
        </p15:guide>
        <p15:guide id="4" orient="horz" pos="839">
          <p15:clr>
            <a:srgbClr val="5ACBF0"/>
          </p15:clr>
        </p15:guide>
        <p15:guide id="6" pos="4402">
          <p15:clr>
            <a:srgbClr val="5ACBF0"/>
          </p15:clr>
        </p15:guide>
        <p15:guide id="7" pos="4034">
          <p15:clr>
            <a:srgbClr val="5ACBF0"/>
          </p15:clr>
        </p15:guide>
        <p15:guide id="8" pos="4772">
          <p15:clr>
            <a:srgbClr val="5ACBF0"/>
          </p15:clr>
        </p15:guide>
      </p15:sldGuideLst>
    </p:ext>
  </p:extLst>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userDrawn="1">
  <p:cSld name="Demo slid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3897602530"/>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userDrawn="1">
  <p:cSld name="Demo slid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Demo title</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Speaker name</a:t>
            </a:r>
          </a:p>
        </p:txBody>
      </p:sp>
    </p:spTree>
    <p:extLst>
      <p:ext uri="{BB962C8B-B14F-4D97-AF65-F5344CB8AC3E}">
        <p14:creationId xmlns:p14="http://schemas.microsoft.com/office/powerpoint/2010/main" val="77440555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Section Divider">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157708819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Section Divider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256257781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p15:clr>
            <a:srgbClr val="5ACBF0"/>
          </p15:clr>
        </p15:guide>
        <p15:guide id="3" orient="horz" pos="1910">
          <p15:clr>
            <a:srgbClr val="5ACBF0"/>
          </p15:clr>
        </p15:guide>
        <p15:guide id="4" orient="horz" pos="2505">
          <p15:clr>
            <a:srgbClr val="5ACBF0"/>
          </p15:clr>
        </p15:guide>
      </p15:sldGuideLst>
    </p:ext>
  </p:extLst>
</p:sldLayout>
</file>

<file path=ppt/slideLayouts/slideLayout105.xml><?xml version="1.0" encoding="utf-8"?>
<p:sldLayout xmlns:a="http://schemas.openxmlformats.org/drawingml/2006/main" xmlns:r="http://schemas.openxmlformats.org/officeDocument/2006/relationships" xmlns:p="http://schemas.openxmlformats.org/presentationml/2006/main" preserve="1" userDrawn="1">
  <p:cSld name="Section Divider 3">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3223"/>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Divider</a:t>
            </a:r>
          </a:p>
        </p:txBody>
      </p:sp>
      <p:sp>
        <p:nvSpPr>
          <p:cNvPr id="5" name="Text Placeholder 4"/>
          <p:cNvSpPr>
            <a:spLocks noGrp="1"/>
          </p:cNvSpPr>
          <p:nvPr>
            <p:ph type="body" sz="quarter" idx="12" hasCustomPrompt="1"/>
          </p:nvPr>
        </p:nvSpPr>
        <p:spPr>
          <a:xfrm>
            <a:off x="585216" y="3977319"/>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tx1"/>
                </a:solidFill>
                <a:latin typeface="+mn-lt"/>
              </a:defRPr>
            </a:lvl1pPr>
          </a:lstStyle>
          <a:p>
            <a:pPr lvl="0"/>
            <a:r>
              <a:rPr lang="en-US"/>
              <a:t>Subtitle</a:t>
            </a:r>
          </a:p>
        </p:txBody>
      </p:sp>
    </p:spTree>
    <p:extLst>
      <p:ext uri="{BB962C8B-B14F-4D97-AF65-F5344CB8AC3E}">
        <p14:creationId xmlns:p14="http://schemas.microsoft.com/office/powerpoint/2010/main" val="74975284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6.xml><?xml version="1.0" encoding="utf-8"?>
<p:sldLayout xmlns:a="http://schemas.openxmlformats.org/drawingml/2006/main" xmlns:r="http://schemas.openxmlformats.org/officeDocument/2006/relationships" xmlns:p="http://schemas.openxmlformats.org/presentationml/2006/main" preserve="1" userDrawn="1">
  <p:cSld name="Section Divider 4">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93204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description</a:t>
            </a:r>
          </a:p>
        </p:txBody>
      </p:sp>
      <p:sp>
        <p:nvSpPr>
          <p:cNvPr id="5" name="Text Placeholder 4"/>
          <p:cNvSpPr>
            <a:spLocks noGrp="1"/>
          </p:cNvSpPr>
          <p:nvPr>
            <p:ph type="body" sz="quarter" idx="12" hasCustomPrompt="1"/>
          </p:nvPr>
        </p:nvSpPr>
        <p:spPr>
          <a:xfrm>
            <a:off x="585216" y="585788"/>
            <a:ext cx="9144000" cy="338554"/>
          </a:xfrm>
          <a:noFill/>
        </p:spPr>
        <p:txBody>
          <a:bodyPr lIns="0" tIns="0" rIns="0" bIns="0">
            <a:spAutoFit/>
          </a:bodyPr>
          <a:lstStyle>
            <a:lvl1pPr marL="0" indent="0">
              <a:spcBef>
                <a:spcPts val="0"/>
              </a:spcBef>
              <a:spcAft>
                <a:spcPts val="0"/>
              </a:spcAft>
              <a:buFont typeface="Arial" panose="020B0604020202020204" pitchFamily="34" charset="0"/>
              <a:buNone/>
              <a:defRPr sz="2200" spc="0" baseline="0">
                <a:solidFill>
                  <a:schemeClr val="accent3"/>
                </a:solidFill>
                <a:latin typeface="+mn-lt"/>
              </a:defRPr>
            </a:lvl1pPr>
          </a:lstStyle>
          <a:p>
            <a:pPr lvl="0"/>
            <a:r>
              <a:rPr lang="en-US"/>
              <a:t>Section Name</a:t>
            </a:r>
          </a:p>
        </p:txBody>
      </p:sp>
    </p:spTree>
    <p:extLst>
      <p:ext uri="{BB962C8B-B14F-4D97-AF65-F5344CB8AC3E}">
        <p14:creationId xmlns:p14="http://schemas.microsoft.com/office/powerpoint/2010/main" val="1166777664"/>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35" userDrawn="1">
          <p15:clr>
            <a:srgbClr val="5ACBF0"/>
          </p15:clr>
        </p15:guide>
        <p15:guide id="3" orient="horz" pos="1910" userDrawn="1">
          <p15:clr>
            <a:srgbClr val="5ACBF0"/>
          </p15:clr>
        </p15:guide>
        <p15:guide id="4" orient="horz" pos="2505" userDrawn="1">
          <p15:clr>
            <a:srgbClr val="5ACBF0"/>
          </p15:clr>
        </p15:guide>
      </p15:sldGuideLst>
    </p:ext>
  </p:extLst>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Section Title">
    <p:bg>
      <p:bgRef idx="1001">
        <a:schemeClr val="bg2"/>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accent3"/>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3650358238"/>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userDrawn="1">
          <p15:clr>
            <a:srgbClr val="FBAE40"/>
          </p15:clr>
        </p15:guide>
        <p15:guide id="2" pos="6127" userDrawn="1">
          <p15:clr>
            <a:srgbClr val="5ACBF0"/>
          </p15:clr>
        </p15:guide>
        <p15:guide id="3" orient="horz" pos="1911" userDrawn="1">
          <p15:clr>
            <a:srgbClr val="5ACBF0"/>
          </p15:clr>
        </p15:guide>
      </p15:sldGuideLst>
    </p:ext>
  </p:extLst>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Section Title 2">
    <p:bg>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585216" y="3035808"/>
            <a:ext cx="9144000" cy="498598"/>
          </a:xfrm>
          <a:noFill/>
        </p:spPr>
        <p:txBody>
          <a:bodyPr lIns="0" tIns="0" rIns="0" bIns="0" anchor="b" anchorCtr="0">
            <a:spAutoFit/>
          </a:bodyPr>
          <a:lstStyle>
            <a:lvl1pPr algn="l" defTabSz="932742" rtl="0" eaLnBrk="1" latinLnBrk="0" hangingPunct="1">
              <a:lnSpc>
                <a:spcPct val="90000"/>
              </a:lnSpc>
              <a:spcBef>
                <a:spcPct val="0"/>
              </a:spcBef>
              <a:buNone/>
              <a:defRPr lang="en-US" sz="3600" b="0" kern="1200" cap="none" spc="-50" baseline="0" dirty="0">
                <a:ln w="3175">
                  <a:noFill/>
                </a:ln>
                <a:solidFill>
                  <a:schemeClr val="tx1"/>
                </a:solidFill>
                <a:effectLst/>
                <a:latin typeface="+mj-lt"/>
                <a:ea typeface="+mn-ea"/>
                <a:cs typeface="Segoe UI" pitchFamily="34" charset="0"/>
              </a:defRPr>
            </a:lvl1pPr>
          </a:lstStyle>
          <a:p>
            <a:r>
              <a:rPr lang="en-US"/>
              <a:t>Section title with no subtitle</a:t>
            </a:r>
          </a:p>
        </p:txBody>
      </p:sp>
    </p:spTree>
    <p:extLst>
      <p:ext uri="{BB962C8B-B14F-4D97-AF65-F5344CB8AC3E}">
        <p14:creationId xmlns:p14="http://schemas.microsoft.com/office/powerpoint/2010/main" val="42782992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6135" userDrawn="1">
          <p15:clr>
            <a:srgbClr val="5ACBF0"/>
          </p15:clr>
        </p15:guide>
        <p15:guide id="3" orient="horz" pos="1910" userDrawn="1">
          <p15:clr>
            <a:srgbClr val="5ACBF0"/>
          </p15:clr>
        </p15:guide>
      </p15:sldGuideLst>
    </p:ext>
  </p:extLst>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Blank 12 Column">
    <p:spTree>
      <p:nvGrpSpPr>
        <p:cNvPr id="1" name=""/>
        <p:cNvGrpSpPr/>
        <p:nvPr/>
      </p:nvGrpSpPr>
      <p:grpSpPr>
        <a:xfrm>
          <a:off x="0" y="0"/>
          <a:ext cx="0" cy="0"/>
          <a:chOff x="0" y="0"/>
          <a:chExt cx="0" cy="0"/>
        </a:xfrm>
      </p:grpSpPr>
    </p:spTree>
    <p:extLst>
      <p:ext uri="{BB962C8B-B14F-4D97-AF65-F5344CB8AC3E}">
        <p14:creationId xmlns:p14="http://schemas.microsoft.com/office/powerpoint/2010/main" val="545705601"/>
      </p:ext>
    </p:extLst>
  </p:cSld>
  <p:clrMapOvr>
    <a:masterClrMapping/>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userDrawn="1">
          <p15:clr>
            <a:srgbClr val="A4A3A4"/>
          </p15:clr>
        </p15:guide>
        <p15:guide id="15" pos="3348" userDrawn="1">
          <p15:clr>
            <a:srgbClr val="A4A3A4"/>
          </p15:clr>
        </p15:guide>
        <p15:guide id="16" pos="3754" userDrawn="1">
          <p15:clr>
            <a:srgbClr val="A4A3A4"/>
          </p15:clr>
        </p15:guide>
        <p15:guide id="17" pos="3931" userDrawn="1">
          <p15:clr>
            <a:srgbClr val="A4A3A4"/>
          </p15:clr>
        </p15:guide>
        <p15:guide id="18" pos="4342" userDrawn="1">
          <p15:clr>
            <a:srgbClr val="A4A3A4"/>
          </p15:clr>
        </p15:guide>
        <p15:guide id="19" pos="4531" userDrawn="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Blank 12 Column Dark Bkg">
    <p:bg>
      <p:bgRef idx="1001">
        <a:schemeClr val="bg2"/>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8787845"/>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55">
          <p15:clr>
            <a:srgbClr val="A4A3A4"/>
          </p15:clr>
        </p15:guide>
        <p15:guide id="15" pos="3338">
          <p15:clr>
            <a:srgbClr val="A4A3A4"/>
          </p15:clr>
        </p15:guide>
        <p15:guide id="16" pos="3749">
          <p15:clr>
            <a:srgbClr val="A4A3A4"/>
          </p15:clr>
        </p15:guide>
        <p15:guide id="17" pos="3932">
          <p15:clr>
            <a:srgbClr val="A4A3A4"/>
          </p15:clr>
        </p15:guide>
        <p15:guide id="18" pos="4343">
          <p15:clr>
            <a:srgbClr val="A4A3A4"/>
          </p15:clr>
        </p15:guide>
        <p15:guide id="19" pos="4526">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Apendix Blue Bkg">
    <p:bg>
      <p:bgRef idx="1001">
        <a:schemeClr val="bg2"/>
      </p:bgRef>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8F377B63-6619-6B40-8D85-1D972ED609B9}"/>
              </a:ext>
            </a:extLst>
          </p:cNvPr>
          <p:cNvSpPr>
            <a:spLocks noGrp="1"/>
          </p:cNvSpPr>
          <p:nvPr>
            <p:ph type="body" sz="quarter" idx="10" hasCustomPrompt="1"/>
          </p:nvPr>
        </p:nvSpPr>
        <p:spPr>
          <a:xfrm>
            <a:off x="584200" y="5715040"/>
            <a:ext cx="5367338" cy="553998"/>
          </a:xfrm>
        </p:spPr>
        <p:txBody>
          <a:bodyPr anchor="b"/>
          <a:lstStyle>
            <a:lvl1pPr marL="0" indent="0">
              <a:buNone/>
              <a:defRPr sz="3600">
                <a:latin typeface="+mj-lt"/>
              </a:defRPr>
            </a:lvl1pPr>
          </a:lstStyle>
          <a:p>
            <a:pPr lvl="0"/>
            <a:r>
              <a:rPr lang="en-US"/>
              <a:t>Appendix</a:t>
            </a:r>
          </a:p>
        </p:txBody>
      </p:sp>
    </p:spTree>
    <p:extLst>
      <p:ext uri="{BB962C8B-B14F-4D97-AF65-F5344CB8AC3E}">
        <p14:creationId xmlns:p14="http://schemas.microsoft.com/office/powerpoint/2010/main" val="2353730380"/>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6" pos="3749">
          <p15:clr>
            <a:srgbClr val="A4A3A4"/>
          </p15:clr>
        </p15:guide>
        <p15:guide id="17" pos="3932">
          <p15:clr>
            <a:srgbClr val="A4A3A4"/>
          </p15:clr>
        </p15:guide>
        <p15:guide id="28" orient="horz" pos="905">
          <p15:clr>
            <a:srgbClr val="5ACBF0"/>
          </p15:clr>
        </p15:guide>
        <p15:guide id="29" orient="horz" pos="1271">
          <p15:clr>
            <a:srgbClr val="5ACBF0"/>
          </p15:clr>
        </p15:guide>
        <p15:guide id="30" orient="horz" pos="288">
          <p15:clr>
            <a:srgbClr val="5ACBF0"/>
          </p15:clr>
        </p15:guide>
      </p15:sldGuideLst>
    </p:ext>
  </p:extLst>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Closing logo slide">
    <p:bg>
      <p:bgRef idx="1001">
        <a:schemeClr val="bg2"/>
      </p:bgRef>
    </p:bg>
    <p:spTree>
      <p:nvGrpSpPr>
        <p:cNvPr id="1" name=""/>
        <p:cNvGrpSpPr/>
        <p:nvPr/>
      </p:nvGrpSpPr>
      <p:grpSpPr>
        <a:xfrm>
          <a:off x="0" y="0"/>
          <a:ext cx="0" cy="0"/>
          <a:chOff x="0" y="0"/>
          <a:chExt cx="0" cy="0"/>
        </a:xfrm>
      </p:grpSpPr>
      <p:sp>
        <p:nvSpPr>
          <p:cNvPr id="2" name="Text Box 3" descr="This is a copyright notice that should be included on the final slide."/>
          <p:cNvSpPr txBox="1">
            <a:spLocks noChangeArrowheads="1"/>
          </p:cNvSpPr>
          <p:nvPr userDrawn="1"/>
        </p:nvSpPr>
        <p:spPr bwMode="blackWhite">
          <a:xfrm>
            <a:off x="584200" y="6161316"/>
            <a:ext cx="4482124" cy="107722"/>
          </a:xfrm>
          <a:prstGeom prst="rect">
            <a:avLst/>
          </a:prstGeom>
          <a:noFill/>
          <a:ln w="12700">
            <a:noFill/>
            <a:miter lim="800000"/>
            <a:headEnd type="none" w="sm" len="sm"/>
            <a:tailEnd type="none" w="sm" len="sm"/>
          </a:ln>
          <a:effectLst/>
        </p:spPr>
        <p:txBody>
          <a:bodyPr vert="horz" wrap="square" lIns="0" tIns="0" rIns="0" bIns="0" numCol="1" anchor="b" anchorCtr="0" compatLnSpc="1">
            <a:prstTxWarp prst="textNoShape">
              <a:avLst/>
            </a:prstTxWarp>
            <a:spAutoFit/>
          </a:bodyPr>
          <a:lstStyle/>
          <a:p>
            <a:pPr defTabSz="932290" eaLnBrk="0" hangingPunct="0"/>
            <a:r>
              <a:rPr lang="en-US" sz="700">
                <a:solidFill>
                  <a:schemeClr val="tx1"/>
                </a:solidFill>
                <a:cs typeface="Segoe UI" pitchFamily="34" charset="0"/>
              </a:rPr>
              <a:t>© Copyright Microsoft Corporation. All rights reserved. </a:t>
            </a:r>
          </a:p>
        </p:txBody>
      </p:sp>
      <p:pic>
        <p:nvPicPr>
          <p:cNvPr id="5" name="MS logo white - EMF" descr="Microsoft logo white text version">
            <a:extLst>
              <a:ext uri="{FF2B5EF4-FFF2-40B4-BE49-F238E27FC236}">
                <a16:creationId xmlns:a16="http://schemas.microsoft.com/office/drawing/2014/main" id="{70D3778F-A717-44C8-9013-FF206B15DD6D}"/>
              </a:ext>
            </a:extLst>
          </p:cNvPr>
          <p:cNvPicPr>
            <a:picLocks noChangeAspect="1"/>
          </p:cNvPicPr>
          <p:nvPr userDrawn="1"/>
        </p:nvPicPr>
        <p:blipFill>
          <a:blip r:embed="rId2"/>
          <a:stretch>
            <a:fillRect/>
          </a:stretch>
        </p:blipFill>
        <p:spPr bwMode="black">
          <a:xfrm>
            <a:off x="584200" y="585788"/>
            <a:ext cx="1366245" cy="292608"/>
          </a:xfrm>
          <a:prstGeom prst="rect">
            <a:avLst/>
          </a:prstGeom>
        </p:spPr>
      </p:pic>
    </p:spTree>
    <p:extLst>
      <p:ext uri="{BB962C8B-B14F-4D97-AF65-F5344CB8AC3E}">
        <p14:creationId xmlns:p14="http://schemas.microsoft.com/office/powerpoint/2010/main" val="925069136"/>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lack Notes slide Layout">
    <p:bg bwMode="gray">
      <p:bgRef idx="1001">
        <a:schemeClr val="bg1"/>
      </p:bgRef>
    </p:bg>
    <p:spTree>
      <p:nvGrpSpPr>
        <p:cNvPr id="1" name=""/>
        <p:cNvGrpSpPr/>
        <p:nvPr/>
      </p:nvGrpSpPr>
      <p:grpSpPr>
        <a:xfrm>
          <a:off x="0" y="0"/>
          <a:ext cx="0" cy="0"/>
          <a:chOff x="0" y="0"/>
          <a:chExt cx="0" cy="0"/>
        </a:xfrm>
      </p:grpSpPr>
      <p:sp>
        <p:nvSpPr>
          <p:cNvPr id="3" name="Title 2"/>
          <p:cNvSpPr>
            <a:spLocks noGrp="1"/>
          </p:cNvSpPr>
          <p:nvPr>
            <p:ph type="title"/>
          </p:nvPr>
        </p:nvSpPr>
        <p:spPr bwMode="white"/>
        <p:txBody>
          <a:bodyPr/>
          <a:lstStyle>
            <a:lvl1pPr>
              <a:defRPr b="0">
                <a:solidFill>
                  <a:schemeClr val="tx1"/>
                </a:solidFill>
                <a:latin typeface="Segoe UI" pitchFamily="34" charset="0"/>
                <a:ea typeface="Segoe UI" pitchFamily="34" charset="0"/>
                <a:cs typeface="Segoe UI" pitchFamily="34" charset="0"/>
              </a:defRPr>
            </a:lvl1pPr>
          </a:lstStyle>
          <a:p>
            <a:r>
              <a:rPr lang="en-US"/>
              <a:t>Click to edit Master title style</a:t>
            </a:r>
          </a:p>
        </p:txBody>
      </p:sp>
      <p:sp>
        <p:nvSpPr>
          <p:cNvPr id="5" name="Text Placeholder 4">
            <a:extLst>
              <a:ext uri="{FF2B5EF4-FFF2-40B4-BE49-F238E27FC236}">
                <a16:creationId xmlns:a16="http://schemas.microsoft.com/office/drawing/2014/main" id="{F4B6606D-2DF9-48CD-BBE9-B751BF55CD2B}"/>
              </a:ext>
            </a:extLst>
          </p:cNvPr>
          <p:cNvSpPr>
            <a:spLocks noGrp="1"/>
          </p:cNvSpPr>
          <p:nvPr>
            <p:ph type="body" sz="quarter" idx="12"/>
          </p:nvPr>
        </p:nvSpPr>
        <p:spPr bwMode="white">
          <a:xfrm>
            <a:off x="584200" y="1436688"/>
            <a:ext cx="11018838" cy="2215991"/>
          </a:xfrm>
        </p:spPr>
        <p:txBody>
          <a:bodyPr>
            <a:spAutoFit/>
          </a:bodyPr>
          <a:lstStyle>
            <a:lvl1pPr>
              <a:defRPr sz="3600">
                <a:latin typeface="+mn-lt"/>
              </a:defRPr>
            </a:lvl1pPr>
            <a:lvl2pPr>
              <a:defRPr sz="2800">
                <a:latin typeface="+mn-lt"/>
              </a:defRPr>
            </a:lvl2pPr>
            <a:lvl3pPr>
              <a:defRPr sz="2400">
                <a:latin typeface="+mn-lt"/>
              </a:defRPr>
            </a:lvl3pPr>
            <a:lvl4pPr>
              <a:defRPr sz="2000">
                <a:latin typeface="+mn-lt"/>
              </a:defRPr>
            </a:lvl4pPr>
            <a:lvl5pPr>
              <a:defRPr sz="1800">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Next slide"/>
          <p:cNvSpPr>
            <a:spLocks noGrp="1"/>
          </p:cNvSpPr>
          <p:nvPr>
            <p:ph type="body" sz="quarter" idx="11" hasCustomPrompt="1"/>
          </p:nvPr>
        </p:nvSpPr>
        <p:spPr>
          <a:xfrm>
            <a:off x="1" y="6269038"/>
            <a:ext cx="12192001" cy="588963"/>
          </a:xfrm>
          <a:prstGeom prst="rect">
            <a:avLst/>
          </a:prstGeom>
          <a:solidFill>
            <a:srgbClr val="FFFF99"/>
          </a:solidFill>
        </p:spPr>
        <p:txBody>
          <a:bodyPr wrap="square" lIns="155457" tIns="77729" rIns="155457" bIns="45720" anchor="b" anchorCtr="0">
            <a:noAutofit/>
          </a:bodyPr>
          <a:lstStyle>
            <a:lvl1pPr algn="r">
              <a:buFont typeface="Arial" pitchFamily="34" charset="0"/>
              <a:buNone/>
              <a:defRPr sz="3700" spc="-51" baseline="0">
                <a:solidFill>
                  <a:srgbClr val="000000"/>
                </a:solidFill>
                <a:effectLst/>
                <a:latin typeface="Segoe UI" pitchFamily="34" charset="0"/>
                <a:ea typeface="Segoe UI" pitchFamily="34" charset="0"/>
                <a:cs typeface="Segoe UI" pitchFamily="34" charset="0"/>
              </a:defRPr>
            </a:lvl1pPr>
          </a:lstStyle>
          <a:p>
            <a:pPr lvl="0"/>
            <a:r>
              <a:rPr lang="en-US"/>
              <a:t>Next:</a:t>
            </a:r>
          </a:p>
        </p:txBody>
      </p:sp>
    </p:spTree>
    <p:extLst>
      <p:ext uri="{BB962C8B-B14F-4D97-AF65-F5344CB8AC3E}">
        <p14:creationId xmlns:p14="http://schemas.microsoft.com/office/powerpoint/2010/main" val="3482969643"/>
      </p:ext>
    </p:extLst>
  </p:cSld>
  <p:clrMapOvr>
    <a:overrideClrMapping bg1="dk1" tx1="lt1" bg2="dk2" tx2="lt2" accent1="accent1" accent2="accent2" accent3="accent3" accent4="accent4" accent5="accent5" accent6="accent6" hlink="hlink" folHlink="folHlink"/>
  </p:clrMapOvr>
  <p:transition>
    <p:fade/>
  </p:transition>
  <p:extLst>
    <p:ext uri="{DCECCB84-F9BA-43D5-87BE-67443E8EF086}">
      <p15:sldGuideLst xmlns:p15="http://schemas.microsoft.com/office/powerpoint/2012/main">
        <p15:guide id="1" orient="horz" pos="904" userDrawn="1">
          <p15:clr>
            <a:srgbClr val="5ACBF0"/>
          </p15:clr>
        </p15:guide>
        <p15:guide id="2" orient="horz" pos="288" userDrawn="1">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12" Type="http://schemas.openxmlformats.org/officeDocument/2006/relationships/slideLayout" Target="../slideLayouts/slideLayout112.xml"/><Relationship Id="rId16" Type="http://schemas.openxmlformats.org/officeDocument/2006/relationships/slideLayout" Target="../slideLayouts/slideLayout16.xml"/><Relationship Id="rId107" Type="http://schemas.openxmlformats.org/officeDocument/2006/relationships/slideLayout" Target="../slideLayouts/slideLayout107.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113" Type="http://schemas.openxmlformats.org/officeDocument/2006/relationships/slideLayout" Target="../slideLayouts/slideLayout113.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59" Type="http://schemas.openxmlformats.org/officeDocument/2006/relationships/slideLayout" Target="../slideLayouts/slideLayout59.xml"/><Relationship Id="rId103" Type="http://schemas.openxmlformats.org/officeDocument/2006/relationships/slideLayout" Target="../slideLayouts/slideLayout103.xml"/><Relationship Id="rId108" Type="http://schemas.openxmlformats.org/officeDocument/2006/relationships/slideLayout" Target="../slideLayouts/slideLayout108.xml"/><Relationship Id="rId54" Type="http://schemas.openxmlformats.org/officeDocument/2006/relationships/slideLayout" Target="../slideLayouts/slideLayout54.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6" Type="http://schemas.openxmlformats.org/officeDocument/2006/relationships/slideLayout" Target="../slideLayouts/slideLayout106.xml"/><Relationship Id="rId114" Type="http://schemas.openxmlformats.org/officeDocument/2006/relationships/theme" Target="../theme/theme1.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109" Type="http://schemas.openxmlformats.org/officeDocument/2006/relationships/slideLayout" Target="../slideLayouts/slideLayout10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104" Type="http://schemas.openxmlformats.org/officeDocument/2006/relationships/slideLayout" Target="../slideLayouts/slideLayout104.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110" Type="http://schemas.openxmlformats.org/officeDocument/2006/relationships/slideLayout" Target="../slideLayouts/slideLayout110.xml"/><Relationship Id="rId115" Type="http://schemas.openxmlformats.org/officeDocument/2006/relationships/image" Target="../media/image1.emf"/><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105" Type="http://schemas.openxmlformats.org/officeDocument/2006/relationships/slideLayout" Target="../slideLayouts/slideLayout105.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 Id="rId25" Type="http://schemas.openxmlformats.org/officeDocument/2006/relationships/slideLayout" Target="../slideLayouts/slideLayout25.xml"/><Relationship Id="rId46" Type="http://schemas.openxmlformats.org/officeDocument/2006/relationships/slideLayout" Target="../slideLayouts/slideLayout46.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62" Type="http://schemas.openxmlformats.org/officeDocument/2006/relationships/slideLayout" Target="../slideLayouts/slideLayout62.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111" Type="http://schemas.openxmlformats.org/officeDocument/2006/relationships/slideLayout" Target="../slideLayouts/slideLayout11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blackWhite">
      <p:bgRef idx="1001">
        <a:schemeClr val="bg1"/>
      </p:bgRef>
    </p:bg>
    <p:spTree>
      <p:nvGrpSpPr>
        <p:cNvPr id="1" name=""/>
        <p:cNvGrpSpPr/>
        <p:nvPr/>
      </p:nvGrpSpPr>
      <p:grpSpPr>
        <a:xfrm>
          <a:off x="0" y="0"/>
          <a:ext cx="0" cy="0"/>
          <a:chOff x="0" y="0"/>
          <a:chExt cx="0" cy="0"/>
        </a:xfrm>
      </p:grpSpPr>
      <p:sp>
        <p:nvSpPr>
          <p:cNvPr id="2" name="Title Placeholder 1"/>
          <p:cNvSpPr>
            <a:spLocks noGrp="1"/>
          </p:cNvSpPr>
          <p:nvPr userDrawn="1">
            <p:ph type="title"/>
          </p:nvPr>
        </p:nvSpPr>
        <p:spPr>
          <a:xfrm>
            <a:off x="588263" y="457200"/>
            <a:ext cx="11018520" cy="553998"/>
          </a:xfrm>
          <a:prstGeom prst="rect">
            <a:avLst/>
          </a:prstGeom>
        </p:spPr>
        <p:txBody>
          <a:bodyPr vert="horz" wrap="square" lIns="0" tIns="0" rIns="0" bIns="0" rtlCol="0" anchor="t">
            <a:spAutoFit/>
          </a:bodyPr>
          <a:lstStyle/>
          <a:p>
            <a:r>
              <a:rPr lang="en-US"/>
              <a:t>Click to edit Master title style</a:t>
            </a:r>
          </a:p>
        </p:txBody>
      </p:sp>
      <p:sp>
        <p:nvSpPr>
          <p:cNvPr id="4" name="Text Placeholder 3"/>
          <p:cNvSpPr>
            <a:spLocks noGrp="1"/>
          </p:cNvSpPr>
          <p:nvPr userDrawn="1">
            <p:ph type="body" idx="1"/>
          </p:nvPr>
        </p:nvSpPr>
        <p:spPr>
          <a:xfrm>
            <a:off x="584200" y="1435503"/>
            <a:ext cx="11018520" cy="1612749"/>
          </a:xfrm>
          <a:prstGeom prst="rect">
            <a:avLst/>
          </a:prstGeom>
        </p:spPr>
        <p:txBody>
          <a:bodyPr vert="horz" wrap="square" lIns="0" tIns="0" rIns="0" bIns="0" rtlCol="0">
            <a:sp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grpSp>
        <p:nvGrpSpPr>
          <p:cNvPr id="47" name="GRID" hidden="1">
            <a:extLst>
              <a:ext uri="{FF2B5EF4-FFF2-40B4-BE49-F238E27FC236}">
                <a16:creationId xmlns:a16="http://schemas.microsoft.com/office/drawing/2014/main" id="{32B5FFBF-552A-4973-B5B3-9EE3A765185F}"/>
              </a:ext>
            </a:extLst>
          </p:cNvPr>
          <p:cNvGrpSpPr/>
          <p:nvPr userDrawn="1"/>
        </p:nvGrpSpPr>
        <p:grpSpPr>
          <a:xfrm>
            <a:off x="0" y="0"/>
            <a:ext cx="12192000" cy="6858000"/>
            <a:chOff x="0" y="0"/>
            <a:chExt cx="12192000" cy="6858000"/>
          </a:xfrm>
        </p:grpSpPr>
        <p:cxnSp>
          <p:nvCxnSpPr>
            <p:cNvPr id="7" name="Straight Connector 6">
              <a:extLst>
                <a:ext uri="{FF2B5EF4-FFF2-40B4-BE49-F238E27FC236}">
                  <a16:creationId xmlns:a16="http://schemas.microsoft.com/office/drawing/2014/main" id="{5CD412E5-2492-4063-96AB-C451FC39F2B6}"/>
                </a:ext>
              </a:extLst>
            </p:cNvPr>
            <p:cNvCxnSpPr/>
            <p:nvPr/>
          </p:nvCxnSpPr>
          <p:spPr>
            <a:xfrm>
              <a:off x="0" y="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9" name="Straight Connector 8">
              <a:extLst>
                <a:ext uri="{FF2B5EF4-FFF2-40B4-BE49-F238E27FC236}">
                  <a16:creationId xmlns:a16="http://schemas.microsoft.com/office/drawing/2014/main" id="{D25E7FAE-6A98-413B-871E-10F8DF6FF1E3}"/>
                </a:ext>
              </a:extLst>
            </p:cNvPr>
            <p:cNvCxnSpPr/>
            <p:nvPr/>
          </p:nvCxnSpPr>
          <p:spPr>
            <a:xfrm>
              <a:off x="0" y="29260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EF42BDE7-00A0-446E-9CEE-23DDF6A13E6E}"/>
                </a:ext>
              </a:extLst>
            </p:cNvPr>
            <p:cNvCxnSpPr/>
            <p:nvPr/>
          </p:nvCxnSpPr>
          <p:spPr>
            <a:xfrm>
              <a:off x="0" y="585216"/>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AD48FF31-9C6A-4C0C-AB96-ED556488A1BA}"/>
                </a:ext>
              </a:extLst>
            </p:cNvPr>
            <p:cNvCxnSpPr/>
            <p:nvPr/>
          </p:nvCxnSpPr>
          <p:spPr>
            <a:xfrm>
              <a:off x="0" y="6272784"/>
              <a:ext cx="12188952" cy="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2" name="Straight Connector 11">
              <a:extLst>
                <a:ext uri="{FF2B5EF4-FFF2-40B4-BE49-F238E27FC236}">
                  <a16:creationId xmlns:a16="http://schemas.microsoft.com/office/drawing/2014/main" id="{28D811B2-F122-4FF3-A4F6-E7291A5152BB}"/>
                </a:ext>
              </a:extLst>
            </p:cNvPr>
            <p:cNvCxnSpPr/>
            <p:nvPr/>
          </p:nvCxnSpPr>
          <p:spPr>
            <a:xfrm>
              <a:off x="0" y="656539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A2029335-BA6E-4B6F-B752-D02603169DE6}"/>
                </a:ext>
              </a:extLst>
            </p:cNvPr>
            <p:cNvCxnSpPr/>
            <p:nvPr/>
          </p:nvCxnSpPr>
          <p:spPr>
            <a:xfrm>
              <a:off x="0" y="685800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4" name="Straight Connector 13">
              <a:extLst>
                <a:ext uri="{FF2B5EF4-FFF2-40B4-BE49-F238E27FC236}">
                  <a16:creationId xmlns:a16="http://schemas.microsoft.com/office/drawing/2014/main" id="{708D55A0-D16C-4191-B9F9-C95B51610B5E}"/>
                </a:ext>
              </a:extLst>
            </p:cNvPr>
            <p:cNvCxnSpPr/>
            <p:nvPr/>
          </p:nvCxnSpPr>
          <p:spPr>
            <a:xfrm>
              <a:off x="0" y="87782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5" name="Straight Connector 14">
              <a:extLst>
                <a:ext uri="{FF2B5EF4-FFF2-40B4-BE49-F238E27FC236}">
                  <a16:creationId xmlns:a16="http://schemas.microsoft.com/office/drawing/2014/main" id="{DA3FCB58-9F61-404B-A493-7860A942FCC2}"/>
                </a:ext>
              </a:extLst>
            </p:cNvPr>
            <p:cNvCxnSpPr/>
            <p:nvPr/>
          </p:nvCxnSpPr>
          <p:spPr>
            <a:xfrm>
              <a:off x="0" y="117043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6" name="Straight Connector 15">
              <a:extLst>
                <a:ext uri="{FF2B5EF4-FFF2-40B4-BE49-F238E27FC236}">
                  <a16:creationId xmlns:a16="http://schemas.microsoft.com/office/drawing/2014/main" id="{0EFD38DF-4402-499A-B7B2-D5BBF3AD467C}"/>
                </a:ext>
              </a:extLst>
            </p:cNvPr>
            <p:cNvCxnSpPr/>
            <p:nvPr/>
          </p:nvCxnSpPr>
          <p:spPr>
            <a:xfrm>
              <a:off x="0" y="146304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26DFD209-A624-4FEA-8F60-067FBF0CC1E8}"/>
                </a:ext>
              </a:extLst>
            </p:cNvPr>
            <p:cNvCxnSpPr/>
            <p:nvPr/>
          </p:nvCxnSpPr>
          <p:spPr>
            <a:xfrm>
              <a:off x="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8" name="Straight Connector 17">
              <a:extLst>
                <a:ext uri="{FF2B5EF4-FFF2-40B4-BE49-F238E27FC236}">
                  <a16:creationId xmlns:a16="http://schemas.microsoft.com/office/drawing/2014/main" id="{F1B8ED61-88C3-48AA-91A7-BFD779B3B3BA}"/>
                </a:ext>
              </a:extLst>
            </p:cNvPr>
            <p:cNvCxnSpPr/>
            <p:nvPr/>
          </p:nvCxnSpPr>
          <p:spPr>
            <a:xfrm>
              <a:off x="585216"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822AC47D-49D2-4B9E-B580-53A7922E5654}"/>
                </a:ext>
              </a:extLst>
            </p:cNvPr>
            <p:cNvCxnSpPr/>
            <p:nvPr/>
          </p:nvCxnSpPr>
          <p:spPr>
            <a:xfrm>
              <a:off x="29260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0" name="Straight Connector 19">
              <a:extLst>
                <a:ext uri="{FF2B5EF4-FFF2-40B4-BE49-F238E27FC236}">
                  <a16:creationId xmlns:a16="http://schemas.microsoft.com/office/drawing/2014/main" id="{20D7A2DB-4310-49CD-83F6-55B33BE76665}"/>
                </a:ext>
              </a:extLst>
            </p:cNvPr>
            <p:cNvCxnSpPr/>
            <p:nvPr/>
          </p:nvCxnSpPr>
          <p:spPr>
            <a:xfrm>
              <a:off x="877824"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1" name="Straight Connector 20">
              <a:extLst>
                <a:ext uri="{FF2B5EF4-FFF2-40B4-BE49-F238E27FC236}">
                  <a16:creationId xmlns:a16="http://schemas.microsoft.com/office/drawing/2014/main" id="{20C40071-7BC6-4682-9CD1-0631E07C9F11}"/>
                </a:ext>
              </a:extLst>
            </p:cNvPr>
            <p:cNvCxnSpPr/>
            <p:nvPr/>
          </p:nvCxnSpPr>
          <p:spPr>
            <a:xfrm>
              <a:off x="117043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EE0ACFAA-26E9-44D2-BEF0-E02CAE93F397}"/>
                </a:ext>
              </a:extLst>
            </p:cNvPr>
            <p:cNvCxnSpPr/>
            <p:nvPr/>
          </p:nvCxnSpPr>
          <p:spPr>
            <a:xfrm>
              <a:off x="11021568"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3" name="Straight Connector 22">
              <a:extLst>
                <a:ext uri="{FF2B5EF4-FFF2-40B4-BE49-F238E27FC236}">
                  <a16:creationId xmlns:a16="http://schemas.microsoft.com/office/drawing/2014/main" id="{385D1186-93AE-4B67-8544-763E0B213AAC}"/>
                </a:ext>
              </a:extLst>
            </p:cNvPr>
            <p:cNvCxnSpPr/>
            <p:nvPr/>
          </p:nvCxnSpPr>
          <p:spPr>
            <a:xfrm>
              <a:off x="11606784" y="0"/>
              <a:ext cx="0" cy="6858000"/>
            </a:xfrm>
            <a:prstGeom prst="line">
              <a:avLst/>
            </a:prstGeom>
            <a:ln w="3175">
              <a:solidFill>
                <a:srgbClr val="DF45D4"/>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4" name="Straight Connector 23">
              <a:extLst>
                <a:ext uri="{FF2B5EF4-FFF2-40B4-BE49-F238E27FC236}">
                  <a16:creationId xmlns:a16="http://schemas.microsoft.com/office/drawing/2014/main" id="{CB1D45AE-FC53-4BB4-A9CD-C563C03A1195}"/>
                </a:ext>
              </a:extLst>
            </p:cNvPr>
            <p:cNvCxnSpPr/>
            <p:nvPr/>
          </p:nvCxnSpPr>
          <p:spPr>
            <a:xfrm>
              <a:off x="11314176"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8325177A-06D9-4C2A-B7EF-984A90245BF7}"/>
                </a:ext>
              </a:extLst>
            </p:cNvPr>
            <p:cNvCxnSpPr/>
            <p:nvPr/>
          </p:nvCxnSpPr>
          <p:spPr>
            <a:xfrm>
              <a:off x="11899392"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D2B67796-DF72-4C3B-A79D-7534FD3084C9}"/>
                </a:ext>
              </a:extLst>
            </p:cNvPr>
            <p:cNvCxnSpPr/>
            <p:nvPr/>
          </p:nvCxnSpPr>
          <p:spPr>
            <a:xfrm>
              <a:off x="12192000" y="0"/>
              <a:ext cx="0" cy="685800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8B2C409-2FF7-4120-9E48-02A446B82DD6}"/>
                </a:ext>
              </a:extLst>
            </p:cNvPr>
            <p:cNvCxnSpPr/>
            <p:nvPr/>
          </p:nvCxnSpPr>
          <p:spPr>
            <a:xfrm>
              <a:off x="0" y="175564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8" name="Straight Connector 27">
              <a:extLst>
                <a:ext uri="{FF2B5EF4-FFF2-40B4-BE49-F238E27FC236}">
                  <a16:creationId xmlns:a16="http://schemas.microsoft.com/office/drawing/2014/main" id="{F3E0130A-B11A-42AB-8439-3CB0569F1C08}"/>
                </a:ext>
              </a:extLst>
            </p:cNvPr>
            <p:cNvCxnSpPr/>
            <p:nvPr/>
          </p:nvCxnSpPr>
          <p:spPr>
            <a:xfrm>
              <a:off x="0" y="204825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29" name="Straight Connector 28">
              <a:extLst>
                <a:ext uri="{FF2B5EF4-FFF2-40B4-BE49-F238E27FC236}">
                  <a16:creationId xmlns:a16="http://schemas.microsoft.com/office/drawing/2014/main" id="{0840B631-CB23-44B8-823B-56619D54F0E4}"/>
                </a:ext>
              </a:extLst>
            </p:cNvPr>
            <p:cNvCxnSpPr/>
            <p:nvPr/>
          </p:nvCxnSpPr>
          <p:spPr>
            <a:xfrm>
              <a:off x="0" y="234086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C7DD460B-BBE5-43D6-95DF-C1C1CC6239C6}"/>
                </a:ext>
              </a:extLst>
            </p:cNvPr>
            <p:cNvCxnSpPr/>
            <p:nvPr/>
          </p:nvCxnSpPr>
          <p:spPr>
            <a:xfrm>
              <a:off x="0" y="263347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1" name="Straight Connector 30">
              <a:extLst>
                <a:ext uri="{FF2B5EF4-FFF2-40B4-BE49-F238E27FC236}">
                  <a16:creationId xmlns:a16="http://schemas.microsoft.com/office/drawing/2014/main" id="{7F5BEEB4-62B8-420A-9489-8319B9432C34}"/>
                </a:ext>
              </a:extLst>
            </p:cNvPr>
            <p:cNvCxnSpPr/>
            <p:nvPr/>
          </p:nvCxnSpPr>
          <p:spPr>
            <a:xfrm>
              <a:off x="0" y="292608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2" name="Straight Connector 31">
              <a:extLst>
                <a:ext uri="{FF2B5EF4-FFF2-40B4-BE49-F238E27FC236}">
                  <a16:creationId xmlns:a16="http://schemas.microsoft.com/office/drawing/2014/main" id="{79242164-82A4-4DA9-B78C-33430C241872}"/>
                </a:ext>
              </a:extLst>
            </p:cNvPr>
            <p:cNvCxnSpPr/>
            <p:nvPr/>
          </p:nvCxnSpPr>
          <p:spPr>
            <a:xfrm>
              <a:off x="0" y="321868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3" name="Straight Connector 32">
              <a:extLst>
                <a:ext uri="{FF2B5EF4-FFF2-40B4-BE49-F238E27FC236}">
                  <a16:creationId xmlns:a16="http://schemas.microsoft.com/office/drawing/2014/main" id="{1D8767DD-4892-4904-AE72-87087DD9CCC2}"/>
                </a:ext>
              </a:extLst>
            </p:cNvPr>
            <p:cNvCxnSpPr/>
            <p:nvPr/>
          </p:nvCxnSpPr>
          <p:spPr>
            <a:xfrm>
              <a:off x="0" y="351129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39" name="Straight Connector 38">
              <a:extLst>
                <a:ext uri="{FF2B5EF4-FFF2-40B4-BE49-F238E27FC236}">
                  <a16:creationId xmlns:a16="http://schemas.microsoft.com/office/drawing/2014/main" id="{245FC793-2AD0-4021-B3FB-391EDDE6CB63}"/>
                </a:ext>
              </a:extLst>
            </p:cNvPr>
            <p:cNvCxnSpPr/>
            <p:nvPr userDrawn="1"/>
          </p:nvCxnSpPr>
          <p:spPr>
            <a:xfrm>
              <a:off x="0" y="380390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8091C6C8-296D-4AA9-8F03-7DEA5FA7D71A}"/>
                </a:ext>
              </a:extLst>
            </p:cNvPr>
            <p:cNvCxnSpPr/>
            <p:nvPr userDrawn="1"/>
          </p:nvCxnSpPr>
          <p:spPr>
            <a:xfrm>
              <a:off x="0" y="409651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71CBDA8A-698A-4B1C-BC41-CD72C2900FE8}"/>
                </a:ext>
              </a:extLst>
            </p:cNvPr>
            <p:cNvCxnSpPr/>
            <p:nvPr userDrawn="1"/>
          </p:nvCxnSpPr>
          <p:spPr>
            <a:xfrm>
              <a:off x="0" y="438912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F0780C82-EF19-43A2-BF1B-31FDFBA092CA}"/>
                </a:ext>
              </a:extLst>
            </p:cNvPr>
            <p:cNvCxnSpPr/>
            <p:nvPr userDrawn="1"/>
          </p:nvCxnSpPr>
          <p:spPr>
            <a:xfrm>
              <a:off x="0" y="4681728"/>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13492339-9370-44E2-8C4D-414393DEB764}"/>
                </a:ext>
              </a:extLst>
            </p:cNvPr>
            <p:cNvCxnSpPr/>
            <p:nvPr userDrawn="1"/>
          </p:nvCxnSpPr>
          <p:spPr>
            <a:xfrm>
              <a:off x="0" y="4974336"/>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4" name="Straight Connector 43">
              <a:extLst>
                <a:ext uri="{FF2B5EF4-FFF2-40B4-BE49-F238E27FC236}">
                  <a16:creationId xmlns:a16="http://schemas.microsoft.com/office/drawing/2014/main" id="{EBF7CE2A-C0A7-4C6F-88B8-E40107AE34E8}"/>
                </a:ext>
              </a:extLst>
            </p:cNvPr>
            <p:cNvCxnSpPr/>
            <p:nvPr userDrawn="1"/>
          </p:nvCxnSpPr>
          <p:spPr>
            <a:xfrm>
              <a:off x="0" y="5266944"/>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5" name="Straight Connector 44">
              <a:extLst>
                <a:ext uri="{FF2B5EF4-FFF2-40B4-BE49-F238E27FC236}">
                  <a16:creationId xmlns:a16="http://schemas.microsoft.com/office/drawing/2014/main" id="{CCD7A1D0-B060-4037-BFAE-80FAF89CC35F}"/>
                </a:ext>
              </a:extLst>
            </p:cNvPr>
            <p:cNvCxnSpPr/>
            <p:nvPr userDrawn="1"/>
          </p:nvCxnSpPr>
          <p:spPr>
            <a:xfrm>
              <a:off x="0" y="5559552"/>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46" name="Straight Connector 45">
              <a:extLst>
                <a:ext uri="{FF2B5EF4-FFF2-40B4-BE49-F238E27FC236}">
                  <a16:creationId xmlns:a16="http://schemas.microsoft.com/office/drawing/2014/main" id="{2A121C21-7F60-43D7-B9B4-682B9D22E24D}"/>
                </a:ext>
              </a:extLst>
            </p:cNvPr>
            <p:cNvCxnSpPr/>
            <p:nvPr userDrawn="1"/>
          </p:nvCxnSpPr>
          <p:spPr>
            <a:xfrm>
              <a:off x="0" y="5852160"/>
              <a:ext cx="12188952" cy="0"/>
            </a:xfrm>
            <a:prstGeom prst="line">
              <a:avLst/>
            </a:prstGeom>
            <a:ln w="3175">
              <a:solidFill>
                <a:schemeClr val="tx1">
                  <a:alpha val="20000"/>
                </a:schemeClr>
              </a:solidFill>
              <a:headEnd type="none"/>
              <a:tailEnd type="none"/>
            </a:ln>
          </p:spPr>
          <p:style>
            <a:lnRef idx="1">
              <a:schemeClr val="accent1"/>
            </a:lnRef>
            <a:fillRef idx="0">
              <a:schemeClr val="accent1"/>
            </a:fillRef>
            <a:effectRef idx="0">
              <a:schemeClr val="accent1"/>
            </a:effectRef>
            <a:fontRef idx="minor">
              <a:schemeClr val="tx1"/>
            </a:fontRef>
          </p:style>
        </p:cxnSp>
      </p:grpSp>
      <p:sp>
        <p:nvSpPr>
          <p:cNvPr id="3" name=".64 square" hidden="1">
            <a:extLst>
              <a:ext uri="{FF2B5EF4-FFF2-40B4-BE49-F238E27FC236}">
                <a16:creationId xmlns:a16="http://schemas.microsoft.com/office/drawing/2014/main" id="{90E0CE0A-15D7-405F-8DFA-B7F5AF47B03C}"/>
              </a:ext>
            </a:extLst>
          </p:cNvPr>
          <p:cNvSpPr/>
          <p:nvPr userDrawn="1"/>
        </p:nvSpPr>
        <p:spPr bwMode="auto">
          <a:xfrm>
            <a:off x="0" y="0"/>
            <a:ext cx="585216" cy="585216"/>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sp>
        <p:nvSpPr>
          <p:cNvPr id="35" name=".32 square" hidden="1">
            <a:extLst>
              <a:ext uri="{FF2B5EF4-FFF2-40B4-BE49-F238E27FC236}">
                <a16:creationId xmlns:a16="http://schemas.microsoft.com/office/drawing/2014/main" id="{09835393-211C-428D-B22F-51EE7A413599}"/>
              </a:ext>
            </a:extLst>
          </p:cNvPr>
          <p:cNvSpPr/>
          <p:nvPr userDrawn="1"/>
        </p:nvSpPr>
        <p:spPr bwMode="auto">
          <a:xfrm>
            <a:off x="0" y="0"/>
            <a:ext cx="292608" cy="292608"/>
          </a:xfrm>
          <a:prstGeom prst="rect">
            <a:avLst/>
          </a:prstGeom>
          <a:solidFill>
            <a:schemeClr val="tx1">
              <a:alpha val="17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lnSpc>
                <a:spcPct val="90000"/>
              </a:lnSpc>
              <a:spcBef>
                <a:spcPct val="0"/>
              </a:spcBef>
              <a:spcAft>
                <a:spcPct val="0"/>
              </a:spcAft>
            </a:pPr>
            <a:endParaRPr lang="en-US" sz="2400">
              <a:gradFill>
                <a:gsLst>
                  <a:gs pos="0">
                    <a:srgbClr val="FFFFFF"/>
                  </a:gs>
                  <a:gs pos="100000">
                    <a:srgbClr val="FFFFFF"/>
                  </a:gs>
                </a:gsLst>
                <a:lin ang="5400000" scaled="0"/>
              </a:gradFill>
              <a:ea typeface="Segoe UI" pitchFamily="34" charset="0"/>
              <a:cs typeface="Segoe UI" pitchFamily="34" charset="0"/>
            </a:endParaRPr>
          </a:p>
        </p:txBody>
      </p:sp>
      <p:pic>
        <p:nvPicPr>
          <p:cNvPr id="48" name="MS Brand colors" descr="These are Microsoft Brand colors. The color bar is placed to the side of the Theme master so that it will be visible on all slides. Users can use the 'eye dropper' color tools under Color Fill Shape, Color Fill line etc. to easily select Brand colors. ">
            <a:extLst>
              <a:ext uri="{FF2B5EF4-FFF2-40B4-BE49-F238E27FC236}">
                <a16:creationId xmlns:a16="http://schemas.microsoft.com/office/drawing/2014/main" id="{64D47851-93E6-4066-B42D-42968BFB647D}"/>
              </a:ext>
              <a:ext uri="{C183D7F6-B498-43B3-948B-1728B52AA6E4}">
                <adec:decorative xmlns:adec="http://schemas.microsoft.com/office/drawing/2017/decorative" val="0"/>
              </a:ext>
            </a:extLst>
          </p:cNvPr>
          <p:cNvPicPr>
            <a:picLocks noChangeAspect="1"/>
          </p:cNvPicPr>
          <p:nvPr userDrawn="1"/>
        </p:nvPicPr>
        <p:blipFill rotWithShape="1">
          <a:blip r:embed="rId115" cstate="hqprint">
            <a:extLst>
              <a:ext uri="{28A0092B-C50C-407E-A947-70E740481C1C}">
                <a14:useLocalDpi xmlns:a14="http://schemas.microsoft.com/office/drawing/2010/main"/>
              </a:ext>
            </a:extLst>
          </a:blip>
          <a:srcRect l="762"/>
          <a:stretch/>
        </p:blipFill>
        <p:spPr>
          <a:xfrm rot="5400000">
            <a:off x="9509760" y="2843773"/>
            <a:ext cx="6858000" cy="1170455"/>
          </a:xfrm>
          <a:prstGeom prst="rect">
            <a:avLst/>
          </a:prstGeom>
        </p:spPr>
      </p:pic>
    </p:spTree>
    <p:extLst>
      <p:ext uri="{BB962C8B-B14F-4D97-AF65-F5344CB8AC3E}">
        <p14:creationId xmlns:p14="http://schemas.microsoft.com/office/powerpoint/2010/main" val="3588427678"/>
      </p:ext>
    </p:extLst>
  </p:cSld>
  <p:clrMap bg1="lt1" tx1="dk1" bg2="lt2" tx2="dk2" accent1="accent1" accent2="accent2" accent3="accent3" accent4="accent4" accent5="accent5" accent6="accent6" hlink="hlink" folHlink="folHlink"/>
  <p:sldLayoutIdLst>
    <p:sldLayoutId id="2147484580" r:id="rId1"/>
    <p:sldLayoutId id="2147484609" r:id="rId2"/>
    <p:sldLayoutId id="2147484577" r:id="rId3"/>
    <p:sldLayoutId id="2147485286" r:id="rId4"/>
    <p:sldLayoutId id="2147485390" r:id="rId5"/>
    <p:sldLayoutId id="2147484610" r:id="rId6"/>
    <p:sldLayoutId id="2147485389" r:id="rId7"/>
    <p:sldLayoutId id="2147485395" r:id="rId8"/>
    <p:sldLayoutId id="2147485396" r:id="rId9"/>
    <p:sldLayoutId id="2147484710" r:id="rId10"/>
    <p:sldLayoutId id="2147484240" r:id="rId11"/>
    <p:sldLayoutId id="2147484910" r:id="rId12"/>
    <p:sldLayoutId id="2147484911" r:id="rId13"/>
    <p:sldLayoutId id="2147485050" r:id="rId14"/>
    <p:sldLayoutId id="2147485165" r:id="rId15"/>
    <p:sldLayoutId id="2147484941" r:id="rId16"/>
    <p:sldLayoutId id="2147484942" r:id="rId17"/>
    <p:sldLayoutId id="2147485162" r:id="rId18"/>
    <p:sldLayoutId id="2147484639" r:id="rId19"/>
    <p:sldLayoutId id="2147484943" r:id="rId20"/>
    <p:sldLayoutId id="2147484603" r:id="rId21"/>
    <p:sldLayoutId id="2147485324" r:id="rId22"/>
    <p:sldLayoutId id="2147485326" r:id="rId23"/>
    <p:sldLayoutId id="2147485327" r:id="rId24"/>
    <p:sldLayoutId id="2147485328" r:id="rId25"/>
    <p:sldLayoutId id="2147485329" r:id="rId26"/>
    <p:sldLayoutId id="2147485330" r:id="rId27"/>
    <p:sldLayoutId id="2147485325" r:id="rId28"/>
    <p:sldLayoutId id="2147485331" r:id="rId29"/>
    <p:sldLayoutId id="2147485332" r:id="rId30"/>
    <p:sldLayoutId id="2147485366" r:id="rId31"/>
    <p:sldLayoutId id="2147485333" r:id="rId32"/>
    <p:sldLayoutId id="2147485334" r:id="rId33"/>
    <p:sldLayoutId id="2147485394" r:id="rId34"/>
    <p:sldLayoutId id="2147485340" r:id="rId35"/>
    <p:sldLayoutId id="2147485346" r:id="rId36"/>
    <p:sldLayoutId id="2147485349" r:id="rId37"/>
    <p:sldLayoutId id="2147485351" r:id="rId38"/>
    <p:sldLayoutId id="2147485369" r:id="rId39"/>
    <p:sldLayoutId id="2147485363" r:id="rId40"/>
    <p:sldLayoutId id="2147485370" r:id="rId41"/>
    <p:sldLayoutId id="2147484833" r:id="rId42"/>
    <p:sldLayoutId id="2147484834" r:id="rId43"/>
    <p:sldLayoutId id="2147484835" r:id="rId44"/>
    <p:sldLayoutId id="2147485385" r:id="rId45"/>
    <p:sldLayoutId id="2147485387" r:id="rId46"/>
    <p:sldLayoutId id="2147485382" r:id="rId47"/>
    <p:sldLayoutId id="2147484922" r:id="rId48"/>
    <p:sldLayoutId id="2147484923" r:id="rId49"/>
    <p:sldLayoutId id="2147485287" r:id="rId50"/>
    <p:sldLayoutId id="2147484924" r:id="rId51"/>
    <p:sldLayoutId id="2147484839" r:id="rId52"/>
    <p:sldLayoutId id="2147484840" r:id="rId53"/>
    <p:sldLayoutId id="2147485383" r:id="rId54"/>
    <p:sldLayoutId id="2147484841" r:id="rId55"/>
    <p:sldLayoutId id="2147484842" r:id="rId56"/>
    <p:sldLayoutId id="2147484843" r:id="rId57"/>
    <p:sldLayoutId id="2147484938" r:id="rId58"/>
    <p:sldLayoutId id="2147484939" r:id="rId59"/>
    <p:sldLayoutId id="2147484940" r:id="rId60"/>
    <p:sldLayoutId id="2147485161" r:id="rId61"/>
    <p:sldLayoutId id="2147485152" r:id="rId62"/>
    <p:sldLayoutId id="2147485153" r:id="rId63"/>
    <p:sldLayoutId id="2147485154" r:id="rId64"/>
    <p:sldLayoutId id="2147485379" r:id="rId65"/>
    <p:sldLayoutId id="2147485380" r:id="rId66"/>
    <p:sldLayoutId id="2147485381" r:id="rId67"/>
    <p:sldLayoutId id="2147484944" r:id="rId68"/>
    <p:sldLayoutId id="2147484945" r:id="rId69"/>
    <p:sldLayoutId id="2147485372" r:id="rId70"/>
    <p:sldLayoutId id="2147485373" r:id="rId71"/>
    <p:sldLayoutId id="2147485388" r:id="rId72"/>
    <p:sldLayoutId id="2147485296" r:id="rId73"/>
    <p:sldLayoutId id="2147485392" r:id="rId74"/>
    <p:sldLayoutId id="2147485393" r:id="rId75"/>
    <p:sldLayoutId id="2147485368" r:id="rId76"/>
    <p:sldLayoutId id="2147485367" r:id="rId77"/>
    <p:sldLayoutId id="2147485292" r:id="rId78"/>
    <p:sldLayoutId id="2147485294" r:id="rId79"/>
    <p:sldLayoutId id="2147485338" r:id="rId80"/>
    <p:sldLayoutId id="2147485339" r:id="rId81"/>
    <p:sldLayoutId id="2147485360" r:id="rId82"/>
    <p:sldLayoutId id="2147485364" r:id="rId83"/>
    <p:sldLayoutId id="2147485365" r:id="rId84"/>
    <p:sldLayoutId id="2147485352" r:id="rId85"/>
    <p:sldLayoutId id="2147485353" r:id="rId86"/>
    <p:sldLayoutId id="2147485354" r:id="rId87"/>
    <p:sldLayoutId id="2147485355" r:id="rId88"/>
    <p:sldLayoutId id="2147485356" r:id="rId89"/>
    <p:sldLayoutId id="2147485374" r:id="rId90"/>
    <p:sldLayoutId id="2147485375" r:id="rId91"/>
    <p:sldLayoutId id="2147485376" r:id="rId92"/>
    <p:sldLayoutId id="2147485377" r:id="rId93"/>
    <p:sldLayoutId id="2147485378" r:id="rId94"/>
    <p:sldLayoutId id="2147485137" r:id="rId95"/>
    <p:sldLayoutId id="2147485138" r:id="rId96"/>
    <p:sldLayoutId id="2147485139" r:id="rId97"/>
    <p:sldLayoutId id="2147485140" r:id="rId98"/>
    <p:sldLayoutId id="2147485141" r:id="rId99"/>
    <p:sldLayoutId id="2147485142" r:id="rId100"/>
    <p:sldLayoutId id="2147484249" r:id="rId101"/>
    <p:sldLayoutId id="2147484640" r:id="rId102"/>
    <p:sldLayoutId id="2147485288" r:id="rId103"/>
    <p:sldLayoutId id="2147485290" r:id="rId104"/>
    <p:sldLayoutId id="2147485289" r:id="rId105"/>
    <p:sldLayoutId id="2147485291" r:id="rId106"/>
    <p:sldLayoutId id="2147484584" r:id="rId107"/>
    <p:sldLayoutId id="2147484583" r:id="rId108"/>
    <p:sldLayoutId id="2147484671" r:id="rId109"/>
    <p:sldLayoutId id="2147484673" r:id="rId110"/>
    <p:sldLayoutId id="2147485391" r:id="rId111"/>
    <p:sldLayoutId id="2147484299" r:id="rId112"/>
    <p:sldLayoutId id="2147484263" r:id="rId113"/>
  </p:sldLayoutIdLst>
  <p:transition>
    <p:fade/>
  </p:transition>
  <p:hf sldNum="0" hdr="0" ftr="0" dt="0"/>
  <p:txStyles>
    <p:titleStyle>
      <a:lvl1pPr algn="l" defTabSz="932742" rtl="0" eaLnBrk="1" latinLnBrk="0" hangingPunct="1">
        <a:lnSpc>
          <a:spcPct val="100000"/>
        </a:lnSpc>
        <a:spcBef>
          <a:spcPct val="0"/>
        </a:spcBef>
        <a:buNone/>
        <a:defRPr lang="en-US" sz="3600" b="0" kern="1200" cap="none" spc="-50" baseline="0" dirty="0" smtClean="0">
          <a:ln w="3175">
            <a:noFill/>
          </a:ln>
          <a:solidFill>
            <a:schemeClr val="tx1"/>
          </a:solidFill>
          <a:effectLst/>
          <a:latin typeface="+mj-lt"/>
          <a:ea typeface="+mn-ea"/>
          <a:cs typeface="Segoe UI" pitchFamily="34" charset="0"/>
        </a:defRPr>
      </a:lvl1pPr>
    </p:titleStyle>
    <p:bodyStyle>
      <a:lvl1pPr marL="2286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6" pos="368" userDrawn="1">
          <p15:clr>
            <a:srgbClr val="C35EA4"/>
          </p15:clr>
        </p15:guide>
        <p15:guide id="17" pos="7313" userDrawn="1">
          <p15:clr>
            <a:srgbClr val="C35EA4"/>
          </p15:clr>
        </p15:guide>
        <p15:guide id="25" orient="horz" pos="369" userDrawn="1">
          <p15:clr>
            <a:srgbClr val="C35EA4"/>
          </p15:clr>
        </p15:guide>
        <p15:guide id="26" orient="horz" pos="3949" userDrawn="1">
          <p15:clr>
            <a:srgbClr val="C35EA4"/>
          </p15:clr>
        </p15:guide>
        <p15:guide id="27" orient="horz" pos="184" userDrawn="1">
          <p15:clr>
            <a:srgbClr val="A4A3A4"/>
          </p15:clr>
        </p15:guide>
        <p15:guide id="28" pos="185" userDrawn="1">
          <p15:clr>
            <a:srgbClr val="A4A3A4"/>
          </p15:clr>
        </p15:guide>
        <p15:guide id="29" orient="horz" pos="4135" userDrawn="1">
          <p15:clr>
            <a:srgbClr val="A4A3A4"/>
          </p15:clr>
        </p15:guide>
        <p15:guide id="30" pos="7495" userDrawn="1">
          <p15:clr>
            <a:srgbClr val="A4A3A4"/>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2.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12.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3.xml"/></Relationships>
</file>

<file path=ppt/slides/_rels/slide13.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73.xml"/></Relationships>
</file>

<file path=ppt/slides/_rels/slide14.xml.rels><?xml version="1.0" encoding="UTF-8" standalone="yes"?>
<Relationships xmlns="http://schemas.openxmlformats.org/package/2006/relationships"><Relationship Id="rId2" Type="http://schemas.openxmlformats.org/officeDocument/2006/relationships/hyperlink" Target="https://learn.microsoft.com/en-us/virtualization/hyper-v-on-windows/tlfs/vsm" TargetMode="External"/><Relationship Id="rId1" Type="http://schemas.openxmlformats.org/officeDocument/2006/relationships/slideLayout" Target="../slideLayouts/slideLayout7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6.xml.rels><?xml version="1.0" encoding="UTF-8" standalone="yes"?>
<Relationships xmlns="http://schemas.openxmlformats.org/package/2006/relationships"><Relationship Id="rId2" Type="http://schemas.microsoft.com/office/2018/10/relationships/comments" Target="../comments/modernComment_7BBF5C03_8B051BE2.xml"/><Relationship Id="rId1" Type="http://schemas.openxmlformats.org/officeDocument/2006/relationships/slideLayout" Target="../slideLayouts/slideLayout7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18.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7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20.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73.xml"/></Relationships>
</file>

<file path=ppt/slides/_rels/slide21.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3.xml"/></Relationships>
</file>

<file path=ppt/slides/_rels/slide22.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3.xml"/></Relationships>
</file>

<file path=ppt/slides/_rels/slide23.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3.xml"/></Relationships>
</file>

<file path=ppt/slides/_rels/slide24.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3.xml"/></Relationships>
</file>

<file path=ppt/slides/_rels/slide25.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3.xml"/></Relationships>
</file>

<file path=ppt/slides/_rels/slide26.xml.rels><?xml version="1.0" encoding="UTF-8" standalone="yes"?>
<Relationships xmlns="http://schemas.openxmlformats.org/package/2006/relationships"><Relationship Id="rId3" Type="http://schemas.openxmlformats.org/officeDocument/2006/relationships/hyperlink" Target="https://github.com/heki-linux/lvbs-linux/tree/ubuntu-lvbs" TargetMode="External"/><Relationship Id="rId2" Type="http://schemas.openxmlformats.org/officeDocument/2006/relationships/hyperlink" Target="https://github.com/heki-linux/lvbs-linux/tree/secure-kernel-lvbs" TargetMode="External"/><Relationship Id="rId1" Type="http://schemas.openxmlformats.org/officeDocument/2006/relationships/slideLayout" Target="../slideLayouts/slideLayout73.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28.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3.xml"/></Relationships>
</file>

<file path=ppt/slides/_rels/slide29.xml.rels><?xml version="1.0" encoding="UTF-8" standalone="yes"?>
<Relationships xmlns="http://schemas.openxmlformats.org/package/2006/relationships"><Relationship Id="rId3" Type="http://schemas.openxmlformats.org/officeDocument/2006/relationships/hyperlink" Target="https://lore.kernel.org/all/20231113022326.24388-1-mic@digikod.net/" TargetMode="External"/><Relationship Id="rId2" Type="http://schemas.openxmlformats.org/officeDocument/2006/relationships/notesSlide" Target="../notesSlides/notesSlide9.xml"/><Relationship Id="rId1" Type="http://schemas.openxmlformats.org/officeDocument/2006/relationships/slideLayout" Target="../slideLayouts/slideLayout73.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3.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3.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3.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3.xml"/></Relationships>
</file>

<file path=ppt/slides/_rels/slide35.xml.rels><?xml version="1.0" encoding="UTF-8" standalone="yes"?>
<Relationships xmlns="http://schemas.openxmlformats.org/package/2006/relationships"><Relationship Id="rId2" Type="http://schemas.openxmlformats.org/officeDocument/2006/relationships/hyperlink" Target="https://github.com/heki-linux/linux/tree/heki-v2" TargetMode="External"/><Relationship Id="rId1" Type="http://schemas.openxmlformats.org/officeDocument/2006/relationships/slideLayout" Target="../slideLayouts/slideLayout73.xml"/></Relationships>
</file>

<file path=ppt/slides/_rels/slide36.xml.rels><?xml version="1.0" encoding="UTF-8" standalone="yes"?>
<Relationships xmlns="http://schemas.openxmlformats.org/package/2006/relationships"><Relationship Id="rId2" Type="http://schemas.openxmlformats.org/officeDocument/2006/relationships/hyperlink" Target="https://github.com/heki-linux" TargetMode="External"/><Relationship Id="rId1" Type="http://schemas.openxmlformats.org/officeDocument/2006/relationships/slideLayout" Target="../slideLayouts/slideLayout73.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01.xml"/></Relationships>
</file>

<file path=ppt/slides/_rels/slide38.xml.rels><?xml version="1.0" encoding="UTF-8" standalone="yes"?>
<Relationships xmlns="http://schemas.openxmlformats.org/package/2006/relationships"><Relationship Id="rId2" Type="http://schemas.openxmlformats.org/officeDocument/2006/relationships/image" Target="../media/image33.jpg"/><Relationship Id="rId1" Type="http://schemas.openxmlformats.org/officeDocument/2006/relationships/slideLayout" Target="../slideLayouts/slideLayout49.xml"/></Relationships>
</file>

<file path=ppt/slides/_rels/slide39.xml.rels><?xml version="1.0" encoding="UTF-8" standalone="yes"?>
<Relationships xmlns="http://schemas.openxmlformats.org/package/2006/relationships"><Relationship Id="rId2" Type="http://schemas.openxmlformats.org/officeDocument/2006/relationships/hyperlink" Target="https://github.com/heki-linux/.github/raw/main/talks/2023-11-14%20demo%20Heki%20cr-pinning.webm" TargetMode="External"/><Relationship Id="rId1" Type="http://schemas.openxmlformats.org/officeDocument/2006/relationships/slideLayout" Target="../slideLayouts/slideLayout107.xml"/></Relationships>
</file>

<file path=ppt/slides/_rels/slide40.xml.rels><?xml version="1.0" encoding="UTF-8" standalone="yes"?>
<Relationships xmlns="http://schemas.openxmlformats.org/package/2006/relationships"><Relationship Id="rId3" Type="http://schemas.openxmlformats.org/officeDocument/2006/relationships/slideLayout" Target="../slideLayouts/slideLayout65.xml"/><Relationship Id="rId2" Type="http://schemas.openxmlformats.org/officeDocument/2006/relationships/video" Target="../media/media1.webm"/><Relationship Id="rId1" Type="http://schemas.microsoft.com/office/2007/relationships/media" Target="../media/media1.webm"/><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7C04F4-D44B-034E-BDA3-B1A28177F4AC}"/>
              </a:ext>
            </a:extLst>
          </p:cNvPr>
          <p:cNvSpPr>
            <a:spLocks noGrp="1"/>
          </p:cNvSpPr>
          <p:nvPr>
            <p:ph type="title"/>
          </p:nvPr>
        </p:nvSpPr>
        <p:spPr>
          <a:xfrm>
            <a:off x="588263" y="1871544"/>
            <a:ext cx="4167887" cy="1661993"/>
          </a:xfrm>
        </p:spPr>
        <p:txBody>
          <a:bodyPr/>
          <a:lstStyle/>
          <a:p>
            <a:r>
              <a:rPr lang="en-US"/>
              <a:t>Linux Virtualization Based Security (LVBS)</a:t>
            </a:r>
          </a:p>
        </p:txBody>
      </p:sp>
      <p:sp>
        <p:nvSpPr>
          <p:cNvPr id="3" name="Text Placeholder 2">
            <a:extLst>
              <a:ext uri="{FF2B5EF4-FFF2-40B4-BE49-F238E27FC236}">
                <a16:creationId xmlns:a16="http://schemas.microsoft.com/office/drawing/2014/main" id="{8979BC2D-2378-144D-8779-2C4A3D32B56B}"/>
              </a:ext>
            </a:extLst>
          </p:cNvPr>
          <p:cNvSpPr>
            <a:spLocks noGrp="1"/>
          </p:cNvSpPr>
          <p:nvPr>
            <p:ph type="body" sz="quarter" idx="12"/>
          </p:nvPr>
        </p:nvSpPr>
        <p:spPr/>
        <p:txBody>
          <a:bodyPr/>
          <a:lstStyle/>
          <a:p>
            <a:r>
              <a:rPr lang="en-US"/>
              <a:t>Linux Plumbers Conference 2023</a:t>
            </a:r>
          </a:p>
        </p:txBody>
      </p:sp>
      <p:sp>
        <p:nvSpPr>
          <p:cNvPr id="4" name="Text Placeholder 2">
            <a:extLst>
              <a:ext uri="{FF2B5EF4-FFF2-40B4-BE49-F238E27FC236}">
                <a16:creationId xmlns:a16="http://schemas.microsoft.com/office/drawing/2014/main" id="{592EAAA9-CDF6-F586-5CF1-D5B3B2749461}"/>
              </a:ext>
            </a:extLst>
          </p:cNvPr>
          <p:cNvSpPr txBox="1">
            <a:spLocks/>
          </p:cNvSpPr>
          <p:nvPr/>
        </p:nvSpPr>
        <p:spPr>
          <a:xfrm>
            <a:off x="591567" y="4949687"/>
            <a:ext cx="4527085" cy="246221"/>
          </a:xfrm>
          <a:prstGeom prst="rect">
            <a:avLst/>
          </a:prstGeom>
          <a:noFill/>
        </p:spPr>
        <p:txBody>
          <a:bodyPr vert="horz" wrap="square" lIns="0" tIns="0" rIns="0" bIns="0" rtlCol="0">
            <a:spAutoFit/>
          </a:bodyPr>
          <a:lstStyle>
            <a:lvl1pPr marL="0" marR="0" indent="0" algn="l" defTabSz="932742" rtl="0" eaLnBrk="1" fontAlgn="auto" latinLnBrk="0" hangingPunct="1">
              <a:lnSpc>
                <a:spcPct val="100000"/>
              </a:lnSpc>
              <a:spcBef>
                <a:spcPts val="0"/>
              </a:spcBef>
              <a:spcAft>
                <a:spcPts val="0"/>
              </a:spcAft>
              <a:buClrTx/>
              <a:buSzPct val="90000"/>
              <a:buFont typeface="Wingdings" panose="05000000000000000000" pitchFamily="2" charset="2"/>
              <a:buNone/>
              <a:tabLst/>
              <a:defRPr sz="22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r>
              <a:rPr lang="en-US" sz="1600">
                <a:solidFill>
                  <a:schemeClr val="accent2">
                    <a:lumMod val="20000"/>
                    <a:lumOff val="80000"/>
                  </a:schemeClr>
                </a:solidFill>
              </a:rPr>
              <a:t>Thara Gopinath, Mickaël Salaün, James Morris</a:t>
            </a:r>
          </a:p>
        </p:txBody>
      </p:sp>
      <p:pic>
        <p:nvPicPr>
          <p:cNvPr id="11" name="Picture Placeholder 10" descr="Close-up of circuit board">
            <a:extLst>
              <a:ext uri="{FF2B5EF4-FFF2-40B4-BE49-F238E27FC236}">
                <a16:creationId xmlns:a16="http://schemas.microsoft.com/office/drawing/2014/main" id="{51534431-563E-52F8-0436-FF3B940A7E44}"/>
              </a:ext>
            </a:extLst>
          </p:cNvPr>
          <p:cNvPicPr>
            <a:picLocks noGrp="1" noChangeAspect="1"/>
          </p:cNvPicPr>
          <p:nvPr>
            <p:ph type="pic" sz="quarter" idx="13"/>
          </p:nvPr>
        </p:nvPicPr>
        <p:blipFill>
          <a:blip r:embed="rId2"/>
          <a:srcRect l="22661" r="22661"/>
          <a:stretch/>
        </p:blipFill>
        <p:spPr>
          <a:xfrm>
            <a:off x="5621338" y="0"/>
            <a:ext cx="6570662" cy="6858000"/>
          </a:xfrm>
        </p:spPr>
      </p:pic>
    </p:spTree>
    <p:extLst>
      <p:ext uri="{BB962C8B-B14F-4D97-AF65-F5344CB8AC3E}">
        <p14:creationId xmlns:p14="http://schemas.microsoft.com/office/powerpoint/2010/main" val="42668731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873492-D151-5548-BF9A-9A1584C2D477}"/>
              </a:ext>
            </a:extLst>
          </p:cNvPr>
          <p:cNvSpPr>
            <a:spLocks noGrp="1"/>
          </p:cNvSpPr>
          <p:nvPr>
            <p:ph type="title"/>
          </p:nvPr>
        </p:nvSpPr>
        <p:spPr/>
        <p:txBody>
          <a:bodyPr/>
          <a:lstStyle/>
          <a:p>
            <a:r>
              <a:rPr lang="en-US"/>
              <a:t>Agenda</a:t>
            </a:r>
          </a:p>
        </p:txBody>
      </p:sp>
      <p:sp>
        <p:nvSpPr>
          <p:cNvPr id="3" name="Text Placeholder 2">
            <a:extLst>
              <a:ext uri="{FF2B5EF4-FFF2-40B4-BE49-F238E27FC236}">
                <a16:creationId xmlns:a16="http://schemas.microsoft.com/office/drawing/2014/main" id="{5D7880FC-163A-6D46-B79B-C3E6C519777F}"/>
              </a:ext>
            </a:extLst>
          </p:cNvPr>
          <p:cNvSpPr>
            <a:spLocks noGrp="1"/>
          </p:cNvSpPr>
          <p:nvPr>
            <p:ph type="body" sz="quarter" idx="11"/>
          </p:nvPr>
        </p:nvSpPr>
        <p:spPr/>
        <p:txBody>
          <a:bodyPr/>
          <a:lstStyle/>
          <a:p>
            <a:endParaRPr lang="en-US"/>
          </a:p>
          <a:p>
            <a:r>
              <a:rPr lang="en-US">
                <a:solidFill>
                  <a:schemeClr val="accent2">
                    <a:lumMod val="75000"/>
                  </a:schemeClr>
                </a:solidFill>
              </a:rPr>
              <a:t>Architecture Overview</a:t>
            </a:r>
          </a:p>
          <a:p>
            <a:endParaRPr lang="en-US">
              <a:solidFill>
                <a:schemeClr val="accent2">
                  <a:lumMod val="75000"/>
                </a:schemeClr>
              </a:solidFill>
            </a:endParaRPr>
          </a:p>
          <a:p>
            <a:r>
              <a:rPr lang="en-US">
                <a:solidFill>
                  <a:schemeClr val="accent2">
                    <a:lumMod val="75000"/>
                  </a:schemeClr>
                </a:solidFill>
              </a:rPr>
              <a:t>Hyper-V Implementation</a:t>
            </a:r>
          </a:p>
          <a:p>
            <a:endParaRPr lang="en-US">
              <a:solidFill>
                <a:schemeClr val="accent2">
                  <a:lumMod val="75000"/>
                </a:schemeClr>
              </a:solidFill>
            </a:endParaRPr>
          </a:p>
          <a:p>
            <a:r>
              <a:rPr lang="en-US">
                <a:solidFill>
                  <a:schemeClr val="accent2">
                    <a:lumMod val="75000"/>
                  </a:schemeClr>
                </a:solidFill>
              </a:rPr>
              <a:t>KVM Implementation (Heki)</a:t>
            </a:r>
            <a:br>
              <a:rPr lang="en-US">
                <a:solidFill>
                  <a:schemeClr val="accent2">
                    <a:lumMod val="75000"/>
                  </a:schemeClr>
                </a:solidFill>
              </a:rPr>
            </a:br>
            <a:endParaRPr lang="en-US">
              <a:solidFill>
                <a:schemeClr val="accent2">
                  <a:lumMod val="75000"/>
                </a:schemeClr>
              </a:solidFill>
            </a:endParaRPr>
          </a:p>
          <a:p>
            <a:r>
              <a:rPr lang="en-US">
                <a:solidFill>
                  <a:schemeClr val="accent2">
                    <a:lumMod val="75000"/>
                  </a:schemeClr>
                </a:solidFill>
              </a:rPr>
              <a:t>Q&amp;A</a:t>
            </a:r>
          </a:p>
          <a:p>
            <a:endParaRPr lang="en-US">
              <a:solidFill>
                <a:schemeClr val="accent2">
                  <a:lumMod val="75000"/>
                </a:schemeClr>
              </a:solidFill>
            </a:endParaRPr>
          </a:p>
        </p:txBody>
      </p:sp>
    </p:spTree>
    <p:extLst>
      <p:ext uri="{BB962C8B-B14F-4D97-AF65-F5344CB8AC3E}">
        <p14:creationId xmlns:p14="http://schemas.microsoft.com/office/powerpoint/2010/main" val="2982914928"/>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E540-D664-2248-A353-E17150691F3D}"/>
              </a:ext>
            </a:extLst>
          </p:cNvPr>
          <p:cNvSpPr>
            <a:spLocks noGrp="1"/>
          </p:cNvSpPr>
          <p:nvPr>
            <p:ph type="title"/>
          </p:nvPr>
        </p:nvSpPr>
        <p:spPr/>
        <p:txBody>
          <a:bodyPr/>
          <a:lstStyle/>
          <a:p>
            <a:r>
              <a:rPr lang="en-US">
                <a:cs typeface="Segoe UI"/>
              </a:rPr>
              <a:t>Architecture Overview</a:t>
            </a:r>
            <a:endParaRPr lang="en-US"/>
          </a:p>
        </p:txBody>
      </p:sp>
      <p:sp>
        <p:nvSpPr>
          <p:cNvPr id="4" name="Text Placeholder 3">
            <a:extLst>
              <a:ext uri="{FF2B5EF4-FFF2-40B4-BE49-F238E27FC236}">
                <a16:creationId xmlns:a16="http://schemas.microsoft.com/office/drawing/2014/main" id="{C3D9F1C3-1A6A-0043-B6F0-28422B39AD04}"/>
              </a:ext>
            </a:extLst>
          </p:cNvPr>
          <p:cNvSpPr>
            <a:spLocks noGrp="1"/>
          </p:cNvSpPr>
          <p:nvPr>
            <p:ph type="body" sz="quarter" idx="12"/>
          </p:nvPr>
        </p:nvSpPr>
        <p:spPr>
          <a:xfrm>
            <a:off x="585216" y="3977319"/>
            <a:ext cx="9144000" cy="338554"/>
          </a:xfrm>
        </p:spPr>
        <p:txBody>
          <a:bodyPr vert="horz" wrap="square" lIns="0" tIns="0" rIns="0" bIns="0" rtlCol="0" anchor="t">
            <a:spAutoFit/>
          </a:bodyPr>
          <a:lstStyle/>
          <a:p>
            <a:r>
              <a:rPr lang="en-US">
                <a:cs typeface="Segoe UI"/>
              </a:rPr>
              <a:t>James Morris</a:t>
            </a:r>
            <a:endParaRPr lang="en-US" sz="2000">
              <a:solidFill>
                <a:schemeClr val="accent2">
                  <a:lumMod val="20000"/>
                  <a:lumOff val="80000"/>
                </a:schemeClr>
              </a:solidFill>
            </a:endParaRPr>
          </a:p>
        </p:txBody>
      </p:sp>
    </p:spTree>
    <p:extLst>
      <p:ext uri="{BB962C8B-B14F-4D97-AF65-F5344CB8AC3E}">
        <p14:creationId xmlns:p14="http://schemas.microsoft.com/office/powerpoint/2010/main" val="18857323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Linux Virtualization Based Security</a:t>
            </a:r>
            <a:br>
              <a:rPr lang="en-US"/>
            </a:br>
            <a:r>
              <a:rPr lang="en-US"/>
              <a:t>(LVBS)</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endParaRPr lang="en-US" dirty="0"/>
          </a:p>
          <a:p>
            <a:pPr marL="0" indent="0">
              <a:buNone/>
            </a:pPr>
            <a:r>
              <a:rPr lang="en-US" dirty="0"/>
              <a:t>Use virtualization to provide enhanced security for the guest OS, leveraging the hypervisor security boundary.</a:t>
            </a:r>
            <a:br>
              <a:rPr lang="en-US" dirty="0"/>
            </a:br>
            <a:endParaRPr lang="en-US" dirty="0"/>
          </a:p>
        </p:txBody>
      </p:sp>
    </p:spTree>
    <p:extLst>
      <p:ext uri="{BB962C8B-B14F-4D97-AF65-F5344CB8AC3E}">
        <p14:creationId xmlns:p14="http://schemas.microsoft.com/office/powerpoint/2010/main" val="711339777"/>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Linux Virtualization Based Security</a:t>
            </a:r>
            <a:br>
              <a:rPr lang="en-US"/>
            </a:br>
            <a:r>
              <a:rPr lang="en-US"/>
              <a:t>(LVBS)</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endParaRPr lang="en-US" dirty="0"/>
          </a:p>
          <a:p>
            <a:pPr marL="0" indent="0">
              <a:buNone/>
            </a:pPr>
            <a:r>
              <a:rPr lang="en-US" dirty="0"/>
              <a:t>Protect the integrity of security-critical guest structures.</a:t>
            </a:r>
            <a:br>
              <a:rPr lang="en-US" dirty="0"/>
            </a:br>
            <a:endParaRPr lang="en-US" dirty="0"/>
          </a:p>
          <a:p>
            <a:endParaRPr lang="en-US" dirty="0"/>
          </a:p>
        </p:txBody>
      </p:sp>
    </p:spTree>
    <p:extLst>
      <p:ext uri="{BB962C8B-B14F-4D97-AF65-F5344CB8AC3E}">
        <p14:creationId xmlns:p14="http://schemas.microsoft.com/office/powerpoint/2010/main" val="2924890876"/>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Linux Virtualization Based Security</a:t>
            </a:r>
            <a:br>
              <a:rPr lang="en-US"/>
            </a:br>
            <a:r>
              <a:rPr lang="en-US"/>
              <a:t>(LVBS)</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endParaRPr lang="en-US" dirty="0"/>
          </a:p>
          <a:p>
            <a:pPr marL="0" indent="0">
              <a:buNone/>
            </a:pPr>
            <a:r>
              <a:rPr lang="en-US" dirty="0"/>
              <a:t>Prevent bypass of guest security mechanisms and policies.</a:t>
            </a:r>
          </a:p>
        </p:txBody>
      </p:sp>
    </p:spTree>
    <p:extLst>
      <p:ext uri="{BB962C8B-B14F-4D97-AF65-F5344CB8AC3E}">
        <p14:creationId xmlns:p14="http://schemas.microsoft.com/office/powerpoint/2010/main" val="2096083976"/>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Linux Virtualization Based Security</a:t>
            </a:r>
            <a:br>
              <a:rPr lang="en-US"/>
            </a:br>
            <a:r>
              <a:rPr lang="en-US"/>
              <a:t>(LVBS)</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endParaRPr lang="en-US" dirty="0"/>
          </a:p>
          <a:p>
            <a:pPr marL="0" indent="0">
              <a:buNone/>
            </a:pPr>
            <a:r>
              <a:rPr lang="en-US" dirty="0"/>
              <a:t>Support a Trusted Execution Environment (TEE) for running security applications</a:t>
            </a:r>
            <a:br>
              <a:rPr lang="en-US" dirty="0"/>
            </a:br>
            <a:endParaRPr lang="en-US" dirty="0"/>
          </a:p>
          <a:p>
            <a:pPr lvl="1"/>
            <a:r>
              <a:rPr lang="en-US" sz="2400" dirty="0">
                <a:solidFill>
                  <a:schemeClr val="accent5">
                    <a:lumMod val="50000"/>
                  </a:schemeClr>
                </a:solidFill>
              </a:rPr>
              <a:t>Executable code integrity</a:t>
            </a:r>
            <a:br>
              <a:rPr lang="en-US" sz="2400" dirty="0">
                <a:solidFill>
                  <a:schemeClr val="accent5">
                    <a:lumMod val="50000"/>
                  </a:schemeClr>
                </a:solidFill>
              </a:rPr>
            </a:br>
            <a:endParaRPr lang="en-US" sz="2400" dirty="0">
              <a:solidFill>
                <a:schemeClr val="accent5">
                  <a:lumMod val="50000"/>
                </a:schemeClr>
              </a:solidFill>
            </a:endParaRPr>
          </a:p>
          <a:p>
            <a:pPr lvl="1"/>
            <a:r>
              <a:rPr lang="en-US" sz="2400" dirty="0">
                <a:solidFill>
                  <a:schemeClr val="accent5">
                    <a:lumMod val="50000"/>
                  </a:schemeClr>
                </a:solidFill>
              </a:rPr>
              <a:t>Key management</a:t>
            </a:r>
            <a:br>
              <a:rPr lang="en-US" sz="2400" dirty="0">
                <a:solidFill>
                  <a:schemeClr val="accent5">
                    <a:lumMod val="50000"/>
                  </a:schemeClr>
                </a:solidFill>
              </a:rPr>
            </a:br>
            <a:endParaRPr lang="en-US" sz="2400" dirty="0">
              <a:solidFill>
                <a:schemeClr val="accent5">
                  <a:lumMod val="50000"/>
                </a:schemeClr>
              </a:solidFill>
            </a:endParaRPr>
          </a:p>
          <a:p>
            <a:pPr lvl="1"/>
            <a:r>
              <a:rPr lang="en-US" sz="2400" dirty="0">
                <a:solidFill>
                  <a:schemeClr val="accent5">
                    <a:lumMod val="50000"/>
                  </a:schemeClr>
                </a:solidFill>
              </a:rPr>
              <a:t>Others</a:t>
            </a:r>
          </a:p>
        </p:txBody>
      </p:sp>
    </p:spTree>
    <p:extLst>
      <p:ext uri="{BB962C8B-B14F-4D97-AF65-F5344CB8AC3E}">
        <p14:creationId xmlns:p14="http://schemas.microsoft.com/office/powerpoint/2010/main" val="705118427"/>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a:xfrm>
            <a:off x="600542" y="585788"/>
            <a:ext cx="3182027" cy="3118624"/>
          </a:xfrm>
        </p:spPr>
        <p:txBody>
          <a:bodyPr/>
          <a:lstStyle/>
          <a:p>
            <a:r>
              <a:rPr lang="en-US"/>
              <a:t>Rationale</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a:xfrm>
            <a:off x="4923958" y="585788"/>
            <a:ext cx="6667500" cy="5683249"/>
          </a:xfrm>
        </p:spPr>
        <p:txBody>
          <a:bodyPr/>
          <a:lstStyle/>
          <a:p>
            <a:pPr marL="0" indent="0">
              <a:buNone/>
            </a:pPr>
            <a:endParaRPr lang="en-US" dirty="0"/>
          </a:p>
          <a:p>
            <a:r>
              <a:rPr lang="en-US" dirty="0"/>
              <a:t>Bring mainline Linux to state of the art.</a:t>
            </a:r>
            <a:br>
              <a:rPr lang="en-US" dirty="0"/>
            </a:br>
            <a:endParaRPr lang="en-US" dirty="0"/>
          </a:p>
          <a:p>
            <a:r>
              <a:rPr lang="en-US" dirty="0"/>
              <a:t>Linux is trailing proprietary solutions across Linux and other OSs.</a:t>
            </a:r>
            <a:br>
              <a:rPr lang="en-US" dirty="0"/>
            </a:br>
            <a:endParaRPr lang="en-US" dirty="0"/>
          </a:p>
          <a:p>
            <a:r>
              <a:rPr lang="en-US" dirty="0"/>
              <a:t>Attacks continue to evolve, along with motivation levels.</a:t>
            </a:r>
            <a:br>
              <a:rPr lang="en-US" dirty="0"/>
            </a:br>
            <a:endParaRPr lang="en-US" dirty="0"/>
          </a:p>
          <a:p>
            <a:pPr marL="228600" lvl="1" indent="0">
              <a:buNone/>
            </a:pPr>
            <a:endParaRPr lang="en-US" dirty="0"/>
          </a:p>
        </p:txBody>
      </p:sp>
    </p:spTree>
    <p:extLst>
      <p:ext uri="{BB962C8B-B14F-4D97-AF65-F5344CB8AC3E}">
        <p14:creationId xmlns:p14="http://schemas.microsoft.com/office/powerpoint/2010/main" val="966938933"/>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LVBS</a:t>
            </a:r>
            <a:br>
              <a:rPr lang="en-US"/>
            </a:br>
            <a:r>
              <a:rPr lang="en-US"/>
              <a:t>Architecture</a:t>
            </a:r>
            <a:br>
              <a:rPr lang="en-US"/>
            </a:br>
            <a:endParaRPr lang="en-US"/>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a:ln>
            <a:noFill/>
          </a:ln>
        </p:spPr>
        <p:txBody>
          <a:bodyPr/>
          <a:lstStyle/>
          <a:p>
            <a:endParaRPr lang="en-US" dirty="0"/>
          </a:p>
          <a:p>
            <a:pPr marL="0" indent="0">
              <a:buNone/>
            </a:pPr>
            <a:r>
              <a:rPr lang="en-US" dirty="0"/>
              <a:t>Open-source </a:t>
            </a:r>
            <a:r>
              <a:rPr lang="en-US" b="1" dirty="0"/>
              <a:t>architecture</a:t>
            </a:r>
            <a:r>
              <a:rPr lang="en-US" dirty="0"/>
              <a:t> for Linux.</a:t>
            </a:r>
          </a:p>
          <a:p>
            <a:pPr marL="0" indent="0">
              <a:buNone/>
            </a:pPr>
            <a:endParaRPr lang="en-US" dirty="0"/>
          </a:p>
          <a:p>
            <a:pPr marL="0" indent="0">
              <a:buNone/>
            </a:pPr>
            <a:r>
              <a:rPr lang="en-US" dirty="0"/>
              <a:t>Independent of:</a:t>
            </a:r>
          </a:p>
          <a:p>
            <a:pPr lvl="1"/>
            <a:r>
              <a:rPr lang="en-US" sz="2400" dirty="0">
                <a:solidFill>
                  <a:schemeClr val="accent5">
                    <a:lumMod val="50000"/>
                  </a:schemeClr>
                </a:solidFill>
              </a:rPr>
              <a:t>ISA</a:t>
            </a:r>
          </a:p>
          <a:p>
            <a:pPr lvl="1"/>
            <a:r>
              <a:rPr lang="en-US" sz="2400" dirty="0">
                <a:solidFill>
                  <a:schemeClr val="accent5">
                    <a:lumMod val="50000"/>
                  </a:schemeClr>
                </a:solidFill>
              </a:rPr>
              <a:t>Hypervisor</a:t>
            </a:r>
          </a:p>
          <a:p>
            <a:pPr lvl="1"/>
            <a:r>
              <a:rPr lang="en-US" sz="2400" dirty="0">
                <a:solidFill>
                  <a:schemeClr val="accent5">
                    <a:lumMod val="50000"/>
                  </a:schemeClr>
                </a:solidFill>
              </a:rPr>
              <a:t>VMM</a:t>
            </a:r>
          </a:p>
          <a:p>
            <a:pPr lvl="1"/>
            <a:r>
              <a:rPr lang="en-US" sz="2400" dirty="0">
                <a:solidFill>
                  <a:schemeClr val="accent5">
                    <a:lumMod val="50000"/>
                  </a:schemeClr>
                </a:solidFill>
              </a:rPr>
              <a:t>Security monitor</a:t>
            </a:r>
          </a:p>
          <a:p>
            <a:pPr lvl="1"/>
            <a:r>
              <a:rPr lang="en-US" sz="2400" dirty="0">
                <a:solidFill>
                  <a:schemeClr val="accent5">
                    <a:lumMod val="50000"/>
                  </a:schemeClr>
                </a:solidFill>
              </a:rPr>
              <a:t>TEE implementation</a:t>
            </a:r>
          </a:p>
          <a:p>
            <a:pPr lvl="1"/>
            <a:endParaRPr lang="en-US" dirty="0"/>
          </a:p>
        </p:txBody>
      </p:sp>
    </p:spTree>
    <p:extLst>
      <p:ext uri="{BB962C8B-B14F-4D97-AF65-F5344CB8AC3E}">
        <p14:creationId xmlns:p14="http://schemas.microsoft.com/office/powerpoint/2010/main" val="2407879029"/>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Approach</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endParaRPr lang="en-US" dirty="0"/>
          </a:p>
          <a:p>
            <a:r>
              <a:rPr lang="en-US" dirty="0"/>
              <a:t>Mainline acceptance across ecosystem is critical to success</a:t>
            </a:r>
          </a:p>
          <a:p>
            <a:endParaRPr lang="en-US" dirty="0"/>
          </a:p>
          <a:p>
            <a:r>
              <a:rPr lang="en-US" dirty="0"/>
              <a:t>Reference implementation (HEKI): </a:t>
            </a:r>
          </a:p>
          <a:p>
            <a:pPr lvl="1"/>
            <a:r>
              <a:rPr lang="en-US" dirty="0">
                <a:solidFill>
                  <a:schemeClr val="accent5">
                    <a:lumMod val="50000"/>
                  </a:schemeClr>
                </a:solidFill>
              </a:rPr>
              <a:t>KVM</a:t>
            </a:r>
          </a:p>
          <a:p>
            <a:pPr lvl="1"/>
            <a:r>
              <a:rPr lang="en-US" dirty="0">
                <a:solidFill>
                  <a:schemeClr val="accent5">
                    <a:lumMod val="50000"/>
                  </a:schemeClr>
                </a:solidFill>
              </a:rPr>
              <a:t>Linux kernel API</a:t>
            </a:r>
          </a:p>
          <a:p>
            <a:pPr lvl="1"/>
            <a:r>
              <a:rPr lang="en-US" dirty="0">
                <a:solidFill>
                  <a:schemeClr val="accent5">
                    <a:lumMod val="50000"/>
                  </a:schemeClr>
                </a:solidFill>
              </a:rPr>
              <a:t>Flexible kernel hardening policy</a:t>
            </a:r>
          </a:p>
          <a:p>
            <a:pPr marL="0" indent="0">
              <a:buNone/>
            </a:pPr>
            <a:endParaRPr lang="en-US" dirty="0"/>
          </a:p>
          <a:p>
            <a:r>
              <a:rPr lang="en-US" dirty="0"/>
              <a:t>We are seeking feedback and collaboration.</a:t>
            </a:r>
            <a:br>
              <a:rPr lang="en-US" dirty="0"/>
            </a:br>
            <a:endParaRPr lang="en-US" dirty="0"/>
          </a:p>
          <a:p>
            <a:pPr marL="0" indent="0">
              <a:buNone/>
            </a:pPr>
            <a:endParaRPr lang="en-US" dirty="0"/>
          </a:p>
        </p:txBody>
      </p:sp>
    </p:spTree>
    <p:extLst>
      <p:ext uri="{BB962C8B-B14F-4D97-AF65-F5344CB8AC3E}">
        <p14:creationId xmlns:p14="http://schemas.microsoft.com/office/powerpoint/2010/main" val="56295312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E540-D664-2248-A353-E17150691F3D}"/>
              </a:ext>
            </a:extLst>
          </p:cNvPr>
          <p:cNvSpPr>
            <a:spLocks noGrp="1"/>
          </p:cNvSpPr>
          <p:nvPr>
            <p:ph type="title"/>
          </p:nvPr>
        </p:nvSpPr>
        <p:spPr/>
        <p:txBody>
          <a:bodyPr/>
          <a:lstStyle/>
          <a:p>
            <a:r>
              <a:rPr lang="en-US">
                <a:cs typeface="Segoe UI"/>
              </a:rPr>
              <a:t>Hyper-V Implementation</a:t>
            </a:r>
          </a:p>
        </p:txBody>
      </p:sp>
      <p:sp>
        <p:nvSpPr>
          <p:cNvPr id="4" name="Text Placeholder 3">
            <a:extLst>
              <a:ext uri="{FF2B5EF4-FFF2-40B4-BE49-F238E27FC236}">
                <a16:creationId xmlns:a16="http://schemas.microsoft.com/office/drawing/2014/main" id="{C3D9F1C3-1A6A-0043-B6F0-28422B39AD04}"/>
              </a:ext>
            </a:extLst>
          </p:cNvPr>
          <p:cNvSpPr>
            <a:spLocks noGrp="1"/>
          </p:cNvSpPr>
          <p:nvPr>
            <p:ph type="body" sz="quarter" idx="12"/>
          </p:nvPr>
        </p:nvSpPr>
        <p:spPr>
          <a:xfrm>
            <a:off x="585216" y="3977319"/>
            <a:ext cx="9144000" cy="307777"/>
          </a:xfrm>
        </p:spPr>
        <p:txBody>
          <a:bodyPr vert="horz" wrap="square" lIns="0" tIns="0" rIns="0" bIns="0" rtlCol="0" anchor="t">
            <a:spAutoFit/>
          </a:bodyPr>
          <a:lstStyle/>
          <a:p>
            <a:r>
              <a:rPr lang="en-US" sz="2000">
                <a:solidFill>
                  <a:schemeClr val="accent2">
                    <a:lumMod val="20000"/>
                    <a:lumOff val="80000"/>
                  </a:schemeClr>
                </a:solidFill>
                <a:cs typeface="Segoe UI"/>
              </a:rPr>
              <a:t>Thara Gopinath</a:t>
            </a:r>
            <a:endParaRPr lang="en-US" sz="2000">
              <a:solidFill>
                <a:schemeClr val="accent2">
                  <a:lumMod val="20000"/>
                  <a:lumOff val="80000"/>
                </a:schemeClr>
              </a:solidFill>
            </a:endParaRPr>
          </a:p>
        </p:txBody>
      </p:sp>
    </p:spTree>
    <p:extLst>
      <p:ext uri="{BB962C8B-B14F-4D97-AF65-F5344CB8AC3E}">
        <p14:creationId xmlns:p14="http://schemas.microsoft.com/office/powerpoint/2010/main" val="10235287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cs typeface="Segoe UI"/>
              </a:rPr>
              <a:t>Hyper-V based System</a:t>
            </a:r>
            <a:endParaRPr lang="en-US"/>
          </a:p>
        </p:txBody>
      </p:sp>
      <p:pic>
        <p:nvPicPr>
          <p:cNvPr id="7" name="Picture 6" descr="A screenshot of a computer&#10;&#10;Description automatically generated">
            <a:extLst>
              <a:ext uri="{FF2B5EF4-FFF2-40B4-BE49-F238E27FC236}">
                <a16:creationId xmlns:a16="http://schemas.microsoft.com/office/drawing/2014/main" id="{2088796C-EC2C-BA8D-A6A4-BB57E32B109E}"/>
              </a:ext>
            </a:extLst>
          </p:cNvPr>
          <p:cNvPicPr>
            <a:picLocks noChangeAspect="1"/>
          </p:cNvPicPr>
          <p:nvPr/>
        </p:nvPicPr>
        <p:blipFill>
          <a:blip r:embed="rId2"/>
          <a:stretch>
            <a:fillRect/>
          </a:stretch>
        </p:blipFill>
        <p:spPr>
          <a:xfrm>
            <a:off x="4632709" y="1653389"/>
            <a:ext cx="7589153" cy="4648870"/>
          </a:xfrm>
          <a:prstGeom prst="rect">
            <a:avLst/>
          </a:prstGeom>
        </p:spPr>
      </p:pic>
    </p:spTree>
    <p:extLst>
      <p:ext uri="{BB962C8B-B14F-4D97-AF65-F5344CB8AC3E}">
        <p14:creationId xmlns:p14="http://schemas.microsoft.com/office/powerpoint/2010/main" val="23978415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5BDDB2-2FF7-9FBA-0B9E-E200D6322F37}"/>
              </a:ext>
            </a:extLst>
          </p:cNvPr>
          <p:cNvSpPr>
            <a:spLocks noGrp="1"/>
          </p:cNvSpPr>
          <p:nvPr>
            <p:ph type="title"/>
          </p:nvPr>
        </p:nvSpPr>
        <p:spPr/>
        <p:txBody>
          <a:bodyPr/>
          <a:lstStyle/>
          <a:p>
            <a:r>
              <a:rPr lang="en-US">
                <a:solidFill>
                  <a:srgbClr val="30E5D0"/>
                </a:solidFill>
                <a:latin typeface="Segoe UI Semibold"/>
                <a:cs typeface="Segoe UI"/>
              </a:rPr>
              <a:t>Virtual</a:t>
            </a:r>
            <a:r>
              <a:rPr lang="en-US" sz="3600" baseline="0">
                <a:solidFill>
                  <a:srgbClr val="30E5D0"/>
                </a:solidFill>
                <a:latin typeface="Segoe UI Semibold"/>
                <a:cs typeface="Segoe UI"/>
              </a:rPr>
              <a:t> Secure Mode (VSM)</a:t>
            </a:r>
            <a:r>
              <a:rPr lang="en-US" sz="3600">
                <a:solidFill>
                  <a:srgbClr val="30E5D0"/>
                </a:solidFill>
                <a:latin typeface="Segoe UI Semibold"/>
                <a:ea typeface="Segoe UI Semibold"/>
                <a:cs typeface="Segoe UI Semibold"/>
              </a:rPr>
              <a:t>​</a:t>
            </a:r>
            <a:endParaRPr lang="en-US"/>
          </a:p>
        </p:txBody>
      </p:sp>
      <p:pic>
        <p:nvPicPr>
          <p:cNvPr id="5" name="Picture 4" descr="A screenshot of a computer&#10;&#10;Description automatically generated">
            <a:extLst>
              <a:ext uri="{FF2B5EF4-FFF2-40B4-BE49-F238E27FC236}">
                <a16:creationId xmlns:a16="http://schemas.microsoft.com/office/drawing/2014/main" id="{81BAAA12-30C0-8BDE-FFFE-09AF8C89C7D2}"/>
              </a:ext>
            </a:extLst>
          </p:cNvPr>
          <p:cNvPicPr>
            <a:picLocks noChangeAspect="1"/>
          </p:cNvPicPr>
          <p:nvPr/>
        </p:nvPicPr>
        <p:blipFill>
          <a:blip r:embed="rId2"/>
          <a:stretch>
            <a:fillRect/>
          </a:stretch>
        </p:blipFill>
        <p:spPr>
          <a:xfrm>
            <a:off x="4673938" y="1994311"/>
            <a:ext cx="6886258" cy="4574421"/>
          </a:xfrm>
          <a:prstGeom prst="rect">
            <a:avLst/>
          </a:prstGeom>
        </p:spPr>
      </p:pic>
      <p:sp>
        <p:nvSpPr>
          <p:cNvPr id="6" name="Text Placeholder 2">
            <a:extLst>
              <a:ext uri="{FF2B5EF4-FFF2-40B4-BE49-F238E27FC236}">
                <a16:creationId xmlns:a16="http://schemas.microsoft.com/office/drawing/2014/main" id="{E6CA008E-687C-828F-E012-F6B19F6CD5D2}"/>
              </a:ext>
            </a:extLst>
          </p:cNvPr>
          <p:cNvSpPr>
            <a:spLocks noGrp="1"/>
          </p:cNvSpPr>
          <p:nvPr/>
        </p:nvSpPr>
        <p:spPr>
          <a:xfrm>
            <a:off x="4623967" y="585788"/>
            <a:ext cx="6783104" cy="924534"/>
          </a:xfrm>
          <a:prstGeom prst="rect">
            <a:avLst/>
          </a:prstGeom>
        </p:spPr>
        <p:txBody>
          <a:bodyPr vert="horz" wrap="square" lIns="0" tIns="0" rIns="0" bIns="0" rtlCol="0" anchor="t">
            <a:noAutofit/>
          </a:bodyPr>
          <a:lstStyle>
            <a:lvl1pPr marL="231775" marR="0" indent="-231775" algn="l" defTabSz="932742" rtl="0" eaLnBrk="1" fontAlgn="auto" latinLnBrk="0" hangingPunct="1">
              <a:lnSpc>
                <a:spcPct val="100000"/>
              </a:lnSpc>
              <a:spcBef>
                <a:spcPct val="20000"/>
              </a:spcBef>
              <a:spcAft>
                <a:spcPts val="600"/>
              </a:spcAft>
              <a:buClrTx/>
              <a:buSzPct val="90000"/>
              <a:buFont typeface="Wingdings" panose="05000000000000000000" pitchFamily="2" charset="2"/>
              <a:buChar char=""/>
              <a:tabLst/>
              <a:defRPr sz="2800" kern="1200" spc="0" baseline="0">
                <a:solidFill>
                  <a:schemeClr val="tx1"/>
                </a:solidFill>
                <a:latin typeface="+mn-lt"/>
                <a:ea typeface="+mn-ea"/>
                <a:cs typeface="Segoe UI" panose="020B0502040204020203" pitchFamily="34" charset="0"/>
              </a:defRPr>
            </a:lvl1pPr>
            <a:lvl2pPr marL="457200" marR="0" indent="-228600"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2000" kern="1200" spc="0" baseline="0">
                <a:solidFill>
                  <a:schemeClr val="tx1"/>
                </a:solidFill>
                <a:latin typeface="+mn-lt"/>
                <a:ea typeface="+mn-ea"/>
                <a:cs typeface="+mn-cs"/>
              </a:defRPr>
            </a:lvl2pPr>
            <a:lvl3pPr marL="657225" marR="0" indent="-20002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600" kern="1200" spc="0" baseline="0">
                <a:solidFill>
                  <a:schemeClr val="tx1"/>
                </a:solidFill>
                <a:latin typeface="+mn-lt"/>
                <a:ea typeface="+mn-ea"/>
                <a:cs typeface="+mn-cs"/>
              </a:defRPr>
            </a:lvl3pPr>
            <a:lvl4pPr marL="842963" marR="0" indent="-1809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4pPr>
            <a:lvl5pPr marL="1023938" marR="0" indent="-168275" algn="l" defTabSz="932742" rtl="0" eaLnBrk="1" fontAlgn="auto" latinLnBrk="0" hangingPunct="1">
              <a:lnSpc>
                <a:spcPct val="100000"/>
              </a:lnSpc>
              <a:spcBef>
                <a:spcPct val="20000"/>
              </a:spcBef>
              <a:spcAft>
                <a:spcPts val="0"/>
              </a:spcAft>
              <a:buClrTx/>
              <a:buSzPct val="90000"/>
              <a:buFont typeface="Wingdings" panose="05000000000000000000" pitchFamily="2" charset="2"/>
              <a:buChar char=""/>
              <a:tabLst/>
              <a:defRPr sz="1400" kern="1200" spc="0" baseline="0">
                <a:solidFill>
                  <a:schemeClr val="tx1"/>
                </a:solidFill>
                <a:latin typeface="+mn-lt"/>
                <a:ea typeface="+mn-ea"/>
                <a:cs typeface="+mn-cs"/>
              </a:defRPr>
            </a:lvl5pPr>
            <a:lvl6pPr marL="2565040"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3031412"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97783"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964155" indent="-233186" algn="l" defTabSz="932742"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buNone/>
            </a:pPr>
            <a:r>
              <a:rPr lang="en-US" dirty="0">
                <a:cs typeface="Segoe UI"/>
              </a:rPr>
              <a:t>Separate privileged execution environment within a partition : Virtual Trust Level (VTL)</a:t>
            </a:r>
            <a:endParaRPr lang="en-US" dirty="0"/>
          </a:p>
          <a:p>
            <a:endParaRPr lang="en-US">
              <a:cs typeface="Segoe UI"/>
            </a:endParaRPr>
          </a:p>
        </p:txBody>
      </p:sp>
    </p:spTree>
    <p:extLst>
      <p:ext uri="{BB962C8B-B14F-4D97-AF65-F5344CB8AC3E}">
        <p14:creationId xmlns:p14="http://schemas.microsoft.com/office/powerpoint/2010/main" val="756099941"/>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020738-E6F1-66A7-3762-36A2524BEC58}"/>
              </a:ext>
            </a:extLst>
          </p:cNvPr>
          <p:cNvSpPr>
            <a:spLocks noGrp="1"/>
          </p:cNvSpPr>
          <p:nvPr>
            <p:ph type="title"/>
          </p:nvPr>
        </p:nvSpPr>
        <p:spPr/>
        <p:txBody>
          <a:bodyPr/>
          <a:lstStyle/>
          <a:p>
            <a:r>
              <a:rPr lang="en-US">
                <a:cs typeface="Segoe UI"/>
              </a:rPr>
              <a:t>VSM Features</a:t>
            </a:r>
            <a:endParaRPr lang="en-US"/>
          </a:p>
        </p:txBody>
      </p:sp>
      <p:sp>
        <p:nvSpPr>
          <p:cNvPr id="3" name="Text Placeholder 2">
            <a:extLst>
              <a:ext uri="{FF2B5EF4-FFF2-40B4-BE49-F238E27FC236}">
                <a16:creationId xmlns:a16="http://schemas.microsoft.com/office/drawing/2014/main" id="{5BE6CD51-3C72-DCE6-6251-DB2E52A0ACEE}"/>
              </a:ext>
            </a:extLst>
          </p:cNvPr>
          <p:cNvSpPr>
            <a:spLocks noGrp="1"/>
          </p:cNvSpPr>
          <p:nvPr>
            <p:ph type="body" sz="quarter" idx="11"/>
          </p:nvPr>
        </p:nvSpPr>
        <p:spPr/>
        <p:txBody>
          <a:bodyPr/>
          <a:lstStyle/>
          <a:p>
            <a:endParaRPr lang="en-US">
              <a:ea typeface="+mn-lt"/>
              <a:cs typeface="+mn-lt"/>
            </a:endParaRPr>
          </a:p>
          <a:p>
            <a:endParaRPr lang="en-US">
              <a:ea typeface="+mn-lt"/>
              <a:cs typeface="+mn-lt"/>
            </a:endParaRPr>
          </a:p>
          <a:p>
            <a:r>
              <a:rPr lang="en-US" dirty="0">
                <a:ea typeface="+mn-lt"/>
                <a:cs typeface="+mn-lt"/>
              </a:rPr>
              <a:t>Virtual Processor state isolation</a:t>
            </a:r>
          </a:p>
          <a:p>
            <a:r>
              <a:rPr lang="en-US" dirty="0">
                <a:ea typeface="+mn-lt"/>
                <a:cs typeface="+mn-lt"/>
              </a:rPr>
              <a:t>Memory access hierarchy and protection</a:t>
            </a:r>
          </a:p>
          <a:p>
            <a:r>
              <a:rPr lang="en-US" dirty="0">
                <a:ea typeface="+mn-lt"/>
                <a:cs typeface="+mn-lt"/>
              </a:rPr>
              <a:t>Virtual Interrupt and Intercept handling</a:t>
            </a:r>
          </a:p>
          <a:p>
            <a:endParaRPr lang="en-US">
              <a:ea typeface="+mn-lt"/>
              <a:cs typeface="+mn-lt"/>
            </a:endParaRPr>
          </a:p>
          <a:p>
            <a:endParaRPr lang="en-US">
              <a:ea typeface="+mn-lt"/>
              <a:cs typeface="+mn-lt"/>
            </a:endParaRPr>
          </a:p>
          <a:p>
            <a:r>
              <a:rPr lang="en-US" dirty="0">
                <a:ea typeface="+mn-lt"/>
                <a:cs typeface="+mn-lt"/>
                <a:hlinkClick r:id="rId2"/>
              </a:rPr>
              <a:t>https://learn.microsoft.com/en-us/virtualization/hyper-v-on-windows/tlfs/vsm</a:t>
            </a:r>
          </a:p>
          <a:p>
            <a:endParaRPr lang="en-US" dirty="0">
              <a:ea typeface="+mn-lt"/>
              <a:cs typeface="+mn-lt"/>
            </a:endParaRPr>
          </a:p>
        </p:txBody>
      </p:sp>
    </p:spTree>
    <p:extLst>
      <p:ext uri="{BB962C8B-B14F-4D97-AF65-F5344CB8AC3E}">
        <p14:creationId xmlns:p14="http://schemas.microsoft.com/office/powerpoint/2010/main" val="373814164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97B98E-1F5E-B127-E3E8-FBD2871DF392}"/>
              </a:ext>
            </a:extLst>
          </p:cNvPr>
          <p:cNvSpPr>
            <a:spLocks noGrp="1"/>
          </p:cNvSpPr>
          <p:nvPr>
            <p:ph type="title"/>
          </p:nvPr>
        </p:nvSpPr>
        <p:spPr/>
        <p:txBody>
          <a:bodyPr/>
          <a:lstStyle/>
          <a:p>
            <a:r>
              <a:rPr lang="en-US">
                <a:cs typeface="Segoe UI"/>
              </a:rPr>
              <a:t>LVBS and VSM</a:t>
            </a:r>
            <a:endParaRPr lang="en-US"/>
          </a:p>
        </p:txBody>
      </p:sp>
      <p:sp>
        <p:nvSpPr>
          <p:cNvPr id="3" name="Text Placeholder 2">
            <a:extLst>
              <a:ext uri="{FF2B5EF4-FFF2-40B4-BE49-F238E27FC236}">
                <a16:creationId xmlns:a16="http://schemas.microsoft.com/office/drawing/2014/main" id="{8AACC34D-A515-5D95-42A0-37864FD2636E}"/>
              </a:ext>
            </a:extLst>
          </p:cNvPr>
          <p:cNvSpPr>
            <a:spLocks noGrp="1"/>
          </p:cNvSpPr>
          <p:nvPr>
            <p:ph type="body" sz="quarter" idx="11"/>
          </p:nvPr>
        </p:nvSpPr>
        <p:spPr/>
        <p:txBody>
          <a:bodyPr/>
          <a:lstStyle/>
          <a:p>
            <a:endParaRPr lang="en-US">
              <a:cs typeface="Segoe UI"/>
            </a:endParaRPr>
          </a:p>
          <a:p>
            <a:r>
              <a:rPr lang="en-US">
                <a:cs typeface="Segoe UI"/>
              </a:rPr>
              <a:t>Kernel Hardening</a:t>
            </a:r>
          </a:p>
          <a:p>
            <a:pPr lvl="1">
              <a:buFont typeface="Courier New" panose="05000000000000000000" pitchFamily="2" charset="2"/>
              <a:buChar char="o"/>
            </a:pPr>
            <a:r>
              <a:rPr lang="en-US">
                <a:cs typeface="Segoe UI"/>
              </a:rPr>
              <a:t>Hardening memory permissions (HVCI)</a:t>
            </a:r>
            <a:endParaRPr lang="en-US"/>
          </a:p>
          <a:p>
            <a:pPr lvl="1">
              <a:buFont typeface="Courier New" panose="05000000000000000000" pitchFamily="2" charset="2"/>
              <a:buChar char="o"/>
            </a:pPr>
            <a:r>
              <a:rPr lang="en-US">
                <a:cs typeface="Segoe UI"/>
              </a:rPr>
              <a:t>Monitoring critical system registers and MSRs</a:t>
            </a:r>
            <a:endParaRPr lang="en-US"/>
          </a:p>
          <a:p>
            <a:pPr lvl="1">
              <a:buFont typeface="Courier New" panose="05000000000000000000" pitchFamily="2" charset="2"/>
              <a:buChar char="o"/>
            </a:pPr>
            <a:r>
              <a:rPr lang="en-US">
                <a:cs typeface="Segoe UI"/>
              </a:rPr>
              <a:t>Monitoring critical kernel data structures</a:t>
            </a:r>
          </a:p>
          <a:p>
            <a:pPr lvl="1">
              <a:buFont typeface="Courier New" panose="05000000000000000000" pitchFamily="2" charset="2"/>
              <a:buChar char="o"/>
            </a:pPr>
            <a:endParaRPr lang="en-US">
              <a:cs typeface="Segoe UI"/>
            </a:endParaRPr>
          </a:p>
          <a:p>
            <a:pPr>
              <a:buFont typeface="Wingdings"/>
            </a:pPr>
            <a:r>
              <a:rPr lang="en-US">
                <a:cs typeface="Segoe UI"/>
              </a:rPr>
              <a:t>Offloading policies (control flow integrity, authentication) </a:t>
            </a:r>
          </a:p>
          <a:p>
            <a:pPr>
              <a:buFont typeface="Wingdings"/>
            </a:pPr>
            <a:r>
              <a:rPr lang="en-US">
                <a:cs typeface="Segoe UI"/>
              </a:rPr>
              <a:t>Offloading secure services (trustlets)</a:t>
            </a:r>
          </a:p>
          <a:p>
            <a:endParaRPr lang="en-US"/>
          </a:p>
          <a:p>
            <a:r>
              <a:rPr lang="en-US"/>
              <a:t>Initial Target : Basic Kernel Hardening.</a:t>
            </a:r>
          </a:p>
          <a:p>
            <a:endParaRPr lang="en-US"/>
          </a:p>
          <a:p>
            <a:endParaRPr lang="en-US"/>
          </a:p>
          <a:p>
            <a:endParaRPr lang="en-US"/>
          </a:p>
          <a:p>
            <a:endParaRPr lang="en-US"/>
          </a:p>
          <a:p>
            <a:endParaRPr lang="en-US"/>
          </a:p>
          <a:p>
            <a:endParaRPr lang="en-US"/>
          </a:p>
          <a:p>
            <a:pPr marL="0" indent="0">
              <a:buNone/>
            </a:pPr>
            <a:endParaRPr lang="en-US"/>
          </a:p>
        </p:txBody>
      </p:sp>
    </p:spTree>
    <p:extLst>
      <p:ext uri="{BB962C8B-B14F-4D97-AF65-F5344CB8AC3E}">
        <p14:creationId xmlns:p14="http://schemas.microsoft.com/office/powerpoint/2010/main" val="4018438183"/>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6BBA00-CCE9-5D29-0F38-2FAF46626738}"/>
              </a:ext>
            </a:extLst>
          </p:cNvPr>
          <p:cNvSpPr>
            <a:spLocks noGrp="1"/>
          </p:cNvSpPr>
          <p:nvPr>
            <p:ph type="title"/>
          </p:nvPr>
        </p:nvSpPr>
        <p:spPr>
          <a:xfrm>
            <a:off x="135048" y="585789"/>
            <a:ext cx="4012564" cy="3128716"/>
          </a:xfrm>
        </p:spPr>
        <p:txBody>
          <a:bodyPr/>
          <a:lstStyle/>
          <a:p>
            <a:br>
              <a:rPr lang="en-US">
                <a:cs typeface="Segoe UI"/>
              </a:rPr>
            </a:br>
            <a:r>
              <a:rPr lang="en-US">
                <a:cs typeface="Segoe UI"/>
              </a:rPr>
              <a:t>   Threat Model:</a:t>
            </a:r>
            <a:br>
              <a:rPr lang="en-US">
                <a:cs typeface="Segoe UI"/>
              </a:rPr>
            </a:br>
            <a:br>
              <a:rPr lang="en-US">
                <a:cs typeface="Segoe UI"/>
              </a:rPr>
            </a:br>
            <a:r>
              <a:rPr lang="en-US">
                <a:cs typeface="Segoe UI"/>
              </a:rPr>
              <a:t>  Kernel Hardening</a:t>
            </a:r>
            <a:br>
              <a:rPr lang="en-US"/>
            </a:br>
            <a:br>
              <a:rPr lang="en-US"/>
            </a:br>
            <a:endParaRPr lang="en-US"/>
          </a:p>
        </p:txBody>
      </p:sp>
      <p:sp>
        <p:nvSpPr>
          <p:cNvPr id="3" name="Text Placeholder 2">
            <a:extLst>
              <a:ext uri="{FF2B5EF4-FFF2-40B4-BE49-F238E27FC236}">
                <a16:creationId xmlns:a16="http://schemas.microsoft.com/office/drawing/2014/main" id="{9E851A0C-474F-35BC-B1E4-A00FBA42CE89}"/>
              </a:ext>
            </a:extLst>
          </p:cNvPr>
          <p:cNvSpPr>
            <a:spLocks noGrp="1"/>
          </p:cNvSpPr>
          <p:nvPr>
            <p:ph type="body" sz="quarter" idx="11"/>
          </p:nvPr>
        </p:nvSpPr>
        <p:spPr>
          <a:xfrm>
            <a:off x="4941888" y="585788"/>
            <a:ext cx="6836833" cy="5932268"/>
          </a:xfrm>
        </p:spPr>
        <p:txBody>
          <a:bodyPr/>
          <a:lstStyle/>
          <a:p>
            <a:endParaRPr lang="en-US" sz="2400">
              <a:solidFill>
                <a:srgbClr val="444444"/>
              </a:solidFill>
              <a:cs typeface="Calibri"/>
            </a:endParaRPr>
          </a:p>
          <a:p>
            <a:pPr>
              <a:buFont typeface="Wingdings"/>
              <a:buChar char=""/>
            </a:pPr>
            <a:r>
              <a:rPr lang="en-US" sz="2400">
                <a:solidFill>
                  <a:srgbClr val="444444"/>
                </a:solidFill>
                <a:latin typeface="Segoe UI"/>
                <a:cs typeface="Calibri"/>
              </a:rPr>
              <a:t>Protect kernel from a user space attacker exploiting a kernel vulnerability</a:t>
            </a:r>
            <a:endParaRPr lang="en-US">
              <a:solidFill>
                <a:srgbClr val="000000"/>
              </a:solidFill>
              <a:latin typeface="Segoe UI"/>
              <a:cs typeface="Segoe UI"/>
            </a:endParaRPr>
          </a:p>
          <a:p>
            <a:pPr lvl="1">
              <a:spcBef>
                <a:spcPts val="0"/>
              </a:spcBef>
              <a:buFont typeface="Wingdings"/>
              <a:buChar char=""/>
            </a:pPr>
            <a:endParaRPr lang="en-US" sz="2400">
              <a:solidFill>
                <a:srgbClr val="444444"/>
              </a:solidFill>
              <a:latin typeface="Segoe UI"/>
              <a:cs typeface="Calibri"/>
            </a:endParaRPr>
          </a:p>
          <a:p>
            <a:pPr lvl="1">
              <a:spcBef>
                <a:spcPts val="0"/>
              </a:spcBef>
              <a:buFont typeface="Wingdings"/>
              <a:buChar char=""/>
            </a:pPr>
            <a:r>
              <a:rPr lang="en-US" sz="2400">
                <a:solidFill>
                  <a:srgbClr val="444444"/>
                </a:solidFill>
                <a:latin typeface="Segoe UI"/>
                <a:cs typeface="Calibri"/>
              </a:rPr>
              <a:t>Assume that the attacker has arbitrary read write access to guest kernel thanks to exploited vulnerability by malicious</a:t>
            </a:r>
          </a:p>
          <a:p>
            <a:pPr lvl="2">
              <a:spcBef>
                <a:spcPts val="0"/>
              </a:spcBef>
              <a:buFont typeface="Wingdings"/>
              <a:buChar char=""/>
            </a:pPr>
            <a:r>
              <a:rPr lang="en-US" sz="2000">
                <a:solidFill>
                  <a:srgbClr val="444444"/>
                </a:solidFill>
                <a:latin typeface="Segoe UI"/>
                <a:cs typeface="Calibri"/>
              </a:rPr>
              <a:t>User space process </a:t>
            </a:r>
          </a:p>
          <a:p>
            <a:pPr lvl="2">
              <a:spcBef>
                <a:spcPts val="0"/>
              </a:spcBef>
              <a:buFont typeface="Wingdings"/>
              <a:buChar char=""/>
            </a:pPr>
            <a:r>
              <a:rPr lang="en-US" sz="2000">
                <a:solidFill>
                  <a:srgbClr val="444444"/>
                </a:solidFill>
                <a:latin typeface="Segoe UI"/>
                <a:cs typeface="Calibri"/>
              </a:rPr>
              <a:t>Network Packet</a:t>
            </a:r>
          </a:p>
          <a:p>
            <a:pPr lvl="2">
              <a:spcBef>
                <a:spcPts val="0"/>
              </a:spcBef>
              <a:buFont typeface="Wingdings"/>
              <a:buChar char=""/>
            </a:pPr>
            <a:r>
              <a:rPr lang="en-US" sz="2000">
                <a:solidFill>
                  <a:srgbClr val="444444"/>
                </a:solidFill>
                <a:latin typeface="Segoe UI"/>
                <a:cs typeface="Calibri"/>
              </a:rPr>
              <a:t>Block Device</a:t>
            </a:r>
          </a:p>
          <a:p>
            <a:pPr marL="457200" lvl="1">
              <a:spcBef>
                <a:spcPts val="0"/>
              </a:spcBef>
            </a:pPr>
            <a:endParaRPr lang="en-US" sz="2400">
              <a:solidFill>
                <a:srgbClr val="444444"/>
              </a:solidFill>
              <a:latin typeface="Segoe UI"/>
              <a:cs typeface="Calibri"/>
            </a:endParaRPr>
          </a:p>
          <a:p>
            <a:pPr lvl="1">
              <a:spcBef>
                <a:spcPts val="0"/>
              </a:spcBef>
              <a:buFont typeface="Wingdings"/>
              <a:buChar char=""/>
            </a:pPr>
            <a:r>
              <a:rPr lang="en-US" sz="2400">
                <a:solidFill>
                  <a:srgbClr val="444444"/>
                </a:solidFill>
                <a:latin typeface="Segoe UI"/>
                <a:cs typeface="Calibri"/>
              </a:rPr>
              <a:t>Secure Boot is trusted. </a:t>
            </a:r>
          </a:p>
          <a:p>
            <a:pPr lvl="1">
              <a:spcBef>
                <a:spcPts val="0"/>
              </a:spcBef>
              <a:buFont typeface="Wingdings"/>
              <a:buChar char=""/>
            </a:pPr>
            <a:endParaRPr lang="en-US" sz="2400">
              <a:solidFill>
                <a:srgbClr val="444444"/>
              </a:solidFill>
              <a:latin typeface="Segoe UI"/>
              <a:cs typeface="Calibri"/>
            </a:endParaRPr>
          </a:p>
          <a:p>
            <a:pPr lvl="1">
              <a:spcBef>
                <a:spcPts val="0"/>
              </a:spcBef>
              <a:buFont typeface="Wingdings"/>
              <a:buChar char=""/>
            </a:pPr>
            <a:r>
              <a:rPr lang="en-US" sz="2400" err="1">
                <a:solidFill>
                  <a:srgbClr val="444444"/>
                </a:solidFill>
                <a:latin typeface="Segoe UI"/>
                <a:cs typeface="Calibri"/>
              </a:rPr>
              <a:t>Defence</a:t>
            </a:r>
            <a:r>
              <a:rPr lang="en-US" sz="2400">
                <a:solidFill>
                  <a:srgbClr val="444444"/>
                </a:solidFill>
                <a:latin typeface="Segoe UI"/>
                <a:cs typeface="Calibri"/>
              </a:rPr>
              <a:t> in Depth ; but no extra features!!! </a:t>
            </a:r>
          </a:p>
          <a:p>
            <a:pPr>
              <a:buFont typeface="Wingdings"/>
              <a:buChar char=""/>
            </a:pPr>
            <a:endParaRPr lang="en-US"/>
          </a:p>
        </p:txBody>
      </p:sp>
    </p:spTree>
    <p:extLst>
      <p:ext uri="{BB962C8B-B14F-4D97-AF65-F5344CB8AC3E}">
        <p14:creationId xmlns:p14="http://schemas.microsoft.com/office/powerpoint/2010/main" val="2332367842"/>
      </p:ext>
    </p:extLst>
  </p:cSld>
  <p:clrMapOvr>
    <a:masterClrMapping/>
  </p:clrMapOvr>
  <p:transition>
    <p:fade/>
  </p:transition>
  <p:extLst>
    <p:ext uri="{6950BFC3-D8DA-4A85-94F7-54DA5524770B}">
      <p188:commentRel xmlns:p188="http://schemas.microsoft.com/office/powerpoint/2018/8/main" r:id="rId2"/>
    </p:ext>
  </p:extLs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DF9C-4990-AEF5-5D49-3F0782CB897B}"/>
              </a:ext>
            </a:extLst>
          </p:cNvPr>
          <p:cNvSpPr>
            <a:spLocks noGrp="1"/>
          </p:cNvSpPr>
          <p:nvPr>
            <p:ph type="title"/>
          </p:nvPr>
        </p:nvSpPr>
        <p:spPr/>
        <p:txBody>
          <a:bodyPr/>
          <a:lstStyle/>
          <a:p>
            <a:r>
              <a:rPr lang="en-US"/>
              <a:t> H/W Requirements:</a:t>
            </a:r>
          </a:p>
        </p:txBody>
      </p:sp>
      <p:sp>
        <p:nvSpPr>
          <p:cNvPr id="3" name="Text Placeholder 2">
            <a:extLst>
              <a:ext uri="{FF2B5EF4-FFF2-40B4-BE49-F238E27FC236}">
                <a16:creationId xmlns:a16="http://schemas.microsoft.com/office/drawing/2014/main" id="{AAFAE335-60C3-E616-B852-69C523A9CB98}"/>
              </a:ext>
            </a:extLst>
          </p:cNvPr>
          <p:cNvSpPr>
            <a:spLocks noGrp="1"/>
          </p:cNvSpPr>
          <p:nvPr>
            <p:ph type="body" sz="quarter" idx="11"/>
          </p:nvPr>
        </p:nvSpPr>
        <p:spPr/>
        <p:txBody>
          <a:bodyPr/>
          <a:lstStyle/>
          <a:p>
            <a:endParaRPr lang="en-US"/>
          </a:p>
          <a:p>
            <a:endParaRPr lang="en-US" sz="2400">
              <a:cs typeface="Segoe UI"/>
            </a:endParaRPr>
          </a:p>
          <a:p>
            <a:r>
              <a:rPr lang="en-US" sz="2400">
                <a:cs typeface="Segoe UI"/>
              </a:rPr>
              <a:t>Second Level Address Translation (SLAT, Two-Dimensional Paging, AMD's RVI/NPT) </a:t>
            </a:r>
            <a:endParaRPr lang="en-US"/>
          </a:p>
          <a:p>
            <a:pPr lvl="1">
              <a:buFont typeface="Courier New" panose="05000000000000000000" pitchFamily="2" charset="2"/>
              <a:buChar char="o"/>
            </a:pPr>
            <a:r>
              <a:rPr lang="en-US" sz="1600">
                <a:cs typeface="Segoe UI"/>
              </a:rPr>
              <a:t>Enable to manage VM memory and add a secondary complementary layer of permissions only controlled by the hypervisor)</a:t>
            </a:r>
          </a:p>
          <a:p>
            <a:endParaRPr lang="en-US" sz="2400">
              <a:cs typeface="Segoe UI"/>
            </a:endParaRPr>
          </a:p>
          <a:p>
            <a:r>
              <a:rPr lang="en-US" sz="2400">
                <a:cs typeface="Segoe UI"/>
              </a:rPr>
              <a:t> CPU features that allow to differentiate between kernel space and user space memory (MBEC)</a:t>
            </a:r>
            <a:endParaRPr lang="en-US" sz="2400"/>
          </a:p>
        </p:txBody>
      </p:sp>
    </p:spTree>
    <p:extLst>
      <p:ext uri="{BB962C8B-B14F-4D97-AF65-F5344CB8AC3E}">
        <p14:creationId xmlns:p14="http://schemas.microsoft.com/office/powerpoint/2010/main" val="1238371368"/>
      </p:ext>
    </p:extLst>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3281F5-7E5D-CD47-A1DB-CD9846E2B084}"/>
              </a:ext>
            </a:extLst>
          </p:cNvPr>
          <p:cNvSpPr>
            <a:spLocks noGrp="1"/>
          </p:cNvSpPr>
          <p:nvPr>
            <p:ph type="title"/>
          </p:nvPr>
        </p:nvSpPr>
        <p:spPr>
          <a:xfrm>
            <a:off x="98767" y="585788"/>
            <a:ext cx="4362873" cy="3118624"/>
          </a:xfrm>
        </p:spPr>
        <p:txBody>
          <a:bodyPr/>
          <a:lstStyle/>
          <a:p>
            <a:br>
              <a:rPr lang="en-US">
                <a:cs typeface="Segoe UI"/>
              </a:rPr>
            </a:br>
            <a:r>
              <a:rPr lang="en-US">
                <a:cs typeface="Segoe UI"/>
              </a:rPr>
              <a:t>    Architecture:</a:t>
            </a:r>
            <a:br>
              <a:rPr lang="en-US"/>
            </a:br>
            <a:br>
              <a:rPr lang="en-US">
                <a:cs typeface="Segoe UI"/>
              </a:rPr>
            </a:br>
            <a:r>
              <a:rPr lang="en-US">
                <a:cs typeface="Segoe UI"/>
              </a:rPr>
              <a:t>  ( Common Layer )</a:t>
            </a:r>
            <a:br>
              <a:rPr lang="en-US"/>
            </a:br>
            <a:br>
              <a:rPr lang="en-US"/>
            </a:br>
            <a:br>
              <a:rPr lang="en-US"/>
            </a:br>
            <a:endParaRPr lang="en-US"/>
          </a:p>
        </p:txBody>
      </p:sp>
      <p:sp>
        <p:nvSpPr>
          <p:cNvPr id="3" name="Text Placeholder 2">
            <a:extLst>
              <a:ext uri="{FF2B5EF4-FFF2-40B4-BE49-F238E27FC236}">
                <a16:creationId xmlns:a16="http://schemas.microsoft.com/office/drawing/2014/main" id="{4AF5088A-AB2D-6DD3-BF65-A24A9CF772AC}"/>
              </a:ext>
            </a:extLst>
          </p:cNvPr>
          <p:cNvSpPr>
            <a:spLocks noGrp="1"/>
          </p:cNvSpPr>
          <p:nvPr>
            <p:ph type="body" sz="quarter" idx="11"/>
          </p:nvPr>
        </p:nvSpPr>
        <p:spPr>
          <a:xfrm>
            <a:off x="4669385" y="4592596"/>
            <a:ext cx="6667500" cy="1513149"/>
          </a:xfrm>
        </p:spPr>
        <p:txBody>
          <a:bodyPr/>
          <a:lstStyle/>
          <a:p>
            <a:pPr marL="0" indent="0">
              <a:buNone/>
            </a:pPr>
            <a:r>
              <a:rPr lang="en-US">
                <a:cs typeface="Segoe UI"/>
              </a:rPr>
              <a:t>e.g. Hypervisor Enforced Kernel Integrity (Heki)</a:t>
            </a:r>
            <a:endParaRPr lang="en-US"/>
          </a:p>
        </p:txBody>
      </p:sp>
      <p:pic>
        <p:nvPicPr>
          <p:cNvPr id="7" name="Picture 6" descr="A diagram of a system&#10;&#10;Description automatically generated">
            <a:extLst>
              <a:ext uri="{FF2B5EF4-FFF2-40B4-BE49-F238E27FC236}">
                <a16:creationId xmlns:a16="http://schemas.microsoft.com/office/drawing/2014/main" id="{B00A02A4-5C75-A755-5816-BC9BE0426393}"/>
              </a:ext>
            </a:extLst>
          </p:cNvPr>
          <p:cNvPicPr>
            <a:picLocks noChangeAspect="1"/>
          </p:cNvPicPr>
          <p:nvPr/>
        </p:nvPicPr>
        <p:blipFill>
          <a:blip r:embed="rId2"/>
          <a:stretch>
            <a:fillRect/>
          </a:stretch>
        </p:blipFill>
        <p:spPr>
          <a:xfrm>
            <a:off x="4659491" y="1015223"/>
            <a:ext cx="7354579" cy="3496483"/>
          </a:xfrm>
          <a:prstGeom prst="rect">
            <a:avLst/>
          </a:prstGeom>
        </p:spPr>
      </p:pic>
    </p:spTree>
    <p:extLst>
      <p:ext uri="{BB962C8B-B14F-4D97-AF65-F5344CB8AC3E}">
        <p14:creationId xmlns:p14="http://schemas.microsoft.com/office/powerpoint/2010/main" val="3545643636"/>
      </p:ext>
    </p:extLst>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29D5DE-2C0C-4A95-9A99-7299D356BAFA}"/>
              </a:ext>
            </a:extLst>
          </p:cNvPr>
          <p:cNvSpPr>
            <a:spLocks noGrp="1"/>
          </p:cNvSpPr>
          <p:nvPr>
            <p:ph type="title"/>
          </p:nvPr>
        </p:nvSpPr>
        <p:spPr/>
        <p:txBody>
          <a:bodyPr/>
          <a:lstStyle/>
          <a:p>
            <a:r>
              <a:rPr lang="en-US" sz="3600" baseline="0">
                <a:solidFill>
                  <a:srgbClr val="30E5D0"/>
                </a:solidFill>
                <a:latin typeface="Segoe UI Semibold"/>
              </a:rPr>
              <a:t>Architecture:</a:t>
            </a:r>
            <a:r>
              <a:rPr lang="en-US" sz="3600">
                <a:solidFill>
                  <a:srgbClr val="30E5D0"/>
                </a:solidFill>
                <a:latin typeface="Segoe UI Semibold"/>
                <a:ea typeface="Segoe UI Semibold"/>
                <a:cs typeface="Segoe UI Semibold"/>
              </a:rPr>
              <a:t>​</a:t>
            </a:r>
            <a:br>
              <a:rPr lang="en-US" sz="3600">
                <a:solidFill>
                  <a:srgbClr val="30E5D0"/>
                </a:solidFill>
                <a:latin typeface="Segoe UI Semibold"/>
                <a:ea typeface="Segoe UI Semibold"/>
                <a:cs typeface="Segoe UI Semibold"/>
              </a:rPr>
            </a:br>
            <a:r>
              <a:rPr lang="en-US" sz="3600">
                <a:latin typeface="Segoe UI Semibold"/>
                <a:ea typeface="Segoe UI Semibold"/>
                <a:cs typeface="Segoe UI Semibold"/>
              </a:rPr>
              <a:t>​</a:t>
            </a:r>
            <a:br>
              <a:rPr lang="en-US" sz="3600">
                <a:latin typeface="Segoe UI Semibold"/>
                <a:ea typeface="Segoe UI Semibold"/>
                <a:cs typeface="Segoe UI Semibold"/>
              </a:rPr>
            </a:br>
            <a:r>
              <a:rPr lang="en-US" sz="3600" baseline="0">
                <a:solidFill>
                  <a:srgbClr val="30E5D0"/>
                </a:solidFill>
                <a:latin typeface="Segoe UI Semibold"/>
              </a:rPr>
              <a:t>Secure Kernel</a:t>
            </a:r>
            <a:endParaRPr lang="en-US"/>
          </a:p>
        </p:txBody>
      </p:sp>
      <p:sp>
        <p:nvSpPr>
          <p:cNvPr id="3" name="Text Placeholder 2">
            <a:extLst>
              <a:ext uri="{FF2B5EF4-FFF2-40B4-BE49-F238E27FC236}">
                <a16:creationId xmlns:a16="http://schemas.microsoft.com/office/drawing/2014/main" id="{15C52762-4149-96AD-CF46-DB5115C10A3A}"/>
              </a:ext>
            </a:extLst>
          </p:cNvPr>
          <p:cNvSpPr>
            <a:spLocks noGrp="1"/>
          </p:cNvSpPr>
          <p:nvPr>
            <p:ph type="body" sz="quarter" idx="11"/>
          </p:nvPr>
        </p:nvSpPr>
        <p:spPr/>
        <p:txBody>
          <a:bodyPr/>
          <a:lstStyle/>
          <a:p>
            <a:endParaRPr lang="en-US"/>
          </a:p>
          <a:p>
            <a:endParaRPr lang="en-US"/>
          </a:p>
          <a:p>
            <a:r>
              <a:rPr lang="en-US">
                <a:cs typeface="Segoe UI"/>
              </a:rPr>
              <a:t>Small TCB</a:t>
            </a:r>
            <a:endParaRPr lang="en-US"/>
          </a:p>
          <a:p>
            <a:r>
              <a:rPr lang="en-US">
                <a:cs typeface="Segoe UI"/>
              </a:rPr>
              <a:t>Maintainability</a:t>
            </a:r>
          </a:p>
          <a:p>
            <a:r>
              <a:rPr lang="en-US">
                <a:cs typeface="Segoe UI"/>
              </a:rPr>
              <a:t>Ability to support secure interfaces</a:t>
            </a:r>
          </a:p>
          <a:p>
            <a:endParaRPr lang="en-US"/>
          </a:p>
          <a:p>
            <a:r>
              <a:rPr lang="en-US">
                <a:cs typeface="Segoe UI"/>
              </a:rPr>
              <a:t>Initial choice for secure kernel : Minimal Linux Kernel </a:t>
            </a:r>
            <a:endParaRPr lang="en-US"/>
          </a:p>
        </p:txBody>
      </p:sp>
    </p:spTree>
    <p:extLst>
      <p:ext uri="{BB962C8B-B14F-4D97-AF65-F5344CB8AC3E}">
        <p14:creationId xmlns:p14="http://schemas.microsoft.com/office/powerpoint/2010/main" val="2473738935"/>
      </p:ext>
    </p:extLst>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0902483-4919-76DB-3B88-084A4567B835}"/>
              </a:ext>
            </a:extLst>
          </p:cNvPr>
          <p:cNvSpPr>
            <a:spLocks noGrp="1"/>
          </p:cNvSpPr>
          <p:nvPr>
            <p:ph type="title"/>
          </p:nvPr>
        </p:nvSpPr>
        <p:spPr/>
        <p:txBody>
          <a:bodyPr/>
          <a:lstStyle/>
          <a:p>
            <a:r>
              <a:rPr lang="en-US">
                <a:cs typeface="Segoe UI"/>
              </a:rPr>
              <a:t>Architecture: </a:t>
            </a:r>
            <a:br>
              <a:rPr lang="en-US">
                <a:cs typeface="Segoe UI"/>
              </a:rPr>
            </a:br>
            <a:br>
              <a:rPr lang="en-US">
                <a:cs typeface="Segoe UI"/>
              </a:rPr>
            </a:br>
            <a:r>
              <a:rPr lang="en-US">
                <a:cs typeface="Segoe UI"/>
              </a:rPr>
              <a:t>Control Interfaces</a:t>
            </a:r>
            <a:endParaRPr lang="en-US"/>
          </a:p>
        </p:txBody>
      </p:sp>
      <p:sp>
        <p:nvSpPr>
          <p:cNvPr id="3" name="Text Placeholder 2">
            <a:extLst>
              <a:ext uri="{FF2B5EF4-FFF2-40B4-BE49-F238E27FC236}">
                <a16:creationId xmlns:a16="http://schemas.microsoft.com/office/drawing/2014/main" id="{BF5F4AD1-55FE-2647-54BB-FE1AAE8206EA}"/>
              </a:ext>
            </a:extLst>
          </p:cNvPr>
          <p:cNvSpPr>
            <a:spLocks noGrp="1"/>
          </p:cNvSpPr>
          <p:nvPr>
            <p:ph type="body" sz="quarter" idx="11"/>
          </p:nvPr>
        </p:nvSpPr>
        <p:spPr>
          <a:xfrm>
            <a:off x="4477624" y="277961"/>
            <a:ext cx="7550611" cy="5991076"/>
          </a:xfrm>
        </p:spPr>
        <p:txBody>
          <a:bodyPr/>
          <a:lstStyle/>
          <a:p>
            <a:pPr marL="0" indent="0">
              <a:buNone/>
            </a:pPr>
            <a:r>
              <a:rPr lang="en-US" dirty="0">
                <a:cs typeface="Segoe UI"/>
              </a:rPr>
              <a:t>Synchronous : Explicit VTL Call and Return</a:t>
            </a:r>
            <a:endParaRPr lang="en-US" dirty="0"/>
          </a:p>
          <a:p>
            <a:pPr marL="0" indent="0">
              <a:buNone/>
            </a:pPr>
            <a:endParaRPr lang="en-US" dirty="0"/>
          </a:p>
          <a:p>
            <a:endParaRPr lang="en-US"/>
          </a:p>
          <a:p>
            <a:endParaRPr lang="en-US">
              <a:cs typeface="Segoe UI"/>
            </a:endParaRPr>
          </a:p>
          <a:p>
            <a:endParaRPr lang="en-US" dirty="0">
              <a:cs typeface="Segoe UI"/>
            </a:endParaRPr>
          </a:p>
          <a:p>
            <a:endParaRPr lang="en-US" dirty="0">
              <a:cs typeface="Segoe UI"/>
            </a:endParaRPr>
          </a:p>
          <a:p>
            <a:endParaRPr lang="en-US" dirty="0">
              <a:cs typeface="Segoe UI"/>
            </a:endParaRPr>
          </a:p>
          <a:p>
            <a:pPr marL="0" indent="0">
              <a:buNone/>
            </a:pPr>
            <a:r>
              <a:rPr lang="en-US" dirty="0">
                <a:cs typeface="Segoe UI"/>
              </a:rPr>
              <a:t>Asynchronous : Interrupt based entry and exit </a:t>
            </a:r>
          </a:p>
          <a:p>
            <a:pPr marL="0" indent="0">
              <a:buNone/>
            </a:pPr>
            <a:r>
              <a:rPr lang="en-US" dirty="0">
                <a:cs typeface="Segoe UI"/>
              </a:rPr>
              <a:t>        </a:t>
            </a:r>
            <a:r>
              <a:rPr lang="en-US" sz="2400" dirty="0">
                <a:cs typeface="Segoe UI"/>
              </a:rPr>
              <a:t>Higher VTL gets precedence over lower VTL</a:t>
            </a:r>
            <a:endParaRPr lang="en-US" sz="2400" dirty="0"/>
          </a:p>
          <a:p>
            <a:pPr marL="0" indent="0">
              <a:buNone/>
            </a:pPr>
            <a:endParaRPr lang="en-US" dirty="0"/>
          </a:p>
        </p:txBody>
      </p:sp>
      <p:pic>
        <p:nvPicPr>
          <p:cNvPr id="4" name="Picture 3" descr="A screenshot of a computer&#10;&#10;Description automatically generated">
            <a:extLst>
              <a:ext uri="{FF2B5EF4-FFF2-40B4-BE49-F238E27FC236}">
                <a16:creationId xmlns:a16="http://schemas.microsoft.com/office/drawing/2014/main" id="{C75229E5-A385-DB47-CBB9-DB7334978DC7}"/>
              </a:ext>
            </a:extLst>
          </p:cNvPr>
          <p:cNvPicPr>
            <a:picLocks noChangeAspect="1"/>
          </p:cNvPicPr>
          <p:nvPr/>
        </p:nvPicPr>
        <p:blipFill>
          <a:blip r:embed="rId2"/>
          <a:stretch>
            <a:fillRect/>
          </a:stretch>
        </p:blipFill>
        <p:spPr>
          <a:xfrm>
            <a:off x="4726149" y="836245"/>
            <a:ext cx="6896352" cy="2867945"/>
          </a:xfrm>
          <a:prstGeom prst="rect">
            <a:avLst/>
          </a:prstGeom>
        </p:spPr>
      </p:pic>
    </p:spTree>
    <p:extLst>
      <p:ext uri="{BB962C8B-B14F-4D97-AF65-F5344CB8AC3E}">
        <p14:creationId xmlns:p14="http://schemas.microsoft.com/office/powerpoint/2010/main" val="248851640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19E153-93AD-D9AE-74EB-9A0C5326FA04}"/>
              </a:ext>
            </a:extLst>
          </p:cNvPr>
          <p:cNvSpPr>
            <a:spLocks noGrp="1"/>
          </p:cNvSpPr>
          <p:nvPr>
            <p:ph type="title"/>
          </p:nvPr>
        </p:nvSpPr>
        <p:spPr/>
        <p:txBody>
          <a:bodyPr/>
          <a:lstStyle/>
          <a:p>
            <a:r>
              <a:rPr lang="en-US">
                <a:cs typeface="Segoe UI"/>
              </a:rPr>
              <a:t> Architecture:</a:t>
            </a:r>
            <a:br>
              <a:rPr lang="en-US">
                <a:cs typeface="Segoe UI"/>
              </a:rPr>
            </a:br>
            <a:br>
              <a:rPr lang="en-US">
                <a:cs typeface="Segoe UI"/>
              </a:rPr>
            </a:br>
            <a:r>
              <a:rPr lang="en-US">
                <a:cs typeface="Segoe UI"/>
              </a:rPr>
              <a:t>     Boot</a:t>
            </a:r>
            <a:endParaRPr lang="en-US"/>
          </a:p>
        </p:txBody>
      </p:sp>
      <p:sp>
        <p:nvSpPr>
          <p:cNvPr id="3" name="Text Placeholder 2">
            <a:extLst>
              <a:ext uri="{FF2B5EF4-FFF2-40B4-BE49-F238E27FC236}">
                <a16:creationId xmlns:a16="http://schemas.microsoft.com/office/drawing/2014/main" id="{3A5B8C6A-1605-9565-89D3-3C3CAE01C1F7}"/>
              </a:ext>
            </a:extLst>
          </p:cNvPr>
          <p:cNvSpPr>
            <a:spLocks noGrp="1"/>
          </p:cNvSpPr>
          <p:nvPr>
            <p:ph type="body" sz="quarter" idx="11"/>
          </p:nvPr>
        </p:nvSpPr>
        <p:spPr>
          <a:xfrm>
            <a:off x="4613182" y="301906"/>
            <a:ext cx="6667500" cy="2902707"/>
          </a:xfrm>
        </p:spPr>
        <p:txBody>
          <a:bodyPr/>
          <a:lstStyle/>
          <a:p>
            <a:endParaRPr lang="en-US"/>
          </a:p>
          <a:p>
            <a:r>
              <a:rPr lang="en-US">
                <a:cs typeface="Segoe UI"/>
              </a:rPr>
              <a:t> </a:t>
            </a:r>
            <a:r>
              <a:rPr lang="en-US" sz="2400">
                <a:cs typeface="Segoe UI"/>
              </a:rPr>
              <a:t>We trust secure boot ! </a:t>
            </a:r>
          </a:p>
          <a:p>
            <a:r>
              <a:rPr lang="en-US" sz="2400">
                <a:cs typeface="Segoe UI"/>
              </a:rPr>
              <a:t>VTL0 guest kernel boots up VTL1 secure kernel</a:t>
            </a:r>
            <a:endParaRPr lang="en-US" sz="2400"/>
          </a:p>
          <a:p>
            <a:r>
              <a:rPr lang="en-US" sz="2400">
                <a:cs typeface="Segoe UI"/>
              </a:rPr>
              <a:t>Establish kernel hardening and other policies with secure kernel prior to </a:t>
            </a:r>
            <a:r>
              <a:rPr lang="en-US" sz="2400" err="1">
                <a:cs typeface="Segoe UI"/>
              </a:rPr>
              <a:t>init</a:t>
            </a:r>
            <a:r>
              <a:rPr lang="en-US" sz="2400">
                <a:cs typeface="Segoe UI"/>
              </a:rPr>
              <a:t> process.</a:t>
            </a:r>
          </a:p>
          <a:p>
            <a:endParaRPr lang="en-US"/>
          </a:p>
        </p:txBody>
      </p:sp>
      <p:pic>
        <p:nvPicPr>
          <p:cNvPr id="4" name="Picture 3" descr="A diagram of a computer network&#10;&#10;Description automatically generated">
            <a:extLst>
              <a:ext uri="{FF2B5EF4-FFF2-40B4-BE49-F238E27FC236}">
                <a16:creationId xmlns:a16="http://schemas.microsoft.com/office/drawing/2014/main" id="{A8FD8942-7B09-6031-3B5F-65C1E436A845}"/>
              </a:ext>
            </a:extLst>
          </p:cNvPr>
          <p:cNvPicPr>
            <a:picLocks noChangeAspect="1"/>
          </p:cNvPicPr>
          <p:nvPr/>
        </p:nvPicPr>
        <p:blipFill>
          <a:blip r:embed="rId2"/>
          <a:stretch>
            <a:fillRect/>
          </a:stretch>
        </p:blipFill>
        <p:spPr>
          <a:xfrm>
            <a:off x="4376334" y="3591895"/>
            <a:ext cx="7815413" cy="3205771"/>
          </a:xfrm>
          <a:prstGeom prst="rect">
            <a:avLst/>
          </a:prstGeom>
        </p:spPr>
      </p:pic>
    </p:spTree>
    <p:extLst>
      <p:ext uri="{BB962C8B-B14F-4D97-AF65-F5344CB8AC3E}">
        <p14:creationId xmlns:p14="http://schemas.microsoft.com/office/powerpoint/2010/main" val="644467872"/>
      </p:ext>
    </p:extLst>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F28CBA-5AF8-65FC-AD7D-21EF21B26ED4}"/>
              </a:ext>
            </a:extLst>
          </p:cNvPr>
          <p:cNvSpPr>
            <a:spLocks noGrp="1"/>
          </p:cNvSpPr>
          <p:nvPr>
            <p:ph type="title"/>
          </p:nvPr>
        </p:nvSpPr>
        <p:spPr>
          <a:xfrm>
            <a:off x="588263" y="585788"/>
            <a:ext cx="3430120" cy="3118624"/>
          </a:xfrm>
        </p:spPr>
        <p:txBody>
          <a:bodyPr/>
          <a:lstStyle/>
          <a:p>
            <a:r>
              <a:rPr lang="en-US">
                <a:cs typeface="Segoe UI"/>
              </a:rPr>
              <a:t>Architecture: </a:t>
            </a:r>
            <a:br>
              <a:rPr lang="en-US">
                <a:cs typeface="Segoe UI"/>
              </a:rPr>
            </a:br>
            <a:br>
              <a:rPr lang="en-US">
                <a:cs typeface="Segoe UI"/>
              </a:rPr>
            </a:br>
            <a:r>
              <a:rPr lang="en-US">
                <a:cs typeface="Segoe UI"/>
              </a:rPr>
              <a:t>Boot Sequence</a:t>
            </a:r>
            <a:endParaRPr lang="en-US"/>
          </a:p>
        </p:txBody>
      </p:sp>
      <p:pic>
        <p:nvPicPr>
          <p:cNvPr id="4" name="Picture 3" descr="A screenshot of a computer&#10;&#10;Description automatically generated">
            <a:extLst>
              <a:ext uri="{FF2B5EF4-FFF2-40B4-BE49-F238E27FC236}">
                <a16:creationId xmlns:a16="http://schemas.microsoft.com/office/drawing/2014/main" id="{0B8B5848-4567-4A72-D645-C34A0CCA46BF}"/>
              </a:ext>
            </a:extLst>
          </p:cNvPr>
          <p:cNvPicPr>
            <a:picLocks noChangeAspect="1"/>
          </p:cNvPicPr>
          <p:nvPr/>
        </p:nvPicPr>
        <p:blipFill>
          <a:blip r:embed="rId2"/>
          <a:stretch>
            <a:fillRect/>
          </a:stretch>
        </p:blipFill>
        <p:spPr>
          <a:xfrm>
            <a:off x="4883773" y="524777"/>
            <a:ext cx="6871120" cy="6123464"/>
          </a:xfrm>
          <a:prstGeom prst="rect">
            <a:avLst/>
          </a:prstGeom>
        </p:spPr>
      </p:pic>
    </p:spTree>
    <p:extLst>
      <p:ext uri="{BB962C8B-B14F-4D97-AF65-F5344CB8AC3E}">
        <p14:creationId xmlns:p14="http://schemas.microsoft.com/office/powerpoint/2010/main" val="2989926032"/>
      </p:ext>
    </p:extLst>
  </p:cSld>
  <p:clrMapOvr>
    <a:masterClrMapping/>
  </p:clrMapOvr>
  <p:transition>
    <p:fade/>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3554-773C-4560-2077-2918AA7E335F}"/>
              </a:ext>
            </a:extLst>
          </p:cNvPr>
          <p:cNvSpPr>
            <a:spLocks noGrp="1"/>
          </p:cNvSpPr>
          <p:nvPr>
            <p:ph type="title"/>
          </p:nvPr>
        </p:nvSpPr>
        <p:spPr>
          <a:xfrm>
            <a:off x="588263" y="585788"/>
            <a:ext cx="3570596" cy="3118624"/>
          </a:xfrm>
        </p:spPr>
        <p:txBody>
          <a:bodyPr/>
          <a:lstStyle/>
          <a:p>
            <a:r>
              <a:rPr lang="en-US">
                <a:cs typeface="Segoe UI"/>
              </a:rPr>
              <a:t>Architecture :</a:t>
            </a:r>
            <a:br>
              <a:rPr lang="en-US">
                <a:cs typeface="Segoe UI"/>
              </a:rPr>
            </a:br>
            <a:br>
              <a:rPr lang="en-US">
                <a:cs typeface="Segoe UI"/>
              </a:rPr>
            </a:br>
            <a:r>
              <a:rPr lang="en-US">
                <a:cs typeface="Segoe UI"/>
              </a:rPr>
              <a:t> The Big Picture</a:t>
            </a:r>
            <a:br>
              <a:rPr lang="en-US">
                <a:cs typeface="Segoe UI"/>
              </a:rPr>
            </a:br>
            <a:r>
              <a:rPr lang="en-US"/>
              <a:t>( Boot )</a:t>
            </a:r>
          </a:p>
        </p:txBody>
      </p:sp>
      <p:pic>
        <p:nvPicPr>
          <p:cNvPr id="3" name="Picture 2" descr="A screenshot of a computer&#10;&#10;Description automatically generated">
            <a:extLst>
              <a:ext uri="{FF2B5EF4-FFF2-40B4-BE49-F238E27FC236}">
                <a16:creationId xmlns:a16="http://schemas.microsoft.com/office/drawing/2014/main" id="{468DE827-2E65-52AD-E831-DFE5A65F1C3D}"/>
              </a:ext>
            </a:extLst>
          </p:cNvPr>
          <p:cNvPicPr>
            <a:picLocks noChangeAspect="1"/>
          </p:cNvPicPr>
          <p:nvPr/>
        </p:nvPicPr>
        <p:blipFill>
          <a:blip r:embed="rId2"/>
          <a:stretch>
            <a:fillRect/>
          </a:stretch>
        </p:blipFill>
        <p:spPr>
          <a:xfrm>
            <a:off x="4325738" y="588310"/>
            <a:ext cx="7476683" cy="5984162"/>
          </a:xfrm>
          <a:prstGeom prst="rect">
            <a:avLst/>
          </a:prstGeom>
        </p:spPr>
      </p:pic>
    </p:spTree>
    <p:extLst>
      <p:ext uri="{BB962C8B-B14F-4D97-AF65-F5344CB8AC3E}">
        <p14:creationId xmlns:p14="http://schemas.microsoft.com/office/powerpoint/2010/main" val="206459847"/>
      </p:ext>
    </p:extLst>
  </p:cSld>
  <p:clrMapOvr>
    <a:masterClrMapping/>
  </p:clrMapOvr>
  <p:transition>
    <p:fade/>
  </p:transition>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648B37-4D57-65CA-AD31-1B3297EBB06B}"/>
              </a:ext>
            </a:extLst>
          </p:cNvPr>
          <p:cNvSpPr>
            <a:spLocks noGrp="1"/>
          </p:cNvSpPr>
          <p:nvPr>
            <p:ph type="title"/>
          </p:nvPr>
        </p:nvSpPr>
        <p:spPr/>
        <p:txBody>
          <a:bodyPr/>
          <a:lstStyle/>
          <a:p>
            <a:r>
              <a:rPr lang="en-US">
                <a:cs typeface="Segoe UI"/>
              </a:rPr>
              <a:t>Architecture:</a:t>
            </a:r>
            <a:br>
              <a:rPr lang="en-US">
                <a:cs typeface="Segoe UI"/>
              </a:rPr>
            </a:br>
            <a:br>
              <a:rPr lang="en-US"/>
            </a:br>
            <a:r>
              <a:rPr lang="en-US">
                <a:cs typeface="Segoe UI"/>
              </a:rPr>
              <a:t> The Big Picture</a:t>
            </a:r>
            <a:br>
              <a:rPr lang="en-US"/>
            </a:br>
            <a:r>
              <a:rPr lang="en-US">
                <a:cs typeface="Segoe UI"/>
              </a:rPr>
              <a:t>( Late Boot )</a:t>
            </a:r>
            <a:endParaRPr lang="en-US"/>
          </a:p>
        </p:txBody>
      </p:sp>
      <p:pic>
        <p:nvPicPr>
          <p:cNvPr id="4" name="Picture 3" descr="A screenshot of a computer&#10;&#10;Description automatically generated">
            <a:extLst>
              <a:ext uri="{FF2B5EF4-FFF2-40B4-BE49-F238E27FC236}">
                <a16:creationId xmlns:a16="http://schemas.microsoft.com/office/drawing/2014/main" id="{A48BE0CC-AACD-B419-CFCC-A5606415DCA0}"/>
              </a:ext>
            </a:extLst>
          </p:cNvPr>
          <p:cNvPicPr>
            <a:picLocks noChangeAspect="1"/>
          </p:cNvPicPr>
          <p:nvPr/>
        </p:nvPicPr>
        <p:blipFill>
          <a:blip r:embed="rId2"/>
          <a:stretch>
            <a:fillRect/>
          </a:stretch>
        </p:blipFill>
        <p:spPr>
          <a:xfrm>
            <a:off x="4779186" y="393810"/>
            <a:ext cx="6817159" cy="6279555"/>
          </a:xfrm>
          <a:prstGeom prst="rect">
            <a:avLst/>
          </a:prstGeom>
        </p:spPr>
      </p:pic>
    </p:spTree>
    <p:extLst>
      <p:ext uri="{BB962C8B-B14F-4D97-AF65-F5344CB8AC3E}">
        <p14:creationId xmlns:p14="http://schemas.microsoft.com/office/powerpoint/2010/main" val="3391755540"/>
      </p:ext>
    </p:extLst>
  </p:cSld>
  <p:clrMapOvr>
    <a:masterClrMapping/>
  </p:clrMapOvr>
  <p:transition>
    <p:fade/>
  </p:transition>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0673E0-7268-B167-1C9A-4290E0086769}"/>
              </a:ext>
            </a:extLst>
          </p:cNvPr>
          <p:cNvSpPr>
            <a:spLocks noGrp="1"/>
          </p:cNvSpPr>
          <p:nvPr>
            <p:ph type="title"/>
          </p:nvPr>
        </p:nvSpPr>
        <p:spPr/>
        <p:txBody>
          <a:bodyPr/>
          <a:lstStyle/>
          <a:p>
            <a:r>
              <a:rPr lang="en-US">
                <a:cs typeface="Segoe UI"/>
              </a:rPr>
              <a:t>Architecture</a:t>
            </a:r>
            <a:br>
              <a:rPr lang="en-US">
                <a:cs typeface="Segoe UI"/>
              </a:rPr>
            </a:br>
            <a:r>
              <a:rPr lang="en-US">
                <a:cs typeface="Segoe UI"/>
              </a:rPr>
              <a:t> </a:t>
            </a:r>
            <a:br>
              <a:rPr lang="en-US">
                <a:cs typeface="Segoe UI"/>
              </a:rPr>
            </a:br>
            <a:r>
              <a:rPr lang="en-US">
                <a:cs typeface="Segoe UI"/>
              </a:rPr>
              <a:t> ( Access / Policy Violation)</a:t>
            </a:r>
            <a:endParaRPr lang="en-US"/>
          </a:p>
        </p:txBody>
      </p:sp>
      <p:pic>
        <p:nvPicPr>
          <p:cNvPr id="5" name="Picture 4" descr="A screenshot of a computer screen&#10;&#10;Description automatically generated">
            <a:extLst>
              <a:ext uri="{FF2B5EF4-FFF2-40B4-BE49-F238E27FC236}">
                <a16:creationId xmlns:a16="http://schemas.microsoft.com/office/drawing/2014/main" id="{CD408C8C-6AF8-37D8-4115-EB805BD30AC2}"/>
              </a:ext>
            </a:extLst>
          </p:cNvPr>
          <p:cNvPicPr>
            <a:picLocks noChangeAspect="1"/>
          </p:cNvPicPr>
          <p:nvPr/>
        </p:nvPicPr>
        <p:blipFill>
          <a:blip r:embed="rId2"/>
          <a:stretch>
            <a:fillRect/>
          </a:stretch>
        </p:blipFill>
        <p:spPr>
          <a:xfrm>
            <a:off x="4532639" y="230019"/>
            <a:ext cx="7229410" cy="6498890"/>
          </a:xfrm>
          <a:prstGeom prst="rect">
            <a:avLst/>
          </a:prstGeom>
        </p:spPr>
      </p:pic>
    </p:spTree>
    <p:extLst>
      <p:ext uri="{BB962C8B-B14F-4D97-AF65-F5344CB8AC3E}">
        <p14:creationId xmlns:p14="http://schemas.microsoft.com/office/powerpoint/2010/main" val="3650771063"/>
      </p:ext>
    </p:extLst>
  </p:cSld>
  <p:clrMapOvr>
    <a:masterClrMapping/>
  </p:clrMapOvr>
  <p:transition>
    <p:fade/>
  </p:transition>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995FF-117E-5509-2B6D-67AF98BDF0D3}"/>
              </a:ext>
            </a:extLst>
          </p:cNvPr>
          <p:cNvSpPr>
            <a:spLocks noGrp="1"/>
          </p:cNvSpPr>
          <p:nvPr>
            <p:ph type="title"/>
          </p:nvPr>
        </p:nvSpPr>
        <p:spPr/>
        <p:txBody>
          <a:bodyPr/>
          <a:lstStyle/>
          <a:p>
            <a:r>
              <a:rPr lang="en-US">
                <a:cs typeface="Segoe UI"/>
              </a:rPr>
              <a:t>Code</a:t>
            </a:r>
            <a:endParaRPr lang="en-US"/>
          </a:p>
        </p:txBody>
      </p:sp>
      <p:sp>
        <p:nvSpPr>
          <p:cNvPr id="3" name="Text Placeholder 2">
            <a:extLst>
              <a:ext uri="{FF2B5EF4-FFF2-40B4-BE49-F238E27FC236}">
                <a16:creationId xmlns:a16="http://schemas.microsoft.com/office/drawing/2014/main" id="{0887CCB3-FB5A-3C42-36A9-364E64302A31}"/>
              </a:ext>
            </a:extLst>
          </p:cNvPr>
          <p:cNvSpPr>
            <a:spLocks noGrp="1"/>
          </p:cNvSpPr>
          <p:nvPr>
            <p:ph type="body" sz="quarter" idx="11"/>
          </p:nvPr>
        </p:nvSpPr>
        <p:spPr/>
        <p:txBody>
          <a:bodyPr/>
          <a:lstStyle/>
          <a:p>
            <a:r>
              <a:rPr lang="en-US">
                <a:ea typeface="+mn-lt"/>
                <a:cs typeface="+mn-lt"/>
                <a:hlinkClick r:id="rId2"/>
              </a:rPr>
              <a:t>https://github.com/heki-linux/lvbs-linux/tree/secure-kernel-lvbs</a:t>
            </a:r>
            <a:endParaRPr lang="en-US">
              <a:ea typeface="+mn-lt"/>
            </a:endParaRPr>
          </a:p>
          <a:p>
            <a:endParaRPr lang="en-US"/>
          </a:p>
          <a:p>
            <a:r>
              <a:rPr lang="en-US">
                <a:ea typeface="+mn-lt"/>
                <a:cs typeface="+mn-lt"/>
                <a:hlinkClick r:id="rId3"/>
              </a:rPr>
              <a:t>https://github.com/heki-linux/lvbs-linux/tree/ubuntu-lvbs</a:t>
            </a:r>
            <a:endParaRPr lang="en-US">
              <a:ea typeface="+mn-lt"/>
              <a:cs typeface="+mn-lt"/>
            </a:endParaRPr>
          </a:p>
          <a:p>
            <a:endParaRPr lang="en-US">
              <a:ea typeface="+mn-lt"/>
              <a:cs typeface="+mn-lt"/>
            </a:endParaRPr>
          </a:p>
          <a:p>
            <a:endParaRPr lang="en-US"/>
          </a:p>
          <a:p>
            <a:endParaRPr lang="en-US"/>
          </a:p>
        </p:txBody>
      </p:sp>
    </p:spTree>
    <p:extLst>
      <p:ext uri="{BB962C8B-B14F-4D97-AF65-F5344CB8AC3E}">
        <p14:creationId xmlns:p14="http://schemas.microsoft.com/office/powerpoint/2010/main" val="110377450"/>
      </p:ext>
    </p:extLst>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E540-D664-2248-A353-E17150691F3D}"/>
              </a:ext>
            </a:extLst>
          </p:cNvPr>
          <p:cNvSpPr>
            <a:spLocks noGrp="1"/>
          </p:cNvSpPr>
          <p:nvPr>
            <p:ph type="title"/>
          </p:nvPr>
        </p:nvSpPr>
        <p:spPr/>
        <p:txBody>
          <a:bodyPr/>
          <a:lstStyle/>
          <a:p>
            <a:r>
              <a:rPr lang="en-US">
                <a:cs typeface="Segoe UI"/>
              </a:rPr>
              <a:t>KVM Implementation (Heki)</a:t>
            </a:r>
            <a:endParaRPr lang="en-US"/>
          </a:p>
        </p:txBody>
      </p:sp>
      <p:sp>
        <p:nvSpPr>
          <p:cNvPr id="4" name="Text Placeholder 3">
            <a:extLst>
              <a:ext uri="{FF2B5EF4-FFF2-40B4-BE49-F238E27FC236}">
                <a16:creationId xmlns:a16="http://schemas.microsoft.com/office/drawing/2014/main" id="{C3D9F1C3-1A6A-0043-B6F0-28422B39AD04}"/>
              </a:ext>
            </a:extLst>
          </p:cNvPr>
          <p:cNvSpPr>
            <a:spLocks noGrp="1"/>
          </p:cNvSpPr>
          <p:nvPr>
            <p:ph type="body" sz="quarter" idx="12"/>
          </p:nvPr>
        </p:nvSpPr>
        <p:spPr>
          <a:xfrm>
            <a:off x="585216" y="3977319"/>
            <a:ext cx="9144000" cy="307777"/>
          </a:xfrm>
        </p:spPr>
        <p:txBody>
          <a:bodyPr vert="horz" wrap="square" lIns="0" tIns="0" rIns="0" bIns="0" rtlCol="0" anchor="t">
            <a:spAutoFit/>
          </a:bodyPr>
          <a:lstStyle/>
          <a:p>
            <a:r>
              <a:rPr lang="en-US" sz="2000">
                <a:solidFill>
                  <a:schemeClr val="accent2">
                    <a:lumMod val="20000"/>
                    <a:lumOff val="80000"/>
                  </a:schemeClr>
                </a:solidFill>
                <a:cs typeface="Segoe UI"/>
              </a:rPr>
              <a:t>Mickaël Salaün</a:t>
            </a:r>
            <a:endParaRPr lang="en-US" sz="2000">
              <a:solidFill>
                <a:schemeClr val="accent2">
                  <a:lumMod val="20000"/>
                  <a:lumOff val="80000"/>
                </a:schemeClr>
              </a:solidFill>
            </a:endParaRPr>
          </a:p>
        </p:txBody>
      </p:sp>
    </p:spTree>
    <p:extLst>
      <p:ext uri="{BB962C8B-B14F-4D97-AF65-F5344CB8AC3E}">
        <p14:creationId xmlns:p14="http://schemas.microsoft.com/office/powerpoint/2010/main" val="29238099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633554-773C-4560-2077-2918AA7E335F}"/>
              </a:ext>
            </a:extLst>
          </p:cNvPr>
          <p:cNvSpPr>
            <a:spLocks noGrp="1"/>
          </p:cNvSpPr>
          <p:nvPr>
            <p:ph type="title"/>
          </p:nvPr>
        </p:nvSpPr>
        <p:spPr>
          <a:xfrm>
            <a:off x="588263" y="585788"/>
            <a:ext cx="3570596" cy="3118624"/>
          </a:xfrm>
        </p:spPr>
        <p:txBody>
          <a:bodyPr/>
          <a:lstStyle/>
          <a:p>
            <a:r>
              <a:rPr lang="en-US">
                <a:cs typeface="Segoe UI"/>
              </a:rPr>
              <a:t>Architecture :</a:t>
            </a:r>
            <a:br>
              <a:rPr lang="en-US">
                <a:cs typeface="Segoe UI"/>
              </a:rPr>
            </a:br>
            <a:br>
              <a:rPr lang="en-US">
                <a:cs typeface="Segoe UI"/>
              </a:rPr>
            </a:br>
            <a:r>
              <a:rPr lang="en-US">
                <a:cs typeface="Segoe UI"/>
              </a:rPr>
              <a:t> The Big Picture</a:t>
            </a:r>
            <a:endParaRPr lang="en-US"/>
          </a:p>
        </p:txBody>
      </p:sp>
      <p:pic>
        <p:nvPicPr>
          <p:cNvPr id="1025" name="Picture 1">
            <a:extLst>
              <a:ext uri="{FF2B5EF4-FFF2-40B4-BE49-F238E27FC236}">
                <a16:creationId xmlns:a16="http://schemas.microsoft.com/office/drawing/2014/main" id="{0BB65E2E-790E-3FD6-1CF0-7EE62D5961C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367338" y="360320"/>
            <a:ext cx="5650612" cy="61196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81530116"/>
      </p:ext>
    </p:extLst>
  </p:cSld>
  <p:clrMapOvr>
    <a:masterClrMapping/>
  </p:clrMapOvr>
  <p:transition>
    <p:fade/>
  </p:transition>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B704-8F7F-CB59-28E9-ECE61EB4813D}"/>
              </a:ext>
            </a:extLst>
          </p:cNvPr>
          <p:cNvSpPr>
            <a:spLocks noGrp="1"/>
          </p:cNvSpPr>
          <p:nvPr>
            <p:ph type="title"/>
          </p:nvPr>
        </p:nvSpPr>
        <p:spPr/>
        <p:txBody>
          <a:bodyPr/>
          <a:lstStyle/>
          <a:p>
            <a:r>
              <a:rPr lang="en-US"/>
              <a:t>RFC v2 patches</a:t>
            </a:r>
          </a:p>
        </p:txBody>
      </p:sp>
      <p:sp>
        <p:nvSpPr>
          <p:cNvPr id="3" name="Text Placeholder 2">
            <a:extLst>
              <a:ext uri="{FF2B5EF4-FFF2-40B4-BE49-F238E27FC236}">
                <a16:creationId xmlns:a16="http://schemas.microsoft.com/office/drawing/2014/main" id="{DF3C3339-8A4F-20FE-94B2-C1E0D2A9B331}"/>
              </a:ext>
            </a:extLst>
          </p:cNvPr>
          <p:cNvSpPr>
            <a:spLocks noGrp="1"/>
          </p:cNvSpPr>
          <p:nvPr>
            <p:ph type="body" sz="quarter" idx="11"/>
          </p:nvPr>
        </p:nvSpPr>
        <p:spPr/>
        <p:txBody>
          <a:bodyPr/>
          <a:lstStyle/>
          <a:p>
            <a:pPr marL="0" marR="0" lvl="0" indent="0" algn="l" defTabSz="914367" rtl="0" eaLnBrk="1" fontAlgn="auto" latinLnBrk="0" hangingPunct="1">
              <a:lnSpc>
                <a:spcPct val="90000"/>
              </a:lnSpc>
              <a:spcBef>
                <a:spcPts val="0"/>
              </a:spcBef>
              <a:spcAft>
                <a:spcPts val="333"/>
              </a:spcAft>
              <a:buClrTx/>
              <a:buSzTx/>
              <a:buFontTx/>
              <a:buNone/>
              <a:tabLst/>
              <a:defRPr/>
            </a:pPr>
            <a:r>
              <a:rPr lang="en-US"/>
              <a:t>Sent</a:t>
            </a:r>
            <a:r>
              <a:rPr lang="en-US" sz="2800"/>
              <a:t> </a:t>
            </a:r>
            <a:r>
              <a:rPr lang="en-US">
                <a:hlinkClick r:id="rId3"/>
              </a:rPr>
              <a:t>RFC v2</a:t>
            </a:r>
            <a:r>
              <a:rPr lang="en-US"/>
              <a:t>:</a:t>
            </a:r>
          </a:p>
          <a:p>
            <a:pPr marR="0" lvl="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t>Guest kernel implementation of the common API</a:t>
            </a:r>
          </a:p>
          <a:p>
            <a:pPr marR="0" lvl="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a:t>Two new KVM hypercalls: CR-pinning and memory permission</a:t>
            </a:r>
          </a:p>
          <a:p>
            <a:pPr marR="0" lvl="0" algn="l" defTabSz="914367" rtl="0" eaLnBrk="1" fontAlgn="auto" latinLnBrk="0" hangingPunct="1">
              <a:lnSpc>
                <a:spcPct val="90000"/>
              </a:lnSpc>
              <a:spcBef>
                <a:spcPts val="0"/>
              </a:spcBef>
              <a:spcAft>
                <a:spcPts val="333"/>
              </a:spcAft>
              <a:buClrTx/>
              <a:buSzTx/>
              <a:buFont typeface="Arial" panose="020B0604020202020204" pitchFamily="34" charset="0"/>
              <a:buChar char="•"/>
              <a:tabLst/>
              <a:defRPr/>
            </a:pPr>
            <a:r>
              <a:rPr lang="en-US" sz="2800"/>
              <a:t>KVM interface with the VMM: dedicated VM exits and related capabilities</a:t>
            </a:r>
          </a:p>
        </p:txBody>
      </p:sp>
    </p:spTree>
    <p:extLst>
      <p:ext uri="{BB962C8B-B14F-4D97-AF65-F5344CB8AC3E}">
        <p14:creationId xmlns:p14="http://schemas.microsoft.com/office/powerpoint/2010/main" val="1865066464"/>
      </p:ext>
    </p:extLst>
  </p:cSld>
  <p:clrMapOvr>
    <a:masterClrMapping/>
  </p:clrMapOvr>
  <p:transition>
    <p:fade/>
  </p:transition>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B704-8F7F-CB59-28E9-ECE61EB4813D}"/>
              </a:ext>
            </a:extLst>
          </p:cNvPr>
          <p:cNvSpPr>
            <a:spLocks noGrp="1"/>
          </p:cNvSpPr>
          <p:nvPr>
            <p:ph type="title"/>
          </p:nvPr>
        </p:nvSpPr>
        <p:spPr/>
        <p:txBody>
          <a:bodyPr/>
          <a:lstStyle/>
          <a:p>
            <a:r>
              <a:rPr lang="en-US"/>
              <a:t>CR-pinning hypercall</a:t>
            </a:r>
          </a:p>
        </p:txBody>
      </p:sp>
      <p:sp>
        <p:nvSpPr>
          <p:cNvPr id="3" name="Text Placeholder 2">
            <a:extLst>
              <a:ext uri="{FF2B5EF4-FFF2-40B4-BE49-F238E27FC236}">
                <a16:creationId xmlns:a16="http://schemas.microsoft.com/office/drawing/2014/main" id="{DF3C3339-8A4F-20FE-94B2-C1E0D2A9B331}"/>
              </a:ext>
            </a:extLst>
          </p:cNvPr>
          <p:cNvSpPr>
            <a:spLocks noGrp="1"/>
          </p:cNvSpPr>
          <p:nvPr>
            <p:ph type="body" sz="quarter" idx="11"/>
          </p:nvPr>
        </p:nvSpPr>
        <p:spPr/>
        <p:txBody>
          <a:bodyPr/>
          <a:lstStyle/>
          <a:p>
            <a:pPr marL="0" indent="0">
              <a:buNone/>
            </a:pPr>
            <a:r>
              <a:rPr lang="en-US" b="1"/>
              <a:t>Enforce</a:t>
            </a:r>
            <a:r>
              <a:rPr lang="en-US"/>
              <a:t> a bitmask on </a:t>
            </a:r>
            <a:r>
              <a:rPr lang="en-US" b="1"/>
              <a:t>control registers </a:t>
            </a:r>
            <a:r>
              <a:rPr lang="en-US"/>
              <a:t>to guard against locked features (e.g. SMEP)</a:t>
            </a:r>
          </a:p>
          <a:p>
            <a:pPr marL="0" indent="0">
              <a:buNone/>
            </a:pPr>
            <a:endParaRPr lang="en-US" sz="1600"/>
          </a:p>
          <a:p>
            <a:pPr marL="0" indent="0">
              <a:buNone/>
            </a:pPr>
            <a:r>
              <a:rPr lang="en-US" sz="2400"/>
              <a:t>kvm_hypercall3(</a:t>
            </a:r>
            <a:r>
              <a:rPr lang="en-US" sz="2400" b="1"/>
              <a:t>KVM_HC_LOCK_CR_UPDATE</a:t>
            </a:r>
            <a:r>
              <a:rPr lang="en-US" sz="2400"/>
              <a:t>,</a:t>
            </a:r>
          </a:p>
          <a:p>
            <a:pPr marL="0" indent="0">
              <a:buNone/>
            </a:pPr>
            <a:r>
              <a:rPr lang="en-US" sz="2400"/>
              <a:t>                         0, </a:t>
            </a:r>
            <a:r>
              <a:rPr lang="en-US" sz="2400">
                <a:solidFill>
                  <a:schemeClr val="accent1"/>
                </a:solidFill>
              </a:rPr>
              <a:t>// control register</a:t>
            </a:r>
          </a:p>
          <a:p>
            <a:pPr marL="0" indent="0">
              <a:buNone/>
            </a:pPr>
            <a:r>
              <a:rPr lang="en-US" sz="2400"/>
              <a:t>                         X86_CR0_WP, </a:t>
            </a:r>
            <a:r>
              <a:rPr lang="en-US" sz="2400">
                <a:solidFill>
                  <a:schemeClr val="accent1"/>
                </a:solidFill>
              </a:rPr>
              <a:t>// flag to pin</a:t>
            </a:r>
          </a:p>
          <a:p>
            <a:pPr marL="0" indent="0">
              <a:buNone/>
            </a:pPr>
            <a:r>
              <a:rPr lang="en-US" sz="2400"/>
              <a:t>                         flags); </a:t>
            </a:r>
            <a:r>
              <a:rPr lang="en-US" sz="2400">
                <a:solidFill>
                  <a:schemeClr val="accent1"/>
                </a:solidFill>
              </a:rPr>
              <a:t>// options</a:t>
            </a:r>
          </a:p>
          <a:p>
            <a:pPr marL="0" indent="0">
              <a:buNone/>
            </a:pPr>
            <a:endParaRPr lang="en-US" sz="1600"/>
          </a:p>
          <a:p>
            <a:pPr marL="0" indent="0">
              <a:buNone/>
            </a:pPr>
            <a:r>
              <a:rPr lang="en-US"/>
              <a:t>Can create a </a:t>
            </a:r>
            <a:r>
              <a:rPr lang="en-US" b="1"/>
              <a:t>VM exit</a:t>
            </a:r>
            <a:r>
              <a:rPr lang="en-US"/>
              <a:t> on configuration or policy violation for the VMM to be able to do something.</a:t>
            </a:r>
          </a:p>
          <a:p>
            <a:pPr marL="0" indent="0">
              <a:buNone/>
            </a:pPr>
            <a:r>
              <a:rPr lang="en-US"/>
              <a:t>Generate a </a:t>
            </a:r>
            <a:r>
              <a:rPr lang="en-US" b="1"/>
              <a:t>GP fault</a:t>
            </a:r>
            <a:r>
              <a:rPr lang="en-US"/>
              <a:t> on policy violation.</a:t>
            </a:r>
          </a:p>
        </p:txBody>
      </p:sp>
    </p:spTree>
    <p:extLst>
      <p:ext uri="{BB962C8B-B14F-4D97-AF65-F5344CB8AC3E}">
        <p14:creationId xmlns:p14="http://schemas.microsoft.com/office/powerpoint/2010/main" val="2624988979"/>
      </p:ext>
    </p:extLst>
  </p:cSld>
  <p:clrMapOvr>
    <a:masterClrMapping/>
  </p:clrMapOvr>
  <p:transition>
    <p:fade/>
  </p:transition>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B704-8F7F-CB59-28E9-ECE61EB4813D}"/>
              </a:ext>
            </a:extLst>
          </p:cNvPr>
          <p:cNvSpPr>
            <a:spLocks noGrp="1"/>
          </p:cNvSpPr>
          <p:nvPr>
            <p:ph type="title"/>
          </p:nvPr>
        </p:nvSpPr>
        <p:spPr/>
        <p:txBody>
          <a:bodyPr/>
          <a:lstStyle/>
          <a:p>
            <a:r>
              <a:rPr lang="en-US"/>
              <a:t>Memory protection hypercall</a:t>
            </a:r>
          </a:p>
        </p:txBody>
      </p:sp>
      <p:sp>
        <p:nvSpPr>
          <p:cNvPr id="3" name="Text Placeholder 2">
            <a:extLst>
              <a:ext uri="{FF2B5EF4-FFF2-40B4-BE49-F238E27FC236}">
                <a16:creationId xmlns:a16="http://schemas.microsoft.com/office/drawing/2014/main" id="{DF3C3339-8A4F-20FE-94B2-C1E0D2A9B331}"/>
              </a:ext>
            </a:extLst>
          </p:cNvPr>
          <p:cNvSpPr>
            <a:spLocks noGrp="1"/>
          </p:cNvSpPr>
          <p:nvPr>
            <p:ph type="body" sz="quarter" idx="11"/>
          </p:nvPr>
        </p:nvSpPr>
        <p:spPr/>
        <p:txBody>
          <a:bodyPr/>
          <a:lstStyle/>
          <a:p>
            <a:pPr marL="0" indent="0">
              <a:buNone/>
            </a:pPr>
            <a:r>
              <a:rPr lang="en-US">
                <a:cs typeface="Segoe UI"/>
              </a:rPr>
              <a:t>Configure (a subset of) EPT permissions.</a:t>
            </a:r>
            <a:endParaRPr lang="en-US" sz="1600"/>
          </a:p>
          <a:p>
            <a:pPr marL="0" indent="0">
              <a:buNone/>
            </a:pPr>
            <a:endParaRPr lang="en-US" sz="1600"/>
          </a:p>
          <a:p>
            <a:pPr marL="0" indent="0">
              <a:buNone/>
            </a:pPr>
            <a:r>
              <a:rPr lang="en-US" sz="2400">
                <a:ea typeface="+mn-lt"/>
                <a:cs typeface="+mn-lt"/>
              </a:rPr>
              <a:t>kvm_hypercall1(</a:t>
            </a:r>
            <a:r>
              <a:rPr lang="en-US" sz="2400" b="1">
                <a:ea typeface="+mn-lt"/>
                <a:cs typeface="+mn-lt"/>
              </a:rPr>
              <a:t>KVM_HC_PROTECT_MEMORY</a:t>
            </a:r>
            <a:r>
              <a:rPr lang="en-US" sz="2400">
                <a:ea typeface="+mn-lt"/>
                <a:cs typeface="+mn-lt"/>
              </a:rPr>
              <a:t>,</a:t>
            </a:r>
            <a:endParaRPr lang="en-US" sz="2400">
              <a:solidFill>
                <a:srgbClr val="0078D4"/>
              </a:solidFill>
              <a:ea typeface="+mn-lt"/>
              <a:cs typeface="+mn-lt"/>
            </a:endParaRPr>
          </a:p>
          <a:p>
            <a:pPr marL="0" indent="0">
              <a:buNone/>
            </a:pPr>
            <a:r>
              <a:rPr lang="en-US" sz="2400">
                <a:ea typeface="+mn-lt"/>
                <a:cs typeface="+mn-lt"/>
              </a:rPr>
              <a:t>                          pa);  </a:t>
            </a:r>
            <a:r>
              <a:rPr lang="en-US" sz="2400">
                <a:solidFill>
                  <a:schemeClr val="accent1">
                    <a:lumMod val="60000"/>
                    <a:lumOff val="40000"/>
                  </a:schemeClr>
                </a:solidFill>
                <a:ea typeface="+mn-lt"/>
                <a:cs typeface="+mn-lt"/>
              </a:rPr>
              <a:t>// address of a </a:t>
            </a:r>
            <a:r>
              <a:rPr lang="en-US" sz="2400" err="1">
                <a:solidFill>
                  <a:schemeClr val="accent1">
                    <a:lumMod val="60000"/>
                    <a:lumOff val="40000"/>
                  </a:schemeClr>
                </a:solidFill>
                <a:ea typeface="+mn-lt"/>
                <a:cs typeface="+mn-lt"/>
              </a:rPr>
              <a:t>pagelist</a:t>
            </a:r>
            <a:endParaRPr lang="en-US" sz="2400">
              <a:solidFill>
                <a:schemeClr val="accent1">
                  <a:lumMod val="60000"/>
                  <a:lumOff val="40000"/>
                </a:schemeClr>
              </a:solidFill>
              <a:ea typeface="+mn-lt"/>
              <a:cs typeface="+mn-lt"/>
            </a:endParaRPr>
          </a:p>
          <a:p>
            <a:pPr marL="0" indent="0">
              <a:buNone/>
            </a:pPr>
            <a:endParaRPr lang="en-US">
              <a:cs typeface="Segoe UI"/>
            </a:endParaRPr>
          </a:p>
          <a:p>
            <a:pPr marL="0" indent="0">
              <a:buNone/>
            </a:pPr>
            <a:r>
              <a:rPr lang="en-US">
                <a:cs typeface="Segoe UI"/>
              </a:rPr>
              <a:t>The </a:t>
            </a:r>
            <a:r>
              <a:rPr lang="en-US" err="1">
                <a:cs typeface="Segoe UI"/>
              </a:rPr>
              <a:t>pagelist</a:t>
            </a:r>
            <a:r>
              <a:rPr lang="en-US">
                <a:cs typeface="Segoe UI"/>
              </a:rPr>
              <a:t> atomically maps a set of memory ranges with read, write and execute permissions.</a:t>
            </a:r>
          </a:p>
          <a:p>
            <a:pPr marL="0" indent="0">
              <a:buNone/>
            </a:pPr>
            <a:endParaRPr lang="en-US">
              <a:cs typeface="Segoe UI"/>
            </a:endParaRPr>
          </a:p>
          <a:p>
            <a:pPr marL="0" indent="0">
              <a:buNone/>
            </a:pPr>
            <a:r>
              <a:rPr lang="en-US">
                <a:cs typeface="Segoe UI"/>
              </a:rPr>
              <a:t>Generate a </a:t>
            </a:r>
            <a:r>
              <a:rPr lang="en-US" b="1">
                <a:cs typeface="Segoe UI"/>
              </a:rPr>
              <a:t>synthetic page fault</a:t>
            </a:r>
            <a:r>
              <a:rPr lang="en-US">
                <a:cs typeface="Segoe UI"/>
              </a:rPr>
              <a:t> on policy violation.</a:t>
            </a:r>
          </a:p>
          <a:p>
            <a:pPr marL="0" indent="0">
              <a:buNone/>
            </a:pPr>
            <a:endParaRPr lang="en-US">
              <a:cs typeface="Segoe UI"/>
            </a:endParaRPr>
          </a:p>
        </p:txBody>
      </p:sp>
    </p:spTree>
    <p:extLst>
      <p:ext uri="{BB962C8B-B14F-4D97-AF65-F5344CB8AC3E}">
        <p14:creationId xmlns:p14="http://schemas.microsoft.com/office/powerpoint/2010/main" val="1663775426"/>
      </p:ext>
    </p:extLst>
  </p:cSld>
  <p:clrMapOvr>
    <a:masterClrMapping/>
  </p:clrMapOvr>
  <p:transition>
    <p:fade/>
  </p:transition>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6BB704-8F7F-CB59-28E9-ECE61EB4813D}"/>
              </a:ext>
            </a:extLst>
          </p:cNvPr>
          <p:cNvSpPr>
            <a:spLocks noGrp="1"/>
          </p:cNvSpPr>
          <p:nvPr>
            <p:ph type="title"/>
          </p:nvPr>
        </p:nvSpPr>
        <p:spPr/>
        <p:txBody>
          <a:bodyPr/>
          <a:lstStyle/>
          <a:p>
            <a:r>
              <a:rPr lang="en-US"/>
              <a:t>Executable permission(s)</a:t>
            </a:r>
          </a:p>
        </p:txBody>
      </p:sp>
      <p:sp>
        <p:nvSpPr>
          <p:cNvPr id="3" name="Text Placeholder 2">
            <a:extLst>
              <a:ext uri="{FF2B5EF4-FFF2-40B4-BE49-F238E27FC236}">
                <a16:creationId xmlns:a16="http://schemas.microsoft.com/office/drawing/2014/main" id="{DF3C3339-8A4F-20FE-94B2-C1E0D2A9B331}"/>
              </a:ext>
            </a:extLst>
          </p:cNvPr>
          <p:cNvSpPr>
            <a:spLocks noGrp="1"/>
          </p:cNvSpPr>
          <p:nvPr>
            <p:ph type="body" sz="quarter" idx="11"/>
          </p:nvPr>
        </p:nvSpPr>
        <p:spPr/>
        <p:txBody>
          <a:bodyPr/>
          <a:lstStyle/>
          <a:p>
            <a:pPr marL="0" indent="0">
              <a:buNone/>
            </a:pPr>
            <a:r>
              <a:rPr lang="en-US" u="sng"/>
              <a:t>Issue</a:t>
            </a:r>
            <a:r>
              <a:rPr lang="en-US"/>
              <a:t>: efficiently enforce restriction on kernel executable pages without impacting access to user space pages</a:t>
            </a:r>
          </a:p>
          <a:p>
            <a:pPr marL="0" indent="0">
              <a:buNone/>
            </a:pPr>
            <a:endParaRPr lang="en-US"/>
          </a:p>
          <a:p>
            <a:pPr marL="0" indent="0">
              <a:buNone/>
            </a:pPr>
            <a:r>
              <a:rPr lang="en-US" u="sng"/>
              <a:t>Solution</a:t>
            </a:r>
            <a:r>
              <a:rPr lang="en-US"/>
              <a:t>: leverage Intel’s Mode Based Execution Control (</a:t>
            </a:r>
            <a:r>
              <a:rPr lang="en-US" b="1"/>
              <a:t>MBEC</a:t>
            </a:r>
            <a:r>
              <a:rPr lang="en-US"/>
              <a:t>)</a:t>
            </a:r>
          </a:p>
          <a:p>
            <a:pPr marL="0" indent="0">
              <a:buNone/>
            </a:pPr>
            <a:endParaRPr lang="en-US"/>
          </a:p>
          <a:p>
            <a:pPr marL="0" indent="0">
              <a:buNone/>
            </a:pPr>
            <a:r>
              <a:rPr lang="en-US"/>
              <a:t>Split the execution permission into:</a:t>
            </a:r>
          </a:p>
          <a:p>
            <a:pPr>
              <a:buFont typeface="Arial" panose="020B0604020202020204" pitchFamily="34" charset="0"/>
              <a:buChar char="•"/>
            </a:pPr>
            <a:r>
              <a:rPr lang="en-US"/>
              <a:t>Kernel mode execution</a:t>
            </a:r>
          </a:p>
          <a:p>
            <a:pPr>
              <a:buFont typeface="Arial" panose="020B0604020202020204" pitchFamily="34" charset="0"/>
              <a:buChar char="•"/>
            </a:pPr>
            <a:r>
              <a:rPr lang="en-US"/>
              <a:t>User mode execution</a:t>
            </a:r>
          </a:p>
        </p:txBody>
      </p:sp>
    </p:spTree>
    <p:extLst>
      <p:ext uri="{BB962C8B-B14F-4D97-AF65-F5344CB8AC3E}">
        <p14:creationId xmlns:p14="http://schemas.microsoft.com/office/powerpoint/2010/main" val="1024385912"/>
      </p:ext>
    </p:extLst>
  </p:cSld>
  <p:clrMapOvr>
    <a:masterClrMapping/>
  </p:clrMapOvr>
  <p:transition>
    <p:fade/>
  </p:transition>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4BC59-0B05-796E-74BC-691EA4374378}"/>
              </a:ext>
            </a:extLst>
          </p:cNvPr>
          <p:cNvSpPr>
            <a:spLocks noGrp="1"/>
          </p:cNvSpPr>
          <p:nvPr>
            <p:ph type="title"/>
          </p:nvPr>
        </p:nvSpPr>
        <p:spPr/>
        <p:txBody>
          <a:bodyPr/>
          <a:lstStyle/>
          <a:p>
            <a:r>
              <a:rPr lang="en-US"/>
              <a:t>Kernel memory permissions without MBEC</a:t>
            </a:r>
          </a:p>
        </p:txBody>
      </p:sp>
      <p:sp>
        <p:nvSpPr>
          <p:cNvPr id="4" name="Rectangle 3">
            <a:extLst>
              <a:ext uri="{FF2B5EF4-FFF2-40B4-BE49-F238E27FC236}">
                <a16:creationId xmlns:a16="http://schemas.microsoft.com/office/drawing/2014/main" id="{C8A8B74A-4229-5AA6-FF48-26336A50DBCC}"/>
              </a:ext>
            </a:extLst>
          </p:cNvPr>
          <p:cNvSpPr/>
          <p:nvPr/>
        </p:nvSpPr>
        <p:spPr bwMode="auto">
          <a:xfrm>
            <a:off x="7616427" y="400358"/>
            <a:ext cx="3182027" cy="6041538"/>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605B2776-0655-6139-7648-E19E54568B5F}"/>
              </a:ext>
            </a:extLst>
          </p:cNvPr>
          <p:cNvSpPr/>
          <p:nvPr/>
        </p:nvSpPr>
        <p:spPr bwMode="auto">
          <a:xfrm>
            <a:off x="7616427" y="3340104"/>
            <a:ext cx="3182027" cy="636998"/>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ea typeface="Segoe UI" pitchFamily="34" charset="0"/>
                <a:cs typeface="Segoe UI" pitchFamily="34" charset="0"/>
              </a:rPr>
              <a:t>read-execute</a:t>
            </a:r>
          </a:p>
        </p:txBody>
      </p:sp>
      <p:sp>
        <p:nvSpPr>
          <p:cNvPr id="6" name="Rectangle 5">
            <a:extLst>
              <a:ext uri="{FF2B5EF4-FFF2-40B4-BE49-F238E27FC236}">
                <a16:creationId xmlns:a16="http://schemas.microsoft.com/office/drawing/2014/main" id="{BFD69CCF-125D-7430-3D38-14ECFCDDB2E1}"/>
              </a:ext>
            </a:extLst>
          </p:cNvPr>
          <p:cNvSpPr/>
          <p:nvPr/>
        </p:nvSpPr>
        <p:spPr bwMode="auto">
          <a:xfrm>
            <a:off x="7616430" y="892139"/>
            <a:ext cx="3182027" cy="636998"/>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ea typeface="Segoe UI" pitchFamily="34" charset="0"/>
                <a:cs typeface="Segoe UI" pitchFamily="34" charset="0"/>
              </a:rPr>
              <a:t>read-only</a:t>
            </a:r>
          </a:p>
        </p:txBody>
      </p:sp>
      <p:sp>
        <p:nvSpPr>
          <p:cNvPr id="7" name="Rectangle 6">
            <a:extLst>
              <a:ext uri="{FF2B5EF4-FFF2-40B4-BE49-F238E27FC236}">
                <a16:creationId xmlns:a16="http://schemas.microsoft.com/office/drawing/2014/main" id="{FE321943-88C6-CB85-1533-6A1C41E97C25}"/>
              </a:ext>
            </a:extLst>
          </p:cNvPr>
          <p:cNvSpPr/>
          <p:nvPr/>
        </p:nvSpPr>
        <p:spPr bwMode="auto">
          <a:xfrm>
            <a:off x="7616429" y="1529137"/>
            <a:ext cx="3182027" cy="636998"/>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ea typeface="Segoe UI" pitchFamily="34" charset="0"/>
                <a:cs typeface="Segoe UI" pitchFamily="34" charset="0"/>
              </a:rPr>
              <a:t>read-execute</a:t>
            </a:r>
          </a:p>
        </p:txBody>
      </p:sp>
      <p:sp>
        <p:nvSpPr>
          <p:cNvPr id="8" name="Rectangle 7">
            <a:extLst>
              <a:ext uri="{FF2B5EF4-FFF2-40B4-BE49-F238E27FC236}">
                <a16:creationId xmlns:a16="http://schemas.microsoft.com/office/drawing/2014/main" id="{2307E1D2-3345-2DAC-09A1-7B026367E27B}"/>
              </a:ext>
            </a:extLst>
          </p:cNvPr>
          <p:cNvSpPr/>
          <p:nvPr/>
        </p:nvSpPr>
        <p:spPr bwMode="auto">
          <a:xfrm>
            <a:off x="7616428" y="2166135"/>
            <a:ext cx="3182027" cy="636998"/>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ea typeface="Segoe UI" pitchFamily="34" charset="0"/>
                <a:cs typeface="Segoe UI" pitchFamily="34" charset="0"/>
              </a:rPr>
              <a:t>read-only</a:t>
            </a:r>
          </a:p>
        </p:txBody>
      </p:sp>
      <p:sp>
        <p:nvSpPr>
          <p:cNvPr id="10" name="TextBox 9">
            <a:extLst>
              <a:ext uri="{FF2B5EF4-FFF2-40B4-BE49-F238E27FC236}">
                <a16:creationId xmlns:a16="http://schemas.microsoft.com/office/drawing/2014/main" id="{2E572EAB-3D39-E549-26CF-CD0C3C4F8239}"/>
              </a:ext>
            </a:extLst>
          </p:cNvPr>
          <p:cNvSpPr txBox="1"/>
          <p:nvPr/>
        </p:nvSpPr>
        <p:spPr>
          <a:xfrm>
            <a:off x="6886161" y="3789691"/>
            <a:ext cx="635559" cy="369332"/>
          </a:xfrm>
          <a:prstGeom prst="rect">
            <a:avLst/>
          </a:prstGeom>
          <a:noFill/>
        </p:spPr>
        <p:txBody>
          <a:bodyPr wrap="none" lIns="0" tIns="0" rIns="0" bIns="0" rtlCol="0">
            <a:spAutoFit/>
          </a:bodyPr>
          <a:lstStyle/>
          <a:p>
            <a:pPr algn="l"/>
            <a:r>
              <a:rPr lang="en-US" sz="2400"/>
              <a:t>_text</a:t>
            </a:r>
          </a:p>
        </p:txBody>
      </p:sp>
      <p:sp>
        <p:nvSpPr>
          <p:cNvPr id="11" name="TextBox 10">
            <a:extLst>
              <a:ext uri="{FF2B5EF4-FFF2-40B4-BE49-F238E27FC236}">
                <a16:creationId xmlns:a16="http://schemas.microsoft.com/office/drawing/2014/main" id="{5EFC6BAD-6142-2719-E18B-CCCC19D78B9C}"/>
              </a:ext>
            </a:extLst>
          </p:cNvPr>
          <p:cNvSpPr txBox="1"/>
          <p:nvPr/>
        </p:nvSpPr>
        <p:spPr>
          <a:xfrm>
            <a:off x="6725861" y="3155438"/>
            <a:ext cx="795859" cy="369332"/>
          </a:xfrm>
          <a:prstGeom prst="rect">
            <a:avLst/>
          </a:prstGeom>
          <a:noFill/>
        </p:spPr>
        <p:txBody>
          <a:bodyPr wrap="none" lIns="0" tIns="0" rIns="0" bIns="0" rtlCol="0">
            <a:spAutoFit/>
          </a:bodyPr>
          <a:lstStyle/>
          <a:p>
            <a:pPr algn="l"/>
            <a:r>
              <a:rPr lang="en-US" sz="2400"/>
              <a:t>_</a:t>
            </a:r>
            <a:r>
              <a:rPr lang="en-US" sz="2400" err="1"/>
              <a:t>etext</a:t>
            </a:r>
            <a:endParaRPr lang="en-US" sz="2400"/>
          </a:p>
        </p:txBody>
      </p:sp>
      <p:sp>
        <p:nvSpPr>
          <p:cNvPr id="12" name="TextBox 11">
            <a:extLst>
              <a:ext uri="{FF2B5EF4-FFF2-40B4-BE49-F238E27FC236}">
                <a16:creationId xmlns:a16="http://schemas.microsoft.com/office/drawing/2014/main" id="{979141CF-1092-55B9-A7A7-4CA757F20262}"/>
              </a:ext>
            </a:extLst>
          </p:cNvPr>
          <p:cNvSpPr txBox="1"/>
          <p:nvPr/>
        </p:nvSpPr>
        <p:spPr>
          <a:xfrm>
            <a:off x="5513865" y="2621145"/>
            <a:ext cx="2008563" cy="369332"/>
          </a:xfrm>
          <a:prstGeom prst="rect">
            <a:avLst/>
          </a:prstGeom>
          <a:noFill/>
        </p:spPr>
        <p:txBody>
          <a:bodyPr wrap="none" lIns="0" tIns="0" rIns="0" bIns="0" rtlCol="0">
            <a:spAutoFit/>
          </a:bodyPr>
          <a:lstStyle/>
          <a:p>
            <a:pPr algn="l"/>
            <a:r>
              <a:rPr lang="en-US" sz="2400"/>
              <a:t>___</a:t>
            </a:r>
            <a:r>
              <a:rPr lang="en-US" sz="2400" err="1"/>
              <a:t>start_rodata</a:t>
            </a:r>
            <a:endParaRPr lang="en-US" sz="2400"/>
          </a:p>
        </p:txBody>
      </p:sp>
      <p:sp>
        <p:nvSpPr>
          <p:cNvPr id="13" name="TextBox 12">
            <a:extLst>
              <a:ext uri="{FF2B5EF4-FFF2-40B4-BE49-F238E27FC236}">
                <a16:creationId xmlns:a16="http://schemas.microsoft.com/office/drawing/2014/main" id="{5B7A6994-D119-9E3E-8C86-38FC70C55261}"/>
              </a:ext>
            </a:extLst>
          </p:cNvPr>
          <p:cNvSpPr txBox="1"/>
          <p:nvPr/>
        </p:nvSpPr>
        <p:spPr>
          <a:xfrm>
            <a:off x="6144617" y="1966498"/>
            <a:ext cx="1376980" cy="369332"/>
          </a:xfrm>
          <a:prstGeom prst="rect">
            <a:avLst/>
          </a:prstGeom>
          <a:noFill/>
        </p:spPr>
        <p:txBody>
          <a:bodyPr wrap="none" lIns="0" tIns="0" rIns="0" bIns="0" rtlCol="0">
            <a:spAutoFit/>
          </a:bodyPr>
          <a:lstStyle/>
          <a:p>
            <a:pPr algn="l"/>
            <a:r>
              <a:rPr lang="en-US" sz="2400" err="1"/>
              <a:t>vdso_start</a:t>
            </a:r>
            <a:endParaRPr lang="en-US" sz="2400"/>
          </a:p>
        </p:txBody>
      </p:sp>
      <p:sp>
        <p:nvSpPr>
          <p:cNvPr id="14" name="TextBox 13">
            <a:extLst>
              <a:ext uri="{FF2B5EF4-FFF2-40B4-BE49-F238E27FC236}">
                <a16:creationId xmlns:a16="http://schemas.microsoft.com/office/drawing/2014/main" id="{88D1380E-2870-4B81-2E74-540021895F63}"/>
              </a:ext>
            </a:extLst>
          </p:cNvPr>
          <p:cNvSpPr txBox="1"/>
          <p:nvPr/>
        </p:nvSpPr>
        <p:spPr>
          <a:xfrm>
            <a:off x="6240028" y="1344471"/>
            <a:ext cx="1281569" cy="369332"/>
          </a:xfrm>
          <a:prstGeom prst="rect">
            <a:avLst/>
          </a:prstGeom>
          <a:noFill/>
        </p:spPr>
        <p:txBody>
          <a:bodyPr wrap="none" lIns="0" tIns="0" rIns="0" bIns="0" rtlCol="0">
            <a:spAutoFit/>
          </a:bodyPr>
          <a:lstStyle/>
          <a:p>
            <a:pPr algn="l"/>
            <a:r>
              <a:rPr lang="en-US" sz="2400" err="1"/>
              <a:t>vdso_end</a:t>
            </a:r>
            <a:endParaRPr lang="en-US" sz="2400"/>
          </a:p>
        </p:txBody>
      </p:sp>
      <p:sp>
        <p:nvSpPr>
          <p:cNvPr id="15" name="TextBox 14">
            <a:extLst>
              <a:ext uri="{FF2B5EF4-FFF2-40B4-BE49-F238E27FC236}">
                <a16:creationId xmlns:a16="http://schemas.microsoft.com/office/drawing/2014/main" id="{87F995D9-5175-562F-ED50-1BBADA0BAFB7}"/>
              </a:ext>
            </a:extLst>
          </p:cNvPr>
          <p:cNvSpPr txBox="1"/>
          <p:nvPr/>
        </p:nvSpPr>
        <p:spPr>
          <a:xfrm>
            <a:off x="5608445" y="706134"/>
            <a:ext cx="1913152" cy="369332"/>
          </a:xfrm>
          <a:prstGeom prst="rect">
            <a:avLst/>
          </a:prstGeom>
          <a:noFill/>
        </p:spPr>
        <p:txBody>
          <a:bodyPr wrap="none" lIns="0" tIns="0" rIns="0" bIns="0" rtlCol="0">
            <a:spAutoFit/>
          </a:bodyPr>
          <a:lstStyle/>
          <a:p>
            <a:pPr algn="l"/>
            <a:r>
              <a:rPr lang="en-US" sz="2400"/>
              <a:t>___</a:t>
            </a:r>
            <a:r>
              <a:rPr lang="en-US" sz="2400" err="1"/>
              <a:t>end_rodata</a:t>
            </a:r>
            <a:endParaRPr lang="en-US" sz="2400"/>
          </a:p>
        </p:txBody>
      </p:sp>
      <p:sp>
        <p:nvSpPr>
          <p:cNvPr id="9" name="TextBox 8">
            <a:extLst>
              <a:ext uri="{FF2B5EF4-FFF2-40B4-BE49-F238E27FC236}">
                <a16:creationId xmlns:a16="http://schemas.microsoft.com/office/drawing/2014/main" id="{E28EF03E-A021-FB94-F7B3-6113B1C15F80}"/>
              </a:ext>
            </a:extLst>
          </p:cNvPr>
          <p:cNvSpPr txBox="1"/>
          <p:nvPr/>
        </p:nvSpPr>
        <p:spPr>
          <a:xfrm>
            <a:off x="11116685" y="6303397"/>
            <a:ext cx="900888" cy="276999"/>
          </a:xfrm>
          <a:prstGeom prst="rect">
            <a:avLst/>
          </a:prstGeom>
          <a:noFill/>
        </p:spPr>
        <p:txBody>
          <a:bodyPr wrap="none" lIns="0" tIns="0" rIns="0" bIns="0" rtlCol="0">
            <a:spAutoFit/>
          </a:bodyPr>
          <a:lstStyle/>
          <a:p>
            <a:pPr algn="l"/>
            <a:r>
              <a:rPr lang="en-US" sz="1800"/>
              <a:t>0x0000…</a:t>
            </a:r>
          </a:p>
        </p:txBody>
      </p:sp>
      <p:sp>
        <p:nvSpPr>
          <p:cNvPr id="18" name="TextBox 17">
            <a:extLst>
              <a:ext uri="{FF2B5EF4-FFF2-40B4-BE49-F238E27FC236}">
                <a16:creationId xmlns:a16="http://schemas.microsoft.com/office/drawing/2014/main" id="{95548EA7-F84B-415F-42B2-34EB9D57E3F2}"/>
              </a:ext>
            </a:extLst>
          </p:cNvPr>
          <p:cNvSpPr txBox="1"/>
          <p:nvPr/>
        </p:nvSpPr>
        <p:spPr>
          <a:xfrm>
            <a:off x="11116685" y="261858"/>
            <a:ext cx="832216" cy="276999"/>
          </a:xfrm>
          <a:prstGeom prst="rect">
            <a:avLst/>
          </a:prstGeom>
          <a:noFill/>
        </p:spPr>
        <p:txBody>
          <a:bodyPr wrap="none" lIns="0" tIns="0" rIns="0" bIns="0" rtlCol="0">
            <a:spAutoFit/>
          </a:bodyPr>
          <a:lstStyle/>
          <a:p>
            <a:pPr algn="l"/>
            <a:r>
              <a:rPr lang="en-US" sz="1800"/>
              <a:t>0xFFFF…</a:t>
            </a:r>
          </a:p>
        </p:txBody>
      </p:sp>
      <p:sp>
        <p:nvSpPr>
          <p:cNvPr id="19" name="TextBox 18">
            <a:extLst>
              <a:ext uri="{FF2B5EF4-FFF2-40B4-BE49-F238E27FC236}">
                <a16:creationId xmlns:a16="http://schemas.microsoft.com/office/drawing/2014/main" id="{A24B9153-8C87-F6E4-E742-F342B2FB858D}"/>
              </a:ext>
            </a:extLst>
          </p:cNvPr>
          <p:cNvSpPr txBox="1"/>
          <p:nvPr/>
        </p:nvSpPr>
        <p:spPr>
          <a:xfrm>
            <a:off x="8647784" y="4955502"/>
            <a:ext cx="1208279" cy="307777"/>
          </a:xfrm>
          <a:prstGeom prst="rect">
            <a:avLst/>
          </a:prstGeom>
          <a:noFill/>
        </p:spPr>
        <p:txBody>
          <a:bodyPr wrap="none" lIns="0" tIns="0" rIns="0" bIns="0" rtlCol="0">
            <a:spAutoFit/>
          </a:bodyPr>
          <a:lstStyle/>
          <a:p>
            <a:pPr algn="ctr"/>
            <a:r>
              <a:rPr lang="en-US" sz="2000"/>
              <a:t>executable</a:t>
            </a:r>
          </a:p>
        </p:txBody>
      </p:sp>
      <p:sp>
        <p:nvSpPr>
          <p:cNvPr id="20" name="TextBox 19">
            <a:extLst>
              <a:ext uri="{FF2B5EF4-FFF2-40B4-BE49-F238E27FC236}">
                <a16:creationId xmlns:a16="http://schemas.microsoft.com/office/drawing/2014/main" id="{70BBC3D8-0958-B779-01B6-36FBD50F5FA4}"/>
              </a:ext>
            </a:extLst>
          </p:cNvPr>
          <p:cNvSpPr txBox="1"/>
          <p:nvPr/>
        </p:nvSpPr>
        <p:spPr>
          <a:xfrm>
            <a:off x="8518450" y="2886853"/>
            <a:ext cx="1208279" cy="307777"/>
          </a:xfrm>
          <a:prstGeom prst="rect">
            <a:avLst/>
          </a:prstGeom>
          <a:noFill/>
        </p:spPr>
        <p:txBody>
          <a:bodyPr wrap="none" lIns="0" tIns="0" rIns="0" bIns="0" rtlCol="0">
            <a:spAutoFit/>
          </a:bodyPr>
          <a:lstStyle/>
          <a:p>
            <a:pPr algn="ctr"/>
            <a:r>
              <a:rPr lang="en-US" sz="2000"/>
              <a:t>executable</a:t>
            </a:r>
          </a:p>
        </p:txBody>
      </p:sp>
      <p:sp>
        <p:nvSpPr>
          <p:cNvPr id="21" name="TextBox 20">
            <a:extLst>
              <a:ext uri="{FF2B5EF4-FFF2-40B4-BE49-F238E27FC236}">
                <a16:creationId xmlns:a16="http://schemas.microsoft.com/office/drawing/2014/main" id="{EEDDE2B0-FD06-FEB2-F982-0E33AC0482D3}"/>
              </a:ext>
            </a:extLst>
          </p:cNvPr>
          <p:cNvSpPr txBox="1"/>
          <p:nvPr/>
        </p:nvSpPr>
        <p:spPr>
          <a:xfrm>
            <a:off x="8550644" y="462278"/>
            <a:ext cx="1213088" cy="307777"/>
          </a:xfrm>
          <a:prstGeom prst="rect">
            <a:avLst/>
          </a:prstGeom>
          <a:noFill/>
        </p:spPr>
        <p:txBody>
          <a:bodyPr wrap="none" lIns="0" tIns="0" rIns="0" bIns="0" rtlCol="0">
            <a:spAutoFit/>
          </a:bodyPr>
          <a:lstStyle/>
          <a:p>
            <a:pPr algn="ctr"/>
            <a:r>
              <a:rPr lang="en-US" sz="2000"/>
              <a:t>executable</a:t>
            </a:r>
          </a:p>
        </p:txBody>
      </p:sp>
    </p:spTree>
    <p:extLst>
      <p:ext uri="{BB962C8B-B14F-4D97-AF65-F5344CB8AC3E}">
        <p14:creationId xmlns:p14="http://schemas.microsoft.com/office/powerpoint/2010/main" val="72331285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p:bldP spid="20" grpId="0"/>
      <p:bldP spid="21"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E4BC59-0B05-796E-74BC-691EA4374378}"/>
              </a:ext>
            </a:extLst>
          </p:cNvPr>
          <p:cNvSpPr>
            <a:spLocks noGrp="1"/>
          </p:cNvSpPr>
          <p:nvPr>
            <p:ph type="title"/>
          </p:nvPr>
        </p:nvSpPr>
        <p:spPr/>
        <p:txBody>
          <a:bodyPr/>
          <a:lstStyle/>
          <a:p>
            <a:r>
              <a:rPr lang="en-US"/>
              <a:t>Kernel memory permissions with MBEC</a:t>
            </a:r>
          </a:p>
        </p:txBody>
      </p:sp>
      <p:sp>
        <p:nvSpPr>
          <p:cNvPr id="4" name="Rectangle 3">
            <a:extLst>
              <a:ext uri="{FF2B5EF4-FFF2-40B4-BE49-F238E27FC236}">
                <a16:creationId xmlns:a16="http://schemas.microsoft.com/office/drawing/2014/main" id="{C8A8B74A-4229-5AA6-FF48-26336A50DBCC}"/>
              </a:ext>
            </a:extLst>
          </p:cNvPr>
          <p:cNvSpPr/>
          <p:nvPr/>
        </p:nvSpPr>
        <p:spPr bwMode="auto">
          <a:xfrm>
            <a:off x="7616430" y="395416"/>
            <a:ext cx="3182027" cy="6046481"/>
          </a:xfrm>
          <a:prstGeom prst="rect">
            <a:avLst/>
          </a:prstGeom>
          <a:solidFill>
            <a:schemeClr val="accent6">
              <a:lumMod val="20000"/>
              <a:lumOff val="8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l" defTabSz="932472" fontAlgn="base">
              <a:spcBef>
                <a:spcPct val="0"/>
              </a:spcBef>
              <a:spcAft>
                <a:spcPct val="0"/>
              </a:spcAft>
            </a:pPr>
            <a:endParaRPr lang="en-US" sz="2000" err="1">
              <a:solidFill>
                <a:srgbClr val="FFFFFF"/>
              </a:solidFill>
              <a:ea typeface="Segoe UI" pitchFamily="34" charset="0"/>
              <a:cs typeface="Segoe UI" pitchFamily="34" charset="0"/>
            </a:endParaRPr>
          </a:p>
        </p:txBody>
      </p:sp>
      <p:sp>
        <p:nvSpPr>
          <p:cNvPr id="5" name="Rectangle 4">
            <a:extLst>
              <a:ext uri="{FF2B5EF4-FFF2-40B4-BE49-F238E27FC236}">
                <a16:creationId xmlns:a16="http://schemas.microsoft.com/office/drawing/2014/main" id="{605B2776-0655-6139-7648-E19E54568B5F}"/>
              </a:ext>
            </a:extLst>
          </p:cNvPr>
          <p:cNvSpPr/>
          <p:nvPr/>
        </p:nvSpPr>
        <p:spPr bwMode="auto">
          <a:xfrm>
            <a:off x="7616427" y="3340104"/>
            <a:ext cx="3182027" cy="636998"/>
          </a:xfrm>
          <a:prstGeom prst="rect">
            <a:avLst/>
          </a:prstGeom>
          <a:solidFill>
            <a:schemeClr val="accent1">
              <a:lumMod val="60000"/>
              <a:lumOff val="40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r>
              <a:rPr lang="en-US" sz="2000">
                <a:solidFill>
                  <a:srgbClr val="FFFFFF"/>
                </a:solidFill>
                <a:ea typeface="Segoe UI" pitchFamily="34" charset="0"/>
                <a:cs typeface="Segoe UI" pitchFamily="34" charset="0"/>
              </a:rPr>
              <a:t>read-execute</a:t>
            </a:r>
          </a:p>
        </p:txBody>
      </p:sp>
      <p:sp>
        <p:nvSpPr>
          <p:cNvPr id="6" name="Rectangle 5">
            <a:extLst>
              <a:ext uri="{FF2B5EF4-FFF2-40B4-BE49-F238E27FC236}">
                <a16:creationId xmlns:a16="http://schemas.microsoft.com/office/drawing/2014/main" id="{BFD69CCF-125D-7430-3D38-14ECFCDDB2E1}"/>
              </a:ext>
            </a:extLst>
          </p:cNvPr>
          <p:cNvSpPr/>
          <p:nvPr/>
        </p:nvSpPr>
        <p:spPr bwMode="auto">
          <a:xfrm>
            <a:off x="7616430" y="892139"/>
            <a:ext cx="3182024" cy="1910994"/>
          </a:xfrm>
          <a:prstGeom prst="rect">
            <a:avLst/>
          </a:prstGeom>
          <a:solidFill>
            <a:schemeClr val="accent4"/>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000">
              <a:solidFill>
                <a:srgbClr val="FFFFFF"/>
              </a:solidFill>
              <a:ea typeface="Segoe UI" pitchFamily="34" charset="0"/>
              <a:cs typeface="Segoe UI" pitchFamily="34" charset="0"/>
            </a:endParaRPr>
          </a:p>
          <a:p>
            <a:pPr algn="ctr" defTabSz="932472" fontAlgn="base">
              <a:spcBef>
                <a:spcPct val="0"/>
              </a:spcBef>
              <a:spcAft>
                <a:spcPct val="0"/>
              </a:spcAft>
            </a:pPr>
            <a:endParaRPr lang="en-US" sz="2000">
              <a:solidFill>
                <a:srgbClr val="FFFFFF"/>
              </a:solidFill>
              <a:ea typeface="Segoe UI" pitchFamily="34" charset="0"/>
              <a:cs typeface="Segoe UI" pitchFamily="34" charset="0"/>
            </a:endParaRPr>
          </a:p>
          <a:p>
            <a:pPr algn="ctr" defTabSz="932472" fontAlgn="base">
              <a:spcBef>
                <a:spcPct val="0"/>
              </a:spcBef>
              <a:spcAft>
                <a:spcPct val="0"/>
              </a:spcAft>
            </a:pPr>
            <a:r>
              <a:rPr lang="en-US" sz="2000">
                <a:solidFill>
                  <a:srgbClr val="FFFFFF"/>
                </a:solidFill>
                <a:ea typeface="Segoe UI" pitchFamily="34" charset="0"/>
                <a:cs typeface="Segoe UI" pitchFamily="34" charset="0"/>
              </a:rPr>
              <a:t>read-only</a:t>
            </a:r>
          </a:p>
        </p:txBody>
      </p:sp>
      <p:sp>
        <p:nvSpPr>
          <p:cNvPr id="10" name="TextBox 9">
            <a:extLst>
              <a:ext uri="{FF2B5EF4-FFF2-40B4-BE49-F238E27FC236}">
                <a16:creationId xmlns:a16="http://schemas.microsoft.com/office/drawing/2014/main" id="{2E572EAB-3D39-E549-26CF-CD0C3C4F8239}"/>
              </a:ext>
            </a:extLst>
          </p:cNvPr>
          <p:cNvSpPr txBox="1"/>
          <p:nvPr/>
        </p:nvSpPr>
        <p:spPr>
          <a:xfrm>
            <a:off x="6886161" y="3789691"/>
            <a:ext cx="635559" cy="369332"/>
          </a:xfrm>
          <a:prstGeom prst="rect">
            <a:avLst/>
          </a:prstGeom>
          <a:noFill/>
        </p:spPr>
        <p:txBody>
          <a:bodyPr wrap="none" lIns="0" tIns="0" rIns="0" bIns="0" rtlCol="0">
            <a:spAutoFit/>
          </a:bodyPr>
          <a:lstStyle/>
          <a:p>
            <a:pPr algn="l"/>
            <a:r>
              <a:rPr lang="en-US" sz="2400"/>
              <a:t>_text</a:t>
            </a:r>
          </a:p>
        </p:txBody>
      </p:sp>
      <p:sp>
        <p:nvSpPr>
          <p:cNvPr id="11" name="TextBox 10">
            <a:extLst>
              <a:ext uri="{FF2B5EF4-FFF2-40B4-BE49-F238E27FC236}">
                <a16:creationId xmlns:a16="http://schemas.microsoft.com/office/drawing/2014/main" id="{5EFC6BAD-6142-2719-E18B-CCCC19D78B9C}"/>
              </a:ext>
            </a:extLst>
          </p:cNvPr>
          <p:cNvSpPr txBox="1"/>
          <p:nvPr/>
        </p:nvSpPr>
        <p:spPr>
          <a:xfrm>
            <a:off x="6725861" y="3155438"/>
            <a:ext cx="795859" cy="369332"/>
          </a:xfrm>
          <a:prstGeom prst="rect">
            <a:avLst/>
          </a:prstGeom>
          <a:noFill/>
        </p:spPr>
        <p:txBody>
          <a:bodyPr wrap="none" lIns="0" tIns="0" rIns="0" bIns="0" rtlCol="0">
            <a:spAutoFit/>
          </a:bodyPr>
          <a:lstStyle/>
          <a:p>
            <a:pPr algn="l"/>
            <a:r>
              <a:rPr lang="en-US" sz="2400"/>
              <a:t>_</a:t>
            </a:r>
            <a:r>
              <a:rPr lang="en-US" sz="2400" err="1"/>
              <a:t>etext</a:t>
            </a:r>
            <a:endParaRPr lang="en-US" sz="2400"/>
          </a:p>
        </p:txBody>
      </p:sp>
      <p:sp>
        <p:nvSpPr>
          <p:cNvPr id="12" name="TextBox 11">
            <a:extLst>
              <a:ext uri="{FF2B5EF4-FFF2-40B4-BE49-F238E27FC236}">
                <a16:creationId xmlns:a16="http://schemas.microsoft.com/office/drawing/2014/main" id="{979141CF-1092-55B9-A7A7-4CA757F20262}"/>
              </a:ext>
            </a:extLst>
          </p:cNvPr>
          <p:cNvSpPr txBox="1"/>
          <p:nvPr/>
        </p:nvSpPr>
        <p:spPr>
          <a:xfrm>
            <a:off x="5513865" y="2621145"/>
            <a:ext cx="2008563" cy="369332"/>
          </a:xfrm>
          <a:prstGeom prst="rect">
            <a:avLst/>
          </a:prstGeom>
          <a:noFill/>
        </p:spPr>
        <p:txBody>
          <a:bodyPr wrap="none" lIns="0" tIns="0" rIns="0" bIns="0" rtlCol="0">
            <a:spAutoFit/>
          </a:bodyPr>
          <a:lstStyle/>
          <a:p>
            <a:pPr algn="l"/>
            <a:r>
              <a:rPr lang="en-US" sz="2400"/>
              <a:t>___</a:t>
            </a:r>
            <a:r>
              <a:rPr lang="en-US" sz="2400" err="1"/>
              <a:t>start_rodata</a:t>
            </a:r>
            <a:endParaRPr lang="en-US" sz="2400"/>
          </a:p>
        </p:txBody>
      </p:sp>
      <p:sp>
        <p:nvSpPr>
          <p:cNvPr id="13" name="TextBox 12">
            <a:extLst>
              <a:ext uri="{FF2B5EF4-FFF2-40B4-BE49-F238E27FC236}">
                <a16:creationId xmlns:a16="http://schemas.microsoft.com/office/drawing/2014/main" id="{5B7A6994-D119-9E3E-8C86-38FC70C55261}"/>
              </a:ext>
            </a:extLst>
          </p:cNvPr>
          <p:cNvSpPr txBox="1"/>
          <p:nvPr/>
        </p:nvSpPr>
        <p:spPr>
          <a:xfrm>
            <a:off x="6144617" y="1966498"/>
            <a:ext cx="1376980" cy="369332"/>
          </a:xfrm>
          <a:prstGeom prst="rect">
            <a:avLst/>
          </a:prstGeom>
          <a:noFill/>
        </p:spPr>
        <p:txBody>
          <a:bodyPr wrap="none" lIns="0" tIns="0" rIns="0" bIns="0" rtlCol="0">
            <a:spAutoFit/>
          </a:bodyPr>
          <a:lstStyle/>
          <a:p>
            <a:pPr algn="l"/>
            <a:r>
              <a:rPr lang="en-US" sz="2400" err="1"/>
              <a:t>vdso_start</a:t>
            </a:r>
            <a:endParaRPr lang="en-US" sz="2400"/>
          </a:p>
        </p:txBody>
      </p:sp>
      <p:sp>
        <p:nvSpPr>
          <p:cNvPr id="14" name="TextBox 13">
            <a:extLst>
              <a:ext uri="{FF2B5EF4-FFF2-40B4-BE49-F238E27FC236}">
                <a16:creationId xmlns:a16="http://schemas.microsoft.com/office/drawing/2014/main" id="{88D1380E-2870-4B81-2E74-540021895F63}"/>
              </a:ext>
            </a:extLst>
          </p:cNvPr>
          <p:cNvSpPr txBox="1"/>
          <p:nvPr/>
        </p:nvSpPr>
        <p:spPr>
          <a:xfrm>
            <a:off x="6240028" y="1344471"/>
            <a:ext cx="1281569" cy="369332"/>
          </a:xfrm>
          <a:prstGeom prst="rect">
            <a:avLst/>
          </a:prstGeom>
          <a:noFill/>
        </p:spPr>
        <p:txBody>
          <a:bodyPr wrap="none" lIns="0" tIns="0" rIns="0" bIns="0" rtlCol="0">
            <a:spAutoFit/>
          </a:bodyPr>
          <a:lstStyle/>
          <a:p>
            <a:pPr algn="l"/>
            <a:r>
              <a:rPr lang="en-US" sz="2400" err="1"/>
              <a:t>vdso_end</a:t>
            </a:r>
            <a:endParaRPr lang="en-US" sz="2400"/>
          </a:p>
        </p:txBody>
      </p:sp>
      <p:sp>
        <p:nvSpPr>
          <p:cNvPr id="15" name="TextBox 14">
            <a:extLst>
              <a:ext uri="{FF2B5EF4-FFF2-40B4-BE49-F238E27FC236}">
                <a16:creationId xmlns:a16="http://schemas.microsoft.com/office/drawing/2014/main" id="{87F995D9-5175-562F-ED50-1BBADA0BAFB7}"/>
              </a:ext>
            </a:extLst>
          </p:cNvPr>
          <p:cNvSpPr txBox="1"/>
          <p:nvPr/>
        </p:nvSpPr>
        <p:spPr>
          <a:xfrm>
            <a:off x="5608445" y="706134"/>
            <a:ext cx="1913152" cy="369332"/>
          </a:xfrm>
          <a:prstGeom prst="rect">
            <a:avLst/>
          </a:prstGeom>
          <a:noFill/>
        </p:spPr>
        <p:txBody>
          <a:bodyPr wrap="none" lIns="0" tIns="0" rIns="0" bIns="0" rtlCol="0">
            <a:spAutoFit/>
          </a:bodyPr>
          <a:lstStyle/>
          <a:p>
            <a:pPr algn="l"/>
            <a:r>
              <a:rPr lang="en-US" sz="2400"/>
              <a:t>___</a:t>
            </a:r>
            <a:r>
              <a:rPr lang="en-US" sz="2400" err="1"/>
              <a:t>end_rodata</a:t>
            </a:r>
            <a:endParaRPr lang="en-US" sz="2400"/>
          </a:p>
        </p:txBody>
      </p:sp>
      <p:sp>
        <p:nvSpPr>
          <p:cNvPr id="16" name="TextBox 15">
            <a:extLst>
              <a:ext uri="{FF2B5EF4-FFF2-40B4-BE49-F238E27FC236}">
                <a16:creationId xmlns:a16="http://schemas.microsoft.com/office/drawing/2014/main" id="{DB5A4E58-B785-BA8E-6CF9-9DECAD89F693}"/>
              </a:ext>
            </a:extLst>
          </p:cNvPr>
          <p:cNvSpPr txBox="1"/>
          <p:nvPr/>
        </p:nvSpPr>
        <p:spPr>
          <a:xfrm>
            <a:off x="11116685" y="6303397"/>
            <a:ext cx="900888" cy="276999"/>
          </a:xfrm>
          <a:prstGeom prst="rect">
            <a:avLst/>
          </a:prstGeom>
          <a:noFill/>
        </p:spPr>
        <p:txBody>
          <a:bodyPr wrap="none" lIns="0" tIns="0" rIns="0" bIns="0" rtlCol="0">
            <a:spAutoFit/>
          </a:bodyPr>
          <a:lstStyle/>
          <a:p>
            <a:pPr algn="l"/>
            <a:r>
              <a:rPr lang="en-US" sz="1800"/>
              <a:t>0x0000…</a:t>
            </a:r>
          </a:p>
        </p:txBody>
      </p:sp>
      <p:sp>
        <p:nvSpPr>
          <p:cNvPr id="19" name="TextBox 18">
            <a:extLst>
              <a:ext uri="{FF2B5EF4-FFF2-40B4-BE49-F238E27FC236}">
                <a16:creationId xmlns:a16="http://schemas.microsoft.com/office/drawing/2014/main" id="{218ACFA6-F60D-2288-D969-50B3EDE17975}"/>
              </a:ext>
            </a:extLst>
          </p:cNvPr>
          <p:cNvSpPr txBox="1"/>
          <p:nvPr/>
        </p:nvSpPr>
        <p:spPr>
          <a:xfrm>
            <a:off x="11116685" y="261858"/>
            <a:ext cx="832216" cy="276999"/>
          </a:xfrm>
          <a:prstGeom prst="rect">
            <a:avLst/>
          </a:prstGeom>
          <a:noFill/>
        </p:spPr>
        <p:txBody>
          <a:bodyPr wrap="none" lIns="0" tIns="0" rIns="0" bIns="0" rtlCol="0">
            <a:spAutoFit/>
          </a:bodyPr>
          <a:lstStyle/>
          <a:p>
            <a:pPr algn="l"/>
            <a:r>
              <a:rPr lang="en-US" sz="1800"/>
              <a:t>0xFFFF…</a:t>
            </a:r>
          </a:p>
        </p:txBody>
      </p:sp>
      <p:sp>
        <p:nvSpPr>
          <p:cNvPr id="20" name="TextBox 19">
            <a:extLst>
              <a:ext uri="{FF2B5EF4-FFF2-40B4-BE49-F238E27FC236}">
                <a16:creationId xmlns:a16="http://schemas.microsoft.com/office/drawing/2014/main" id="{72325E48-EB0D-4B66-BB75-D0B1EB4C4D7F}"/>
              </a:ext>
            </a:extLst>
          </p:cNvPr>
          <p:cNvSpPr txBox="1"/>
          <p:nvPr/>
        </p:nvSpPr>
        <p:spPr>
          <a:xfrm>
            <a:off x="8372869" y="4955502"/>
            <a:ext cx="1758110" cy="307777"/>
          </a:xfrm>
          <a:prstGeom prst="rect">
            <a:avLst/>
          </a:prstGeom>
          <a:noFill/>
        </p:spPr>
        <p:txBody>
          <a:bodyPr wrap="none" lIns="0" tIns="0" rIns="0" bIns="0" rtlCol="0">
            <a:spAutoFit/>
          </a:bodyPr>
          <a:lstStyle/>
          <a:p>
            <a:pPr algn="ctr"/>
            <a:r>
              <a:rPr lang="en-US" sz="2000"/>
              <a:t>non-executable</a:t>
            </a:r>
          </a:p>
        </p:txBody>
      </p:sp>
      <p:sp>
        <p:nvSpPr>
          <p:cNvPr id="21" name="TextBox 20">
            <a:extLst>
              <a:ext uri="{FF2B5EF4-FFF2-40B4-BE49-F238E27FC236}">
                <a16:creationId xmlns:a16="http://schemas.microsoft.com/office/drawing/2014/main" id="{1E1D2067-06FA-3AD0-3890-E366CD52663D}"/>
              </a:ext>
            </a:extLst>
          </p:cNvPr>
          <p:cNvSpPr txBox="1"/>
          <p:nvPr/>
        </p:nvSpPr>
        <p:spPr>
          <a:xfrm>
            <a:off x="8243535" y="2886853"/>
            <a:ext cx="1758110" cy="307777"/>
          </a:xfrm>
          <a:prstGeom prst="rect">
            <a:avLst/>
          </a:prstGeom>
          <a:noFill/>
        </p:spPr>
        <p:txBody>
          <a:bodyPr wrap="none" lIns="0" tIns="0" rIns="0" bIns="0" rtlCol="0">
            <a:spAutoFit/>
          </a:bodyPr>
          <a:lstStyle/>
          <a:p>
            <a:pPr algn="ctr"/>
            <a:r>
              <a:rPr lang="en-US" sz="2000"/>
              <a:t>non-executable</a:t>
            </a:r>
          </a:p>
        </p:txBody>
      </p:sp>
      <p:sp>
        <p:nvSpPr>
          <p:cNvPr id="22" name="TextBox 21">
            <a:extLst>
              <a:ext uri="{FF2B5EF4-FFF2-40B4-BE49-F238E27FC236}">
                <a16:creationId xmlns:a16="http://schemas.microsoft.com/office/drawing/2014/main" id="{2482E2B9-7BDF-B8EC-1213-03D57A17D2EC}"/>
              </a:ext>
            </a:extLst>
          </p:cNvPr>
          <p:cNvSpPr txBox="1"/>
          <p:nvPr/>
        </p:nvSpPr>
        <p:spPr>
          <a:xfrm>
            <a:off x="8278140" y="462278"/>
            <a:ext cx="1758110" cy="307777"/>
          </a:xfrm>
          <a:prstGeom prst="rect">
            <a:avLst/>
          </a:prstGeom>
          <a:noFill/>
        </p:spPr>
        <p:txBody>
          <a:bodyPr wrap="none" lIns="0" tIns="0" rIns="0" bIns="0" rtlCol="0">
            <a:spAutoFit/>
          </a:bodyPr>
          <a:lstStyle/>
          <a:p>
            <a:pPr algn="ctr"/>
            <a:r>
              <a:rPr lang="en-US" sz="2000"/>
              <a:t>non-executable</a:t>
            </a:r>
          </a:p>
        </p:txBody>
      </p:sp>
    </p:spTree>
    <p:extLst>
      <p:ext uri="{BB962C8B-B14F-4D97-AF65-F5344CB8AC3E}">
        <p14:creationId xmlns:p14="http://schemas.microsoft.com/office/powerpoint/2010/main" val="4187002970"/>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21"/>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P spid="2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B995FF-117E-5509-2B6D-67AF98BDF0D3}"/>
              </a:ext>
            </a:extLst>
          </p:cNvPr>
          <p:cNvSpPr>
            <a:spLocks noGrp="1"/>
          </p:cNvSpPr>
          <p:nvPr>
            <p:ph type="title"/>
          </p:nvPr>
        </p:nvSpPr>
        <p:spPr/>
        <p:txBody>
          <a:bodyPr/>
          <a:lstStyle/>
          <a:p>
            <a:r>
              <a:rPr lang="en-US">
                <a:cs typeface="Segoe UI"/>
              </a:rPr>
              <a:t>Code</a:t>
            </a:r>
            <a:endParaRPr lang="en-US"/>
          </a:p>
        </p:txBody>
      </p:sp>
      <p:sp>
        <p:nvSpPr>
          <p:cNvPr id="3" name="Text Placeholder 2">
            <a:extLst>
              <a:ext uri="{FF2B5EF4-FFF2-40B4-BE49-F238E27FC236}">
                <a16:creationId xmlns:a16="http://schemas.microsoft.com/office/drawing/2014/main" id="{0887CCB3-FB5A-3C42-36A9-364E64302A31}"/>
              </a:ext>
            </a:extLst>
          </p:cNvPr>
          <p:cNvSpPr>
            <a:spLocks noGrp="1"/>
          </p:cNvSpPr>
          <p:nvPr>
            <p:ph type="body" sz="quarter" idx="11"/>
          </p:nvPr>
        </p:nvSpPr>
        <p:spPr/>
        <p:txBody>
          <a:bodyPr/>
          <a:lstStyle/>
          <a:p>
            <a:pPr marL="0" indent="0">
              <a:buNone/>
            </a:pPr>
            <a:r>
              <a:rPr lang="en-US" sz="3200">
                <a:ea typeface="+mn-lt"/>
                <a:cs typeface="+mn-lt"/>
                <a:hlinkClick r:id="rId2"/>
              </a:rPr>
              <a:t>https://github.com/heki-linux/linux</a:t>
            </a:r>
            <a:endParaRPr lang="en-US" sz="3200">
              <a:ea typeface="+mn-lt"/>
              <a:cs typeface="+mn-lt"/>
            </a:endParaRPr>
          </a:p>
          <a:p>
            <a:pPr marL="0" indent="0">
              <a:buNone/>
            </a:pPr>
            <a:r>
              <a:rPr lang="en-US" sz="3200">
                <a:ea typeface="+mn-lt"/>
                <a:cs typeface="+mn-lt"/>
              </a:rPr>
              <a:t>branch heki-v2</a:t>
            </a:r>
          </a:p>
        </p:txBody>
      </p:sp>
    </p:spTree>
    <p:extLst>
      <p:ext uri="{BB962C8B-B14F-4D97-AF65-F5344CB8AC3E}">
        <p14:creationId xmlns:p14="http://schemas.microsoft.com/office/powerpoint/2010/main" val="611642766"/>
      </p:ext>
    </p:extLst>
  </p:cSld>
  <p:clrMapOvr>
    <a:masterClrMapping/>
  </p:clrMapOvr>
  <p:transition>
    <p:fade/>
  </p:transition>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731C5BF-2587-AA43-8D00-4B95D90A112D}"/>
              </a:ext>
            </a:extLst>
          </p:cNvPr>
          <p:cNvSpPr>
            <a:spLocks noGrp="1"/>
          </p:cNvSpPr>
          <p:nvPr>
            <p:ph type="title"/>
          </p:nvPr>
        </p:nvSpPr>
        <p:spPr/>
        <p:txBody>
          <a:bodyPr/>
          <a:lstStyle/>
          <a:p>
            <a:r>
              <a:rPr lang="en-US"/>
              <a:t>Wrap up</a:t>
            </a:r>
          </a:p>
        </p:txBody>
      </p:sp>
      <p:sp>
        <p:nvSpPr>
          <p:cNvPr id="3" name="Text Placeholder 2">
            <a:extLst>
              <a:ext uri="{FF2B5EF4-FFF2-40B4-BE49-F238E27FC236}">
                <a16:creationId xmlns:a16="http://schemas.microsoft.com/office/drawing/2014/main" id="{F39D18C1-892E-774C-A583-DD3BE9301A12}"/>
              </a:ext>
            </a:extLst>
          </p:cNvPr>
          <p:cNvSpPr>
            <a:spLocks noGrp="1"/>
          </p:cNvSpPr>
          <p:nvPr>
            <p:ph type="body" sz="quarter" idx="11"/>
          </p:nvPr>
        </p:nvSpPr>
        <p:spPr/>
        <p:txBody>
          <a:bodyPr/>
          <a:lstStyle/>
          <a:p>
            <a:pPr marL="0" indent="0">
              <a:buNone/>
            </a:pPr>
            <a:r>
              <a:rPr lang="en-US"/>
              <a:t>KVM and Hyper-V supports:</a:t>
            </a:r>
          </a:p>
          <a:p>
            <a:pPr>
              <a:buFont typeface="Arial" panose="020B0604020202020204" pitchFamily="34" charset="0"/>
              <a:buChar char="•"/>
            </a:pPr>
            <a:r>
              <a:rPr lang="en-US"/>
              <a:t>defense-in-depth mechanism leveraging hardware virtualization</a:t>
            </a:r>
          </a:p>
          <a:p>
            <a:pPr>
              <a:buFont typeface="Arial" panose="020B0604020202020204" pitchFamily="34" charset="0"/>
              <a:buChar char="•"/>
            </a:pPr>
            <a:r>
              <a:rPr lang="en-US"/>
              <a:t>common API layer across hypervisors</a:t>
            </a:r>
          </a:p>
          <a:p>
            <a:pPr marL="0" indent="0">
              <a:buNone/>
            </a:pPr>
            <a:endParaRPr lang="en-US"/>
          </a:p>
          <a:p>
            <a:pPr marL="0" indent="0">
              <a:buNone/>
            </a:pPr>
            <a:r>
              <a:rPr lang="en-US"/>
              <a:t>Any feedback?</a:t>
            </a:r>
          </a:p>
          <a:p>
            <a:pPr marL="0" indent="0">
              <a:buNone/>
            </a:pPr>
            <a:endParaRPr lang="en-US"/>
          </a:p>
          <a:p>
            <a:pPr marL="0" indent="0">
              <a:buNone/>
            </a:pPr>
            <a:r>
              <a:rPr lang="en-US" sz="2800">
                <a:hlinkClick r:id="rId2"/>
              </a:rPr>
              <a:t>https://github.com/heki-linux</a:t>
            </a:r>
            <a:endParaRPr lang="en-US" sz="2800"/>
          </a:p>
          <a:p>
            <a:pPr marL="0" indent="0">
              <a:buNone/>
            </a:pPr>
            <a:endParaRPr lang="en-US"/>
          </a:p>
        </p:txBody>
      </p:sp>
    </p:spTree>
    <p:extLst>
      <p:ext uri="{BB962C8B-B14F-4D97-AF65-F5344CB8AC3E}">
        <p14:creationId xmlns:p14="http://schemas.microsoft.com/office/powerpoint/2010/main" val="482404739"/>
      </p:ext>
    </p:extLst>
  </p:cSld>
  <p:clrMapOvr>
    <a:masterClrMapping/>
  </p:clrMapOvr>
  <p:transition>
    <p:fade/>
  </p:transition>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47E540-D664-2248-A353-E17150691F3D}"/>
              </a:ext>
            </a:extLst>
          </p:cNvPr>
          <p:cNvSpPr>
            <a:spLocks noGrp="1"/>
          </p:cNvSpPr>
          <p:nvPr>
            <p:ph type="title"/>
          </p:nvPr>
        </p:nvSpPr>
        <p:spPr/>
        <p:txBody>
          <a:bodyPr/>
          <a:lstStyle/>
          <a:p>
            <a:r>
              <a:rPr lang="en-US">
                <a:cs typeface="Segoe UI"/>
              </a:rPr>
              <a:t>Q&amp;A</a:t>
            </a:r>
            <a:endParaRPr lang="en-US"/>
          </a:p>
        </p:txBody>
      </p:sp>
    </p:spTree>
    <p:extLst>
      <p:ext uri="{BB962C8B-B14F-4D97-AF65-F5344CB8AC3E}">
        <p14:creationId xmlns:p14="http://schemas.microsoft.com/office/powerpoint/2010/main" val="2453551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5" name="Picture 14" descr="Sphere of mesh and nodes">
            <a:extLst>
              <a:ext uri="{FF2B5EF4-FFF2-40B4-BE49-F238E27FC236}">
                <a16:creationId xmlns:a16="http://schemas.microsoft.com/office/drawing/2014/main" id="{7A0EF7F5-B0A2-24D2-A51C-36B72A0EDFB7}"/>
              </a:ext>
            </a:extLst>
          </p:cNvPr>
          <p:cNvPicPr>
            <a:picLocks noChangeAspect="1"/>
          </p:cNvPicPr>
          <p:nvPr/>
        </p:nvPicPr>
        <p:blipFill rotWithShape="1">
          <a:blip r:embed="rId2"/>
          <a:srcRect t="1430" b="23570"/>
          <a:stretch/>
        </p:blipFill>
        <p:spPr>
          <a:xfrm>
            <a:off x="20" y="10"/>
            <a:ext cx="12191980" cy="6857990"/>
          </a:xfrm>
          <a:prstGeom prst="rect">
            <a:avLst/>
          </a:prstGeom>
          <a:noFill/>
        </p:spPr>
      </p:pic>
      <p:sp>
        <p:nvSpPr>
          <p:cNvPr id="2" name="Title 1">
            <a:extLst>
              <a:ext uri="{FF2B5EF4-FFF2-40B4-BE49-F238E27FC236}">
                <a16:creationId xmlns:a16="http://schemas.microsoft.com/office/drawing/2014/main" id="{5036172D-0981-6D4F-9F96-321880EB682D}"/>
              </a:ext>
            </a:extLst>
          </p:cNvPr>
          <p:cNvSpPr>
            <a:spLocks noGrp="1"/>
          </p:cNvSpPr>
          <p:nvPr>
            <p:ph type="title"/>
          </p:nvPr>
        </p:nvSpPr>
        <p:spPr>
          <a:xfrm>
            <a:off x="-3" y="0"/>
            <a:ext cx="5669280" cy="5712903"/>
          </a:xfrm>
        </p:spPr>
        <p:txBody>
          <a:bodyPr wrap="square" anchor="ctr">
            <a:normAutofit/>
          </a:bodyPr>
          <a:lstStyle/>
          <a:p>
            <a:r>
              <a:rPr lang="en-US" dirty="0">
                <a:solidFill>
                  <a:schemeClr val="accent3">
                    <a:lumMod val="75000"/>
                  </a:schemeClr>
                </a:solidFill>
              </a:rPr>
              <a:t>Thank you</a:t>
            </a:r>
          </a:p>
        </p:txBody>
      </p:sp>
    </p:spTree>
    <p:extLst>
      <p:ext uri="{BB962C8B-B14F-4D97-AF65-F5344CB8AC3E}">
        <p14:creationId xmlns:p14="http://schemas.microsoft.com/office/powerpoint/2010/main" val="1071330122"/>
      </p:ext>
    </p:extLst>
  </p:cSld>
  <p:clrMapOvr>
    <a:masterClrMapping/>
  </p:clrMapOvr>
  <p:transition>
    <p:fade/>
  </p:transition>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E4436FAC-2B96-19A3-66AC-E888DF85432E}"/>
              </a:ext>
            </a:extLst>
          </p:cNvPr>
          <p:cNvSpPr>
            <a:spLocks noGrp="1"/>
          </p:cNvSpPr>
          <p:nvPr>
            <p:ph type="title"/>
          </p:nvPr>
        </p:nvSpPr>
        <p:spPr>
          <a:xfrm>
            <a:off x="983170" y="2930402"/>
            <a:ext cx="10225659" cy="997196"/>
          </a:xfrm>
        </p:spPr>
        <p:txBody>
          <a:bodyPr/>
          <a:lstStyle/>
          <a:p>
            <a:pPr algn="ctr"/>
            <a:r>
              <a:rPr lang="en-US" sz="3600">
                <a:hlinkClick r:id="rId2">
                  <a:extLst>
                    <a:ext uri="{A12FA001-AC4F-418D-AE19-62706E023703}">
                      <ahyp:hlinkClr xmlns:ahyp="http://schemas.microsoft.com/office/drawing/2018/hyperlinkcolor" val="tx"/>
                    </a:ext>
                  </a:extLst>
                </a:hlinkClick>
              </a:rPr>
              <a:t>Demo: control-register pinning</a:t>
            </a:r>
            <a:br>
              <a:rPr lang="en-US" sz="3600">
                <a:hlinkClick r:id="rId2">
                  <a:extLst>
                    <a:ext uri="{A12FA001-AC4F-418D-AE19-62706E023703}">
                      <ahyp:hlinkClr xmlns:ahyp="http://schemas.microsoft.com/office/drawing/2018/hyperlinkcolor" val="tx"/>
                    </a:ext>
                  </a:extLst>
                </a:hlinkClick>
              </a:rPr>
            </a:br>
            <a:r>
              <a:rPr lang="en-US" sz="3600">
                <a:hlinkClick r:id="rId2">
                  <a:extLst>
                    <a:ext uri="{A12FA001-AC4F-418D-AE19-62706E023703}">
                      <ahyp:hlinkClr xmlns:ahyp="http://schemas.microsoft.com/office/drawing/2018/hyperlinkcolor" val="tx"/>
                    </a:ext>
                  </a:extLst>
                </a:hlinkClick>
              </a:rPr>
              <a:t>(SMEP)</a:t>
            </a:r>
            <a:endParaRPr lang="en-US"/>
          </a:p>
        </p:txBody>
      </p:sp>
    </p:spTree>
    <p:extLst>
      <p:ext uri="{BB962C8B-B14F-4D97-AF65-F5344CB8AC3E}">
        <p14:creationId xmlns:p14="http://schemas.microsoft.com/office/powerpoint/2010/main" val="215747833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2023-11-14 heki demo cr pinning">
            <a:hlinkClick r:id="" action="ppaction://media"/>
            <a:extLst>
              <a:ext uri="{FF2B5EF4-FFF2-40B4-BE49-F238E27FC236}">
                <a16:creationId xmlns:a16="http://schemas.microsoft.com/office/drawing/2014/main" id="{2490F18E-0A96-A631-2D87-C4A512C05486}"/>
              </a:ext>
            </a:extLst>
          </p:cNvPr>
          <p:cNvPicPr>
            <a:picLocks noChangeAspect="1"/>
          </p:cNvPicPr>
          <p:nvPr>
            <a:videoFile r:link="rId2"/>
            <p:extLst>
              <p:ext uri="{DAA4B4D4-6D71-4841-9C94-3DE7FCFB9230}">
                <p14:media xmlns:p14="http://schemas.microsoft.com/office/powerpoint/2010/main" r:embed="rId1"/>
              </p:ext>
            </p:extLst>
          </p:nvPr>
        </p:nvPicPr>
        <p:blipFill>
          <a:blip r:embed="rId4"/>
          <a:stretch>
            <a:fillRect/>
          </a:stretch>
        </p:blipFill>
        <p:spPr>
          <a:xfrm>
            <a:off x="0" y="453227"/>
            <a:ext cx="12192000" cy="5951545"/>
          </a:xfrm>
          <a:prstGeom prst="rect">
            <a:avLst/>
          </a:prstGeom>
        </p:spPr>
      </p:pic>
    </p:spTree>
    <p:extLst>
      <p:ext uri="{BB962C8B-B14F-4D97-AF65-F5344CB8AC3E}">
        <p14:creationId xmlns:p14="http://schemas.microsoft.com/office/powerpoint/2010/main" val="1100139137"/>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25865"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5"/>
                </p:tgtEl>
              </p:cMediaNode>
            </p:video>
            <p:seq concurrent="1" nextAc="seek">
              <p:cTn id="8" restart="whenNotActive" fill="hold" evtFilter="cancelBubble" nodeType="interactiveSeq">
                <p:stCondLst>
                  <p:cond evt="onClick" delay="0">
                    <p:tgtEl>
                      <p:spTgt spid="5"/>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5"/>
                                        </p:tgtEl>
                                      </p:cBhvr>
                                    </p:cmd>
                                  </p:childTnLst>
                                </p:cTn>
                              </p:par>
                            </p:childTnLst>
                          </p:cTn>
                        </p:par>
                      </p:childTnLst>
                    </p:cTn>
                  </p:par>
                </p:childTnLst>
              </p:cTn>
              <p:nextCondLst>
                <p:cond evt="onClick" delay="0">
                  <p:tgtEl>
                    <p:spTgt spid="5"/>
                  </p:tgtEl>
                </p:cond>
              </p:nextCondLst>
            </p:seq>
          </p:childTnLst>
        </p:cTn>
      </p:par>
    </p:tnLst>
  </p:timing>
</p:sld>
</file>

<file path=ppt/theme/theme1.xml><?xml version="1.0" encoding="utf-8"?>
<a:theme xmlns:a="http://schemas.openxmlformats.org/drawingml/2006/main" name="White Template">
  <a:themeElements>
    <a:clrScheme name="Custom 8">
      <a:dk1>
        <a:srgbClr val="000000"/>
      </a:dk1>
      <a:lt1>
        <a:srgbClr val="FFFFFF"/>
      </a:lt1>
      <a:dk2>
        <a:srgbClr val="274B47"/>
      </a:dk2>
      <a:lt2>
        <a:srgbClr val="E6E6E6"/>
      </a:lt2>
      <a:accent1>
        <a:srgbClr val="008575"/>
      </a:accent1>
      <a:accent2>
        <a:srgbClr val="243A5E"/>
      </a:accent2>
      <a:accent3>
        <a:srgbClr val="30E5D0"/>
      </a:accent3>
      <a:accent4>
        <a:srgbClr val="008575"/>
      </a:accent4>
      <a:accent5>
        <a:srgbClr val="274B47"/>
      </a:accent5>
      <a:accent6>
        <a:srgbClr val="737373"/>
      </a:accent6>
      <a:hlink>
        <a:srgbClr val="0078D4"/>
      </a:hlink>
      <a:folHlink>
        <a:srgbClr val="0078D4"/>
      </a:folHlink>
    </a:clrScheme>
    <a:fontScheme name="Microsoft 2019 Brand Templates">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algn="l" defTabSz="932472" fontAlgn="base">
          <a:spcBef>
            <a:spcPct val="0"/>
          </a:spcBef>
          <a:spcAft>
            <a:spcPct val="0"/>
          </a:spcAft>
          <a:defRPr sz="2000" dirty="0" err="1" smtClean="0">
            <a:solidFill>
              <a:srgbClr val="FFFFFF"/>
            </a:soli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w="lg" len="med"/>
          <a:tailEnd type="none" w="lg" len="med"/>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0" tIns="0" rIns="0" bIns="0" rtlCol="0">
        <a:spAutoFit/>
      </a:bodyPr>
      <a:lstStyle>
        <a:defPPr algn="l">
          <a:defRPr sz="2000" dirty="0" err="1" smtClean="0"/>
        </a:defPPr>
      </a:lstStyle>
    </a:txDef>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extLst>
    <a:ext uri="{05A4C25C-085E-4340-85A3-A5531E510DB2}">
      <thm15:themeFamily xmlns:thm15="http://schemas.microsoft.com/office/thememl/2012/main" name="Microsoft_brand_template_teal_accessible.pptx" id="{5017197E-8946-408F-8863-53B5929343B4}" vid="{9FCD5370-0FB4-4CC1-B4AC-1B00F5DFAB1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custClrLst>
    <a:custClr name="Light Orange">
      <a:srgbClr val="FF9349"/>
    </a:custClr>
    <a:custClr name="Light Yellow">
      <a:srgbClr val="FEF000"/>
    </a:custClr>
    <a:custClr name="Light Green">
      <a:srgbClr val="9BF00B"/>
    </a:custClr>
    <a:custClr name="Light Teal">
      <a:srgbClr val="30E5D0"/>
    </a:custClr>
    <a:custClr name="Light Blue">
      <a:srgbClr val="50E6FF"/>
    </a:custClr>
    <a:custClr name="Light Purple">
      <a:srgbClr val="D59DFF"/>
    </a:custClr>
    <a:custClr name="White">
      <a:srgbClr val="FFFFFF"/>
    </a:custClr>
    <a:custClr name="Extra Light Gray">
      <a:srgbClr val="F2F2F2"/>
    </a:custClr>
    <a:custClr name="Light Gray">
      <a:srgbClr val="E6E6E6"/>
    </a:custClr>
    <a:custClr name="Gray">
      <a:srgbClr val="D2D2D2"/>
    </a:custClr>
    <a:custClr name="Orange">
      <a:srgbClr val="D83B01"/>
    </a:custClr>
    <a:custClr name="Yellow">
      <a:srgbClr val="FFB900"/>
    </a:custClr>
    <a:custClr name="Green">
      <a:srgbClr val="107C10"/>
    </a:custClr>
    <a:custClr name="Teal">
      <a:srgbClr val="008575"/>
    </a:custClr>
    <a:custClr name="Blue">
      <a:srgbClr val="0078D4"/>
    </a:custClr>
    <a:custClr name="Purple">
      <a:srgbClr val="8661C5"/>
    </a:custClr>
    <a:custClr name="Mid Gray">
      <a:srgbClr val="737373"/>
    </a:custClr>
    <a:custClr name="Dark Gray">
      <a:srgbClr val="505050"/>
    </a:custClr>
    <a:custClr name="Extra Dark Gray">
      <a:srgbClr val="2F2F2F"/>
    </a:custClr>
    <a:custClr name="Rick Black">
      <a:srgbClr val="000000"/>
    </a:custClr>
    <a:custClr name="Dark Orange">
      <a:srgbClr val="6B2929"/>
    </a:custClr>
    <a:custClr name="Dark Yellow">
      <a:srgbClr val="6A4B16"/>
    </a:custClr>
    <a:custClr name="Dark Green">
      <a:srgbClr val="054B16"/>
    </a:custClr>
    <a:custClr name="Dark Teal">
      <a:srgbClr val="274B47"/>
    </a:custClr>
    <a:custClr name="Dark Blue">
      <a:srgbClr val="243A5E"/>
    </a:custClr>
    <a:custClr name="Dark Purple">
      <a:srgbClr val="3B2E58"/>
    </a:custClr>
  </a:custClr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MediaServiceKeyPoints xmlns="7741d717-973a-4876-bbd8-8b1348132c55" xsi:nil="true"/>
    <_ip_UnifiedCompliancePolicyUIAction xmlns="http://schemas.microsoft.com/sharepoint/v3" xsi:nil="true"/>
    <_ip_UnifiedCompliancePolicyProperties xmlns="http://schemas.microsoft.com/sharepoint/v3" xsi:nil="true"/>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13714CF6683E8041AFD1C5610185BCF7" ma:contentTypeVersion="9" ma:contentTypeDescription="Create a new document." ma:contentTypeScope="" ma:versionID="5102322191803bf4eab96a2523005cd9">
  <xsd:schema xmlns:xsd="http://www.w3.org/2001/XMLSchema" xmlns:xs="http://www.w3.org/2001/XMLSchema" xmlns:p="http://schemas.microsoft.com/office/2006/metadata/properties" xmlns:ns1="http://schemas.microsoft.com/sharepoint/v3" xmlns:ns2="4724af67-6ca7-4004-8ba4-af13d9fc8dce" xmlns:ns3="7741d717-973a-4876-bbd8-8b1348132c55" targetNamespace="http://schemas.microsoft.com/office/2006/metadata/properties" ma:root="true" ma:fieldsID="eb302e2f3a5b07f8c43ba80007230367" ns1:_="" ns2:_="" ns3:_="">
    <xsd:import namespace="http://schemas.microsoft.com/sharepoint/v3"/>
    <xsd:import namespace="4724af67-6ca7-4004-8ba4-af13d9fc8dce"/>
    <xsd:import namespace="7741d717-973a-4876-bbd8-8b1348132c55"/>
    <xsd:element name="properties">
      <xsd:complexType>
        <xsd:sequence>
          <xsd:element name="documentManagement">
            <xsd:complexType>
              <xsd:all>
                <xsd:element ref="ns2:SharedWithUsers" minOccurs="0"/>
                <xsd:element ref="ns2:SharedWithDetails" minOccurs="0"/>
                <xsd:element ref="ns3:MediaServiceMetadata" minOccurs="0"/>
                <xsd:element ref="ns3:MediaServiceFastMetadata" minOccurs="0"/>
                <xsd:element ref="ns3:MediaServiceAutoKeyPoints" minOccurs="0"/>
                <xsd:element ref="ns3:MediaServiceKeyPoints" minOccurs="0"/>
                <xsd:element ref="ns3:MediaServiceSearchProperties" minOccurs="0"/>
                <xsd:element ref="ns1:_ip_UnifiedCompliancePolicyProperties" minOccurs="0"/>
                <xsd:element ref="ns1:_ip_UnifiedCompliancePolicyUIAc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http://schemas.microsoft.com/sharepoint/v3" elementFormDefault="qualified">
    <xsd:import namespace="http://schemas.microsoft.com/office/2006/documentManagement/types"/>
    <xsd:import namespace="http://schemas.microsoft.com/office/infopath/2007/PartnerControls"/>
    <xsd:element name="_ip_UnifiedCompliancePolicyProperties" ma:index="15" nillable="true" ma:displayName="Unified Compliance Policy Properties" ma:hidden="true" ma:internalName="_ip_UnifiedCompliancePolicyProperties">
      <xsd:simpleType>
        <xsd:restriction base="dms:Note"/>
      </xsd:simpleType>
    </xsd:element>
    <xsd:element name="_ip_UnifiedCompliancePolicyUIAction" ma:index="16" nillable="true" ma:displayName="Unified Compliance Policy UI Action" ma:hidden="true" ma:internalName="_ip_UnifiedCompliancePolicyUIAction">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724af67-6ca7-4004-8ba4-af13d9fc8dce" elementFormDefault="qualified">
    <xsd:import namespace="http://schemas.microsoft.com/office/2006/documentManagement/types"/>
    <xsd:import namespace="http://schemas.microsoft.com/office/infopath/2007/PartnerControls"/>
    <xsd:element name="SharedWithUsers" ma:index="8"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9" nillable="true" ma:displayName="Shared With Details"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7741d717-973a-4876-bbd8-8b1348132c55" elementFormDefault="qualified">
    <xsd:import namespace="http://schemas.microsoft.com/office/2006/documentManagement/types"/>
    <xsd:import namespace="http://schemas.microsoft.com/office/infopath/2007/PartnerControls"/>
    <xsd:element name="MediaServiceMetadata" ma:index="10" nillable="true" ma:displayName="MediaServiceMetadata" ma:hidden="true" ma:internalName="MediaServiceMetadata" ma:readOnly="true">
      <xsd:simpleType>
        <xsd:restriction base="dms:Note"/>
      </xsd:simpleType>
    </xsd:element>
    <xsd:element name="MediaServiceFastMetadata" ma:index="11" nillable="true" ma:displayName="MediaServiceFastMetadata" ma:hidden="true" ma:internalName="MediaServiceFastMetadata" ma:readOnly="true">
      <xsd:simpleType>
        <xsd:restriction base="dms:Note"/>
      </xsd:simpleType>
    </xsd:element>
    <xsd:element name="MediaServiceAutoKeyPoints" ma:index="12" nillable="true" ma:displayName="MediaServiceAutoKeyPoints" ma:hidden="true" ma:internalName="MediaServiceAutoKeyPoints" ma:readOnly="true">
      <xsd:simpleType>
        <xsd:restriction base="dms:Note"/>
      </xsd:simpleType>
    </xsd:element>
    <xsd:element name="MediaServiceKeyPoints" ma:index="13" nillable="true" ma:displayName="KeyPoints" ma:internalName="MediaServiceKeyPoints" ma:readOnly="true">
      <xsd:simpleType>
        <xsd:restriction base="dms:Note">
          <xsd:maxLength value="255"/>
        </xsd:restriction>
      </xsd:simpleType>
    </xsd:element>
    <xsd:element name="MediaServiceSearchProperties" ma:index="14"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7158114-255C-4F00-B165-DB8A2AC86A1F}">
  <ds:schemaRefs>
    <ds:schemaRef ds:uri="4724af67-6ca7-4004-8ba4-af13d9fc8dce"/>
    <ds:schemaRef ds:uri="7741d717-973a-4876-bbd8-8b1348132c55"/>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microsoft.com/sharepoint/v3"/>
    <ds:schemaRef ds:uri="http://schemas.openxmlformats.org/package/2006/metadata/core-properties"/>
    <ds:schemaRef ds:uri="http://www.w3.org/XML/1998/namespace"/>
  </ds:schemaRefs>
</ds:datastoreItem>
</file>

<file path=customXml/itemProps2.xml><?xml version="1.0" encoding="utf-8"?>
<ds:datastoreItem xmlns:ds="http://schemas.openxmlformats.org/officeDocument/2006/customXml" ds:itemID="{6EE71FFC-58A0-4FEA-B302-B30277D808BB}">
  <ds:schemaRefs>
    <ds:schemaRef ds:uri="http://schemas.microsoft.com/sharepoint/v3/contenttype/forms"/>
  </ds:schemaRefs>
</ds:datastoreItem>
</file>

<file path=customXml/itemProps3.xml><?xml version="1.0" encoding="utf-8"?>
<ds:datastoreItem xmlns:ds="http://schemas.openxmlformats.org/officeDocument/2006/customXml" ds:itemID="{B02F7DF6-E605-4848-8F65-DD473EEF4B53}">
  <ds:schemaRefs>
    <ds:schemaRef ds:uri="4724af67-6ca7-4004-8ba4-af13d9fc8dce"/>
    <ds:schemaRef ds:uri="7741d717-973a-4876-bbd8-8b1348132c55"/>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microsoft.com/sharepoint/v3"/>
    <ds:schemaRef ds:uri="http://schemas.openxmlformats.org/package/2006/metadata/core-properties"/>
    <ds:schemaRef ds:uri="http://www.w3.org/2001/XMLSchema"/>
  </ds:schemaRefs>
</ds:datastoreItem>
</file>

<file path=docMetadata/LabelInfo.xml><?xml version="1.0" encoding="utf-8"?>
<clbl:labelList xmlns:clbl="http://schemas.microsoft.com/office/2020/mipLabelMetadata">
  <clbl:label id="{f42aa342-8706-4288-bd11-ebb85995028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emplate>White Template</Template>
  <TotalTime>0</TotalTime>
  <Words>1649</Words>
  <Application>Microsoft Office PowerPoint</Application>
  <PresentationFormat>Widescreen</PresentationFormat>
  <Paragraphs>298</Paragraphs>
  <Slides>40</Slides>
  <Notes>13</Notes>
  <HiddenSlides>0</HiddenSlides>
  <MMClips>1</MMClips>
  <ScaleCrop>false</ScaleCrop>
  <HeadingPairs>
    <vt:vector size="4" baseType="variant">
      <vt:variant>
        <vt:lpstr>Theme</vt:lpstr>
      </vt:variant>
      <vt:variant>
        <vt:i4>1</vt:i4>
      </vt:variant>
      <vt:variant>
        <vt:lpstr>Slide Titles</vt:lpstr>
      </vt:variant>
      <vt:variant>
        <vt:i4>40</vt:i4>
      </vt:variant>
    </vt:vector>
  </HeadingPairs>
  <TitlesOfParts>
    <vt:vector size="41" baseType="lpstr">
      <vt:lpstr>White Template</vt:lpstr>
      <vt:lpstr>Linux Virtualization Based Security (LVBS)</vt:lpstr>
      <vt:lpstr>Agenda</vt:lpstr>
      <vt:lpstr>Architecture Overview</vt:lpstr>
      <vt:lpstr>Linux Virtualization Based Security (LVBS)</vt:lpstr>
      <vt:lpstr>Linux Virtualization Based Security (LVBS)</vt:lpstr>
      <vt:lpstr>Linux Virtualization Based Security (LVBS)</vt:lpstr>
      <vt:lpstr>Linux Virtualization Based Security (LVBS)</vt:lpstr>
      <vt:lpstr>Rationale</vt:lpstr>
      <vt:lpstr>LVBS Architecture </vt:lpstr>
      <vt:lpstr>Approach</vt:lpstr>
      <vt:lpstr>Hyper-V Implementation</vt:lpstr>
      <vt:lpstr>Hyper-V based System</vt:lpstr>
      <vt:lpstr>Virtual Secure Mode (VSM)​</vt:lpstr>
      <vt:lpstr>VSM Features</vt:lpstr>
      <vt:lpstr>LVBS and VSM</vt:lpstr>
      <vt:lpstr>    Threat Model:    Kernel Hardening  </vt:lpstr>
      <vt:lpstr> H/W Requirements:</vt:lpstr>
      <vt:lpstr>     Architecture:    ( Common Layer )   </vt:lpstr>
      <vt:lpstr>Architecture:​ ​ Secure Kernel</vt:lpstr>
      <vt:lpstr>Architecture:   Control Interfaces</vt:lpstr>
      <vt:lpstr> Architecture:       Boot</vt:lpstr>
      <vt:lpstr>Architecture:   Boot Sequence</vt:lpstr>
      <vt:lpstr>Architecture :   The Big Picture ( Boot )</vt:lpstr>
      <vt:lpstr>Architecture:   The Big Picture ( Late Boot )</vt:lpstr>
      <vt:lpstr>Architecture    ( Access / Policy Violation)</vt:lpstr>
      <vt:lpstr>Code</vt:lpstr>
      <vt:lpstr>KVM Implementation (Heki)</vt:lpstr>
      <vt:lpstr>Architecture :   The Big Picture</vt:lpstr>
      <vt:lpstr>RFC v2 patches</vt:lpstr>
      <vt:lpstr>CR-pinning hypercall</vt:lpstr>
      <vt:lpstr>Memory protection hypercall</vt:lpstr>
      <vt:lpstr>Executable permission(s)</vt:lpstr>
      <vt:lpstr>Kernel memory permissions without MBEC</vt:lpstr>
      <vt:lpstr>Kernel memory permissions with MBEC</vt:lpstr>
      <vt:lpstr>Code</vt:lpstr>
      <vt:lpstr>Wrap up</vt:lpstr>
      <vt:lpstr>Q&amp;A</vt:lpstr>
      <vt:lpstr>Thank you</vt:lpstr>
      <vt:lpstr>Demo: control-register pinning (SMEP)</vt:lpstr>
      <vt:lpstr>PowerPoint Presentation</vt:lpstr>
    </vt:vector>
  </TitlesOfParts>
  <Manager/>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Welcome to the Microsoft presentation toolkit</dc:title>
  <dc:subject/>
  <dc:creator>James Morris</dc:creator>
  <cp:keywords/>
  <dc:description/>
  <cp:lastModifiedBy>James Morris</cp:lastModifiedBy>
  <cp:revision>28</cp:revision>
  <dcterms:created xsi:type="dcterms:W3CDTF">2023-11-07T02:42:18Z</dcterms:created>
  <dcterms:modified xsi:type="dcterms:W3CDTF">2023-11-15T14:03:53Z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0x01010013714CF6683E8041AFD1C5610185BCF7</vt:lpwstr>
  </property>
</Properties>
</file>