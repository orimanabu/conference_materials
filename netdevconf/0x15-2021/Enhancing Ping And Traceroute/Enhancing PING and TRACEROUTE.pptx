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77" r:id="rId2"/>
  </p:sldMasterIdLst>
  <p:notesMasterIdLst>
    <p:notesMasterId r:id="rId26"/>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Lst>
  <p:sldSz cx="12192000" cy="6858000"/>
  <p:notesSz cx="6858000" cy="9144000"/>
  <p:embeddedFontLst>
    <p:embeddedFont>
      <p:font typeface="Calibri" panose="020F0502020204030204" pitchFamily="34" charset="0"/>
      <p:regular r:id="rId27"/>
      <p:bold r:id="rId28"/>
      <p:italic r:id="rId29"/>
      <p:boldItalic r:id="rId30"/>
    </p:embeddedFont>
    <p:embeddedFont>
      <p:font typeface="Consolas" panose="020B0609020204030204" pitchFamily="49" charset="0"/>
      <p:regular r:id="rId31"/>
      <p:bold r:id="rId32"/>
      <p:italic r:id="rId33"/>
      <p:boldItalic r:id="rId34"/>
    </p:embeddedFont>
    <p:embeddedFont>
      <p:font typeface="Lato" panose="020F0502020204030203" pitchFamily="34"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256">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9" roundtripDataSignature="AMtx7mjt/srtWKeegHsL94G/gb0vE/uYx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933" autoAdjust="0"/>
  </p:normalViewPr>
  <p:slideViewPr>
    <p:cSldViewPr snapToGrid="0">
      <p:cViewPr varScale="1">
        <p:scale>
          <a:sx n="80" d="100"/>
          <a:sy n="80" d="100"/>
        </p:scale>
        <p:origin x="948" y="96"/>
      </p:cViewPr>
      <p:guideLst>
        <p:guide orient="horz" pos="2256"/>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9" Type="http://customschemas.google.com/relationships/presentationmetadata" Target="metadata"/><Relationship Id="rId21" Type="http://schemas.openxmlformats.org/officeDocument/2006/relationships/slide" Target="slides/slide19.xml"/><Relationship Id="rId34" Type="http://schemas.openxmlformats.org/officeDocument/2006/relationships/font" Target="fonts/font8.fntdata"/><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3.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5.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7.fntdata"/><Relationship Id="rId38"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7" name="Google Shape;36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5" name="Google Shape;37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cc1188cb85_4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Most commonly used tools in toolkit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However, as we’ll see in this presentation, they have some limitations and cannot always provide us the information about the network that we would want. Specifically, there are many instances where these tools can only provide us information at the NODE level, and not the interface level, where a NODE is something like a router or a host on a network that communicates to other NODES through its interfaces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For the rest of this presentation, we’re going to look at Ping and Traceroute and follow the structure outlined here, where we will examine what they do, how they work, what they can’t do,  and how we have been working to enhance them this year.</a:t>
            </a:r>
            <a:endParaRPr dirty="0"/>
          </a:p>
        </p:txBody>
      </p:sp>
      <p:sp>
        <p:nvSpPr>
          <p:cNvPr id="382" name="Google Shape;382;gcc1188cb85_4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9" name="Google Shape;38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Commonly used to test the connectivity of a node and is often the first step in debugging a network</a:t>
            </a:r>
            <a:endParaRPr dirty="0"/>
          </a:p>
        </p:txBody>
      </p:sp>
      <p:sp>
        <p:nvSpPr>
          <p:cNvPr id="395" name="Google Shape;39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Before Nerd Notes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However, what if we want to learn about a specific interface on a node, and determine if that interface is up. Here we run into problems with the current ping command because the…</a:t>
            </a:r>
            <a:endParaRPr dirty="0"/>
          </a:p>
        </p:txBody>
      </p:sp>
      <p:sp>
        <p:nvSpPr>
          <p:cNvPr id="402" name="Google Shape;40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9" name="Google Shape;40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The proxy interface then reads this identifier, and responds with an Extended ICMP Echo which can tell us information about the probed node. Thus, we can get more specific information about an interface on a node, and we can learn about interfaces we could not otherwise query.</a:t>
            </a:r>
            <a:endParaRPr dirty="0"/>
          </a:p>
        </p:txBody>
      </p:sp>
      <p:sp>
        <p:nvSpPr>
          <p:cNvPr id="416" name="Google Shape;41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gcc1188cb85_1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3" name="Google Shape;423;gcc1188cb85_1_7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...this motivated Probe. Probe addresses x, y, z by doing a, b, c</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1" name="Google Shape;45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cc1188cb85_5_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0" name="Google Shape;460;gcc1188cb85_5_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7" name="Google Shape;46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Now let’s switch gears to traceroute, and we’ll have a similar structure to ping. We’ll talk about what traceroute does, how it works, what its limitations are, and what we’ve done to address these issues.</a:t>
            </a:r>
            <a:endParaRPr dirty="0"/>
          </a:p>
        </p:txBody>
      </p:sp>
      <p:sp>
        <p:nvSpPr>
          <p:cNvPr id="474" name="Google Shape;47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This tool is used to try to learn what path our messages are taking through a network.</a:t>
            </a:r>
            <a:endParaRPr dirty="0"/>
          </a:p>
        </p:txBody>
      </p:sp>
      <p:sp>
        <p:nvSpPr>
          <p:cNvPr id="480" name="Google Shape;48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7" name="Google Shape;48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1" name="Google Shape;501;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8" name="Google Shape;508;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5" name="Google Shape;515;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4" name="Google Shape;52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1" name="Google Shape;531;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9" name="Google Shape;539;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Title">
  <p:cSld name="2_Title">
    <p:spTree>
      <p:nvGrpSpPr>
        <p:cNvPr id="1" name="Shape 38"/>
        <p:cNvGrpSpPr/>
        <p:nvPr/>
      </p:nvGrpSpPr>
      <p:grpSpPr>
        <a:xfrm>
          <a:off x="0" y="0"/>
          <a:ext cx="0" cy="0"/>
          <a:chOff x="0" y="0"/>
          <a:chExt cx="0" cy="0"/>
        </a:xfrm>
      </p:grpSpPr>
      <p:pic>
        <p:nvPicPr>
          <p:cNvPr id="39" name="Google Shape;39;p25"/>
          <p:cNvPicPr preferRelativeResize="0"/>
          <p:nvPr/>
        </p:nvPicPr>
        <p:blipFill rotWithShape="1">
          <a:blip r:embed="rId2">
            <a:alphaModFix/>
          </a:blip>
          <a:srcRect/>
          <a:stretch/>
        </p:blipFill>
        <p:spPr>
          <a:xfrm>
            <a:off x="0" y="2309"/>
            <a:ext cx="12196108" cy="6855691"/>
          </a:xfrm>
          <a:prstGeom prst="rect">
            <a:avLst/>
          </a:prstGeom>
          <a:noFill/>
          <a:ln>
            <a:noFill/>
          </a:ln>
        </p:spPr>
      </p:pic>
      <p:pic>
        <p:nvPicPr>
          <p:cNvPr id="40" name="Google Shape;40;p25"/>
          <p:cNvPicPr preferRelativeResize="0"/>
          <p:nvPr/>
        </p:nvPicPr>
        <p:blipFill rotWithShape="1">
          <a:blip r:embed="rId3">
            <a:alphaModFix/>
          </a:blip>
          <a:srcRect/>
          <a:stretch/>
        </p:blipFill>
        <p:spPr>
          <a:xfrm>
            <a:off x="7933508" y="4906694"/>
            <a:ext cx="2002865" cy="281904"/>
          </a:xfrm>
          <a:prstGeom prst="rect">
            <a:avLst/>
          </a:prstGeom>
          <a:noFill/>
          <a:ln>
            <a:noFill/>
          </a:ln>
        </p:spPr>
      </p:pic>
      <p:sp>
        <p:nvSpPr>
          <p:cNvPr id="41" name="Google Shape;41;p25"/>
          <p:cNvSpPr txBox="1">
            <a:spLocks noGrp="1"/>
          </p:cNvSpPr>
          <p:nvPr>
            <p:ph type="body" idx="1"/>
          </p:nvPr>
        </p:nvSpPr>
        <p:spPr>
          <a:xfrm>
            <a:off x="2608578" y="4246439"/>
            <a:ext cx="6492607" cy="233910"/>
          </a:xfrm>
          <a:prstGeom prst="rect">
            <a:avLst/>
          </a:prstGeom>
          <a:noFill/>
          <a:ln>
            <a:noFill/>
          </a:ln>
        </p:spPr>
        <p:txBody>
          <a:bodyPr spcFirstLastPara="1" wrap="square" lIns="0" tIns="0" rIns="0" bIns="0" anchor="t" anchorCtr="0">
            <a:spAutoFit/>
          </a:bodyPr>
          <a:lstStyle>
            <a:lvl1pPr marL="457200" lvl="0" indent="-228600" algn="l">
              <a:lnSpc>
                <a:spcPct val="110000"/>
              </a:lnSpc>
              <a:spcBef>
                <a:spcPts val="1600"/>
              </a:spcBef>
              <a:spcAft>
                <a:spcPts val="0"/>
              </a:spcAft>
              <a:buClr>
                <a:schemeClr val="lt1"/>
              </a:buClr>
              <a:buSzPts val="1600"/>
              <a:buNone/>
              <a:defRPr sz="1600">
                <a:solidFill>
                  <a:schemeClr val="lt1"/>
                </a:solidFill>
              </a:defRPr>
            </a:lvl1pPr>
            <a:lvl2pPr marL="914400" lvl="1" indent="-228600" algn="l">
              <a:lnSpc>
                <a:spcPct val="95000"/>
              </a:lnSpc>
              <a:spcBef>
                <a:spcPts val="500"/>
              </a:spcBef>
              <a:spcAft>
                <a:spcPts val="0"/>
              </a:spcAft>
              <a:buClr>
                <a:schemeClr val="dk1"/>
              </a:buClr>
              <a:buSzPts val="1400"/>
              <a:buNone/>
              <a:defRPr/>
            </a:lvl2pPr>
            <a:lvl3pPr marL="1371600" lvl="2" indent="-342900" algn="l">
              <a:lnSpc>
                <a:spcPct val="95000"/>
              </a:lnSpc>
              <a:spcBef>
                <a:spcPts val="500"/>
              </a:spcBef>
              <a:spcAft>
                <a:spcPts val="0"/>
              </a:spcAft>
              <a:buClr>
                <a:schemeClr val="dk1"/>
              </a:buClr>
              <a:buSzPts val="1800"/>
              <a:buChar char="•"/>
              <a:defRPr/>
            </a:lvl3pPr>
            <a:lvl4pPr marL="1828800" lvl="3" indent="-342900" algn="l">
              <a:lnSpc>
                <a:spcPct val="95000"/>
              </a:lnSpc>
              <a:spcBef>
                <a:spcPts val="500"/>
              </a:spcBef>
              <a:spcAft>
                <a:spcPts val="0"/>
              </a:spcAft>
              <a:buClr>
                <a:schemeClr val="dk1"/>
              </a:buClr>
              <a:buSzPts val="1800"/>
              <a:buChar char="•"/>
              <a:defRPr/>
            </a:lvl4pPr>
            <a:lvl5pPr marL="2286000" lvl="4" indent="-342900" algn="l">
              <a:lnSpc>
                <a:spcPct val="95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5"/>
          <p:cNvSpPr txBox="1">
            <a:spLocks noGrp="1"/>
          </p:cNvSpPr>
          <p:nvPr>
            <p:ph type="ctrTitle"/>
          </p:nvPr>
        </p:nvSpPr>
        <p:spPr>
          <a:xfrm>
            <a:off x="2608578" y="2140298"/>
            <a:ext cx="6492607" cy="1265943"/>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3600"/>
              <a:buFont typeface="Lato"/>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25"/>
          <p:cNvSpPr txBox="1">
            <a:spLocks noGrp="1"/>
          </p:cNvSpPr>
          <p:nvPr>
            <p:ph type="subTitle" idx="2"/>
          </p:nvPr>
        </p:nvSpPr>
        <p:spPr>
          <a:xfrm>
            <a:off x="2608578" y="3725561"/>
            <a:ext cx="6492607" cy="370230"/>
          </a:xfrm>
          <a:prstGeom prst="rect">
            <a:avLst/>
          </a:prstGeom>
          <a:noFill/>
          <a:ln>
            <a:noFill/>
          </a:ln>
        </p:spPr>
        <p:txBody>
          <a:bodyPr spcFirstLastPara="1" wrap="square" lIns="0" tIns="0" rIns="0" bIns="0" anchor="t" anchorCtr="0">
            <a:spAutoFit/>
          </a:bodyPr>
          <a:lstStyle>
            <a:lvl1pPr lvl="0" algn="l">
              <a:lnSpc>
                <a:spcPct val="110000"/>
              </a:lnSpc>
              <a:spcBef>
                <a:spcPts val="1600"/>
              </a:spcBef>
              <a:spcAft>
                <a:spcPts val="0"/>
              </a:spcAft>
              <a:buClr>
                <a:schemeClr val="lt1"/>
              </a:buClr>
              <a:buSzPts val="2400"/>
              <a:buNone/>
              <a:defRPr sz="2400">
                <a:solidFill>
                  <a:schemeClr val="lt1"/>
                </a:solidFill>
              </a:defRPr>
            </a:lvl1pPr>
            <a:lvl2pPr lvl="1" algn="ctr">
              <a:lnSpc>
                <a:spcPct val="95000"/>
              </a:lnSpc>
              <a:spcBef>
                <a:spcPts val="500"/>
              </a:spcBef>
              <a:spcAft>
                <a:spcPts val="0"/>
              </a:spcAft>
              <a:buClr>
                <a:schemeClr val="dk1"/>
              </a:buClr>
              <a:buSzPts val="2000"/>
              <a:buNone/>
              <a:defRPr sz="2000"/>
            </a:lvl2pPr>
            <a:lvl3pPr lvl="2" algn="ctr">
              <a:lnSpc>
                <a:spcPct val="95000"/>
              </a:lnSpc>
              <a:spcBef>
                <a:spcPts val="500"/>
              </a:spcBef>
              <a:spcAft>
                <a:spcPts val="0"/>
              </a:spcAft>
              <a:buClr>
                <a:schemeClr val="dk1"/>
              </a:buClr>
              <a:buSzPts val="1800"/>
              <a:buNone/>
              <a:defRPr sz="1800"/>
            </a:lvl3pPr>
            <a:lvl4pPr lvl="3" algn="ctr">
              <a:lnSpc>
                <a:spcPct val="95000"/>
              </a:lnSpc>
              <a:spcBef>
                <a:spcPts val="500"/>
              </a:spcBef>
              <a:spcAft>
                <a:spcPts val="0"/>
              </a:spcAft>
              <a:buClr>
                <a:schemeClr val="dk1"/>
              </a:buClr>
              <a:buSzPts val="1600"/>
              <a:buNone/>
              <a:defRPr sz="1600"/>
            </a:lvl4pPr>
            <a:lvl5pPr lvl="4" algn="ctr">
              <a:lnSpc>
                <a:spcPct val="95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ulleted Content" type="obj">
  <p:cSld name="OBJECT">
    <p:spTree>
      <p:nvGrpSpPr>
        <p:cNvPr id="1" name="Shape 44"/>
        <p:cNvGrpSpPr/>
        <p:nvPr/>
      </p:nvGrpSpPr>
      <p:grpSpPr>
        <a:xfrm>
          <a:off x="0" y="0"/>
          <a:ext cx="0" cy="0"/>
          <a:chOff x="0" y="0"/>
          <a:chExt cx="0" cy="0"/>
        </a:xfrm>
      </p:grpSpPr>
      <p:sp>
        <p:nvSpPr>
          <p:cNvPr id="45" name="Google Shape;45;p26"/>
          <p:cNvSpPr txBox="1">
            <a:spLocks noGrp="1"/>
          </p:cNvSpPr>
          <p:nvPr>
            <p:ph type="title"/>
          </p:nvPr>
        </p:nvSpPr>
        <p:spPr>
          <a:xfrm>
            <a:off x="665791" y="219197"/>
            <a:ext cx="10992810" cy="856407"/>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26"/>
          <p:cNvSpPr txBox="1">
            <a:spLocks noGrp="1"/>
          </p:cNvSpPr>
          <p:nvPr>
            <p:ph type="body" idx="1"/>
          </p:nvPr>
        </p:nvSpPr>
        <p:spPr>
          <a:xfrm>
            <a:off x="661519" y="1605010"/>
            <a:ext cx="10997082" cy="4320005"/>
          </a:xfrm>
          <a:prstGeom prst="rect">
            <a:avLst/>
          </a:prstGeom>
          <a:noFill/>
          <a:ln>
            <a:noFill/>
          </a:ln>
        </p:spPr>
        <p:txBody>
          <a:bodyPr spcFirstLastPara="1" wrap="square" lIns="0" tIns="0" rIns="0" bIns="0" anchor="t" anchorCtr="0">
            <a:noAutofit/>
          </a:bodyPr>
          <a:lstStyle>
            <a:lvl1pPr marL="457200" lvl="0" indent="-317500" algn="l">
              <a:lnSpc>
                <a:spcPct val="110000"/>
              </a:lnSpc>
              <a:spcBef>
                <a:spcPts val="1600"/>
              </a:spcBef>
              <a:spcAft>
                <a:spcPts val="0"/>
              </a:spcAft>
              <a:buClr>
                <a:schemeClr val="dk1"/>
              </a:buClr>
              <a:buSzPts val="1400"/>
              <a:buFont typeface="Arial"/>
              <a:buChar char="•"/>
              <a:defRPr/>
            </a:lvl1pPr>
            <a:lvl2pPr marL="914400" lvl="1" indent="-317500" algn="l">
              <a:lnSpc>
                <a:spcPct val="95000"/>
              </a:lnSpc>
              <a:spcBef>
                <a:spcPts val="500"/>
              </a:spcBef>
              <a:spcAft>
                <a:spcPts val="0"/>
              </a:spcAft>
              <a:buClr>
                <a:schemeClr val="dk1"/>
              </a:buClr>
              <a:buSzPts val="1400"/>
              <a:buFont typeface="Lato"/>
              <a:buChar char="–"/>
              <a:defRPr/>
            </a:lvl2pPr>
            <a:lvl3pPr marL="1371600" lvl="2" indent="-304800" algn="l">
              <a:lnSpc>
                <a:spcPct val="95000"/>
              </a:lnSpc>
              <a:spcBef>
                <a:spcPts val="500"/>
              </a:spcBef>
              <a:spcAft>
                <a:spcPts val="0"/>
              </a:spcAft>
              <a:buClr>
                <a:schemeClr val="dk1"/>
              </a:buClr>
              <a:buSzPts val="1200"/>
              <a:buChar char="•"/>
              <a:defRPr/>
            </a:lvl3pPr>
            <a:lvl4pPr marL="1828800" lvl="3" indent="-342900" algn="l">
              <a:lnSpc>
                <a:spcPct val="95000"/>
              </a:lnSpc>
              <a:spcBef>
                <a:spcPts val="500"/>
              </a:spcBef>
              <a:spcAft>
                <a:spcPts val="0"/>
              </a:spcAft>
              <a:buClr>
                <a:schemeClr val="dk1"/>
              </a:buClr>
              <a:buSzPts val="1800"/>
              <a:buChar char="•"/>
              <a:defRPr/>
            </a:lvl4pPr>
            <a:lvl5pPr marL="2286000" lvl="4" indent="-342900" algn="l">
              <a:lnSpc>
                <a:spcPct val="95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26"/>
          <p:cNvSpPr txBox="1">
            <a:spLocks noGrp="1"/>
          </p:cNvSpPr>
          <p:nvPr>
            <p:ph type="ftr" idx="11"/>
          </p:nvPr>
        </p:nvSpPr>
        <p:spPr>
          <a:xfrm>
            <a:off x="5197840" y="6638792"/>
            <a:ext cx="1817489" cy="143629"/>
          </a:xfrm>
          <a:prstGeom prst="rect">
            <a:avLst/>
          </a:prstGeom>
          <a:noFill/>
          <a:ln>
            <a:noFill/>
          </a:ln>
        </p:spPr>
        <p:txBody>
          <a:bodyPr spcFirstLastPara="1" wrap="square" lIns="0" tIns="0" rIns="0" bIns="0" anchor="ctr" anchorCtr="0">
            <a:sp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6"/>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Division">
  <p:cSld name="1_Division">
    <p:spTree>
      <p:nvGrpSpPr>
        <p:cNvPr id="1" name="Shape 49"/>
        <p:cNvGrpSpPr/>
        <p:nvPr/>
      </p:nvGrpSpPr>
      <p:grpSpPr>
        <a:xfrm>
          <a:off x="0" y="0"/>
          <a:ext cx="0" cy="0"/>
          <a:chOff x="0" y="0"/>
          <a:chExt cx="0" cy="0"/>
        </a:xfrm>
      </p:grpSpPr>
      <p:pic>
        <p:nvPicPr>
          <p:cNvPr id="50" name="Google Shape;50;p27"/>
          <p:cNvPicPr preferRelativeResize="0"/>
          <p:nvPr/>
        </p:nvPicPr>
        <p:blipFill rotWithShape="1">
          <a:blip r:embed="rId2">
            <a:alphaModFix/>
          </a:blip>
          <a:srcRect/>
          <a:stretch/>
        </p:blipFill>
        <p:spPr>
          <a:xfrm>
            <a:off x="0" y="1"/>
            <a:ext cx="6858000" cy="6858000"/>
          </a:xfrm>
          <a:prstGeom prst="rect">
            <a:avLst/>
          </a:prstGeom>
          <a:noFill/>
          <a:ln>
            <a:noFill/>
          </a:ln>
        </p:spPr>
      </p:pic>
      <p:sp>
        <p:nvSpPr>
          <p:cNvPr id="51" name="Google Shape;51;p27"/>
          <p:cNvSpPr/>
          <p:nvPr/>
        </p:nvSpPr>
        <p:spPr>
          <a:xfrm>
            <a:off x="5850384" y="1"/>
            <a:ext cx="6341615" cy="6858000"/>
          </a:xfrm>
          <a:prstGeom prst="rect">
            <a:avLst/>
          </a:prstGeom>
          <a:gradFill>
            <a:gsLst>
              <a:gs pos="0">
                <a:srgbClr val="73992F"/>
              </a:gs>
              <a:gs pos="54000">
                <a:srgbClr val="73992F"/>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Lato"/>
              <a:ea typeface="Lato"/>
              <a:cs typeface="Lato"/>
              <a:sym typeface="Lato"/>
            </a:endParaRPr>
          </a:p>
        </p:txBody>
      </p:sp>
      <p:sp>
        <p:nvSpPr>
          <p:cNvPr id="52" name="Google Shape;52;p27"/>
          <p:cNvSpPr txBox="1">
            <a:spLocks noGrp="1"/>
          </p:cNvSpPr>
          <p:nvPr>
            <p:ph type="ftr" idx="11"/>
          </p:nvPr>
        </p:nvSpPr>
        <p:spPr>
          <a:xfrm>
            <a:off x="5197840" y="6638792"/>
            <a:ext cx="1817489" cy="143629"/>
          </a:xfrm>
          <a:prstGeom prst="rect">
            <a:avLst/>
          </a:prstGeom>
          <a:noFill/>
          <a:ln>
            <a:noFill/>
          </a:ln>
        </p:spPr>
        <p:txBody>
          <a:bodyPr spcFirstLastPara="1" wrap="square" lIns="0" tIns="0" rIns="0" bIns="0" anchor="ctr" anchorCtr="0">
            <a:sp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7"/>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lvl1pPr marL="0" lvl="0" indent="0" algn="r">
              <a:spcBef>
                <a:spcPts val="0"/>
              </a:spcBef>
              <a:buNone/>
              <a:defRPr sz="933">
                <a:solidFill>
                  <a:schemeClr val="lt2"/>
                </a:solidFill>
                <a:latin typeface="Lato"/>
                <a:ea typeface="Lato"/>
                <a:cs typeface="Lato"/>
                <a:sym typeface="Lato"/>
              </a:defRPr>
            </a:lvl1pPr>
            <a:lvl2pPr marL="0" lvl="1" indent="0" algn="r">
              <a:spcBef>
                <a:spcPts val="0"/>
              </a:spcBef>
              <a:buNone/>
              <a:defRPr sz="933">
                <a:solidFill>
                  <a:schemeClr val="lt2"/>
                </a:solidFill>
                <a:latin typeface="Lato"/>
                <a:ea typeface="Lato"/>
                <a:cs typeface="Lato"/>
                <a:sym typeface="Lato"/>
              </a:defRPr>
            </a:lvl2pPr>
            <a:lvl3pPr marL="0" lvl="2" indent="0" algn="r">
              <a:spcBef>
                <a:spcPts val="0"/>
              </a:spcBef>
              <a:buNone/>
              <a:defRPr sz="933">
                <a:solidFill>
                  <a:schemeClr val="lt2"/>
                </a:solidFill>
                <a:latin typeface="Lato"/>
                <a:ea typeface="Lato"/>
                <a:cs typeface="Lato"/>
                <a:sym typeface="Lato"/>
              </a:defRPr>
            </a:lvl3pPr>
            <a:lvl4pPr marL="0" lvl="3" indent="0" algn="r">
              <a:spcBef>
                <a:spcPts val="0"/>
              </a:spcBef>
              <a:buNone/>
              <a:defRPr sz="933">
                <a:solidFill>
                  <a:schemeClr val="lt2"/>
                </a:solidFill>
                <a:latin typeface="Lato"/>
                <a:ea typeface="Lato"/>
                <a:cs typeface="Lato"/>
                <a:sym typeface="Lato"/>
              </a:defRPr>
            </a:lvl4pPr>
            <a:lvl5pPr marL="0" lvl="4" indent="0" algn="r">
              <a:spcBef>
                <a:spcPts val="0"/>
              </a:spcBef>
              <a:buNone/>
              <a:defRPr sz="933">
                <a:solidFill>
                  <a:schemeClr val="lt2"/>
                </a:solidFill>
                <a:latin typeface="Lato"/>
                <a:ea typeface="Lato"/>
                <a:cs typeface="Lato"/>
                <a:sym typeface="Lato"/>
              </a:defRPr>
            </a:lvl5pPr>
            <a:lvl6pPr marL="0" lvl="5" indent="0" algn="r">
              <a:spcBef>
                <a:spcPts val="0"/>
              </a:spcBef>
              <a:buNone/>
              <a:defRPr sz="933">
                <a:solidFill>
                  <a:schemeClr val="lt2"/>
                </a:solidFill>
                <a:latin typeface="Lato"/>
                <a:ea typeface="Lato"/>
                <a:cs typeface="Lato"/>
                <a:sym typeface="Lato"/>
              </a:defRPr>
            </a:lvl6pPr>
            <a:lvl7pPr marL="0" lvl="6" indent="0" algn="r">
              <a:spcBef>
                <a:spcPts val="0"/>
              </a:spcBef>
              <a:buNone/>
              <a:defRPr sz="933">
                <a:solidFill>
                  <a:schemeClr val="lt2"/>
                </a:solidFill>
                <a:latin typeface="Lato"/>
                <a:ea typeface="Lato"/>
                <a:cs typeface="Lato"/>
                <a:sym typeface="Lato"/>
              </a:defRPr>
            </a:lvl7pPr>
            <a:lvl8pPr marL="0" lvl="7" indent="0" algn="r">
              <a:spcBef>
                <a:spcPts val="0"/>
              </a:spcBef>
              <a:buNone/>
              <a:defRPr sz="933">
                <a:solidFill>
                  <a:schemeClr val="lt2"/>
                </a:solidFill>
                <a:latin typeface="Lato"/>
                <a:ea typeface="Lato"/>
                <a:cs typeface="Lato"/>
                <a:sym typeface="Lato"/>
              </a:defRPr>
            </a:lvl8pPr>
            <a:lvl9pPr marL="0" lvl="8" indent="0" algn="r">
              <a:spcBef>
                <a:spcPts val="0"/>
              </a:spcBef>
              <a:buNone/>
              <a:defRPr sz="933">
                <a:solidFill>
                  <a:schemeClr val="lt2"/>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cxnSp>
        <p:nvCxnSpPr>
          <p:cNvPr id="54" name="Google Shape;54;p27"/>
          <p:cNvCxnSpPr/>
          <p:nvPr/>
        </p:nvCxnSpPr>
        <p:spPr>
          <a:xfrm>
            <a:off x="11294960" y="6596757"/>
            <a:ext cx="0" cy="185665"/>
          </a:xfrm>
          <a:prstGeom prst="straightConnector1">
            <a:avLst/>
          </a:prstGeom>
          <a:noFill/>
          <a:ln w="9525" cap="flat" cmpd="sng">
            <a:solidFill>
              <a:schemeClr val="lt2"/>
            </a:solidFill>
            <a:prstDash val="solid"/>
            <a:miter lim="800000"/>
            <a:headEnd type="none" w="sm" len="sm"/>
            <a:tailEnd type="none" w="sm" len="sm"/>
          </a:ln>
        </p:spPr>
      </p:cxnSp>
      <p:sp>
        <p:nvSpPr>
          <p:cNvPr id="55" name="Google Shape;55;p27"/>
          <p:cNvSpPr txBox="1">
            <a:spLocks noGrp="1"/>
          </p:cNvSpPr>
          <p:nvPr>
            <p:ph type="body" idx="1"/>
          </p:nvPr>
        </p:nvSpPr>
        <p:spPr>
          <a:xfrm>
            <a:off x="6490032" y="2485748"/>
            <a:ext cx="5132335" cy="1074199"/>
          </a:xfrm>
          <a:prstGeom prst="rect">
            <a:avLst/>
          </a:prstGeom>
          <a:noFill/>
          <a:ln>
            <a:noFill/>
          </a:ln>
        </p:spPr>
        <p:txBody>
          <a:bodyPr spcFirstLastPara="1" wrap="square" lIns="0" tIns="0" rIns="0" bIns="0" anchor="ctr" anchorCtr="0">
            <a:noAutofit/>
          </a:bodyPr>
          <a:lstStyle>
            <a:lvl1pPr marL="457200" lvl="0" indent="-228600" algn="l">
              <a:lnSpc>
                <a:spcPct val="110000"/>
              </a:lnSpc>
              <a:spcBef>
                <a:spcPts val="1600"/>
              </a:spcBef>
              <a:spcAft>
                <a:spcPts val="0"/>
              </a:spcAft>
              <a:buClr>
                <a:schemeClr val="lt1"/>
              </a:buClr>
              <a:buSzPts val="3200"/>
              <a:buFont typeface="Arial"/>
              <a:buNone/>
              <a:defRPr sz="3200">
                <a:solidFill>
                  <a:schemeClr val="lt1"/>
                </a:solidFill>
              </a:defRPr>
            </a:lvl1pPr>
            <a:lvl2pPr marL="914400" lvl="1" indent="-330200" algn="l">
              <a:lnSpc>
                <a:spcPct val="95000"/>
              </a:lnSpc>
              <a:spcBef>
                <a:spcPts val="500"/>
              </a:spcBef>
              <a:spcAft>
                <a:spcPts val="0"/>
              </a:spcAft>
              <a:buClr>
                <a:schemeClr val="lt1"/>
              </a:buClr>
              <a:buSzPts val="1600"/>
              <a:buChar char="•"/>
              <a:defRPr sz="1600">
                <a:solidFill>
                  <a:schemeClr val="lt1"/>
                </a:solidFill>
              </a:defRPr>
            </a:lvl2pPr>
            <a:lvl3pPr marL="1371600" lvl="2" indent="-317500" algn="l">
              <a:lnSpc>
                <a:spcPct val="95000"/>
              </a:lnSpc>
              <a:spcBef>
                <a:spcPts val="500"/>
              </a:spcBef>
              <a:spcAft>
                <a:spcPts val="0"/>
              </a:spcAft>
              <a:buClr>
                <a:schemeClr val="lt1"/>
              </a:buClr>
              <a:buSzPts val="1400"/>
              <a:buChar char="•"/>
              <a:defRPr sz="1400">
                <a:solidFill>
                  <a:schemeClr val="lt1"/>
                </a:solidFill>
              </a:defRPr>
            </a:lvl3pPr>
            <a:lvl4pPr marL="1828800" lvl="3" indent="-317500" algn="l">
              <a:lnSpc>
                <a:spcPct val="95000"/>
              </a:lnSpc>
              <a:spcBef>
                <a:spcPts val="500"/>
              </a:spcBef>
              <a:spcAft>
                <a:spcPts val="0"/>
              </a:spcAft>
              <a:buClr>
                <a:schemeClr val="lt1"/>
              </a:buClr>
              <a:buSzPts val="1400"/>
              <a:buChar char="•"/>
              <a:defRPr sz="1400">
                <a:solidFill>
                  <a:schemeClr val="lt1"/>
                </a:solidFill>
              </a:defRPr>
            </a:lvl4pPr>
            <a:lvl5pPr marL="2286000" lvl="4" indent="-317500" algn="l">
              <a:lnSpc>
                <a:spcPct val="95000"/>
              </a:lnSpc>
              <a:spcBef>
                <a:spcPts val="500"/>
              </a:spcBef>
              <a:spcAft>
                <a:spcPts val="0"/>
              </a:spcAft>
              <a:buClr>
                <a:schemeClr val="lt1"/>
              </a:buClr>
              <a:buSzPts val="1400"/>
              <a:buChar char="•"/>
              <a:defRPr sz="14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grpSp>
        <p:nvGrpSpPr>
          <p:cNvPr id="56" name="Google Shape;56;p27"/>
          <p:cNvGrpSpPr/>
          <p:nvPr/>
        </p:nvGrpSpPr>
        <p:grpSpPr>
          <a:xfrm>
            <a:off x="10324956" y="6592898"/>
            <a:ext cx="698591" cy="191911"/>
            <a:chOff x="1855788" y="3378201"/>
            <a:chExt cx="3709987" cy="1019175"/>
          </a:xfrm>
        </p:grpSpPr>
        <p:sp>
          <p:nvSpPr>
            <p:cNvPr id="57" name="Google Shape;57;p27"/>
            <p:cNvSpPr/>
            <p:nvPr/>
          </p:nvSpPr>
          <p:spPr>
            <a:xfrm>
              <a:off x="3676650" y="4197351"/>
              <a:ext cx="160337" cy="196850"/>
            </a:xfrm>
            <a:custGeom>
              <a:avLst/>
              <a:gdLst/>
              <a:ahLst/>
              <a:cxnLst/>
              <a:rect l="l" t="t" r="r" b="b"/>
              <a:pathLst>
                <a:path w="101" h="124" extrusionOk="0">
                  <a:moveTo>
                    <a:pt x="0" y="0"/>
                  </a:moveTo>
                  <a:lnTo>
                    <a:pt x="13" y="0"/>
                  </a:lnTo>
                  <a:lnTo>
                    <a:pt x="87" y="101"/>
                  </a:lnTo>
                  <a:lnTo>
                    <a:pt x="87" y="0"/>
                  </a:lnTo>
                  <a:lnTo>
                    <a:pt x="101" y="0"/>
                  </a:lnTo>
                  <a:lnTo>
                    <a:pt x="101" y="124"/>
                  </a:lnTo>
                  <a:lnTo>
                    <a:pt x="89" y="124"/>
                  </a:lnTo>
                  <a:lnTo>
                    <a:pt x="12" y="18"/>
                  </a:lnTo>
                  <a:lnTo>
                    <a:pt x="12" y="124"/>
                  </a:lnTo>
                  <a:lnTo>
                    <a:pt x="0" y="124"/>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58" name="Google Shape;58;p27"/>
            <p:cNvSpPr/>
            <p:nvPr/>
          </p:nvSpPr>
          <p:spPr>
            <a:xfrm>
              <a:off x="3886200" y="4197351"/>
              <a:ext cx="130175" cy="196850"/>
            </a:xfrm>
            <a:custGeom>
              <a:avLst/>
              <a:gdLst/>
              <a:ahLst/>
              <a:cxnLst/>
              <a:rect l="l" t="t" r="r" b="b"/>
              <a:pathLst>
                <a:path w="82" h="124" extrusionOk="0">
                  <a:moveTo>
                    <a:pt x="0" y="0"/>
                  </a:moveTo>
                  <a:lnTo>
                    <a:pt x="82" y="0"/>
                  </a:lnTo>
                  <a:lnTo>
                    <a:pt x="82" y="12"/>
                  </a:lnTo>
                  <a:lnTo>
                    <a:pt x="13" y="12"/>
                  </a:lnTo>
                  <a:lnTo>
                    <a:pt x="13" y="53"/>
                  </a:lnTo>
                  <a:lnTo>
                    <a:pt x="80" y="53"/>
                  </a:lnTo>
                  <a:lnTo>
                    <a:pt x="80" y="65"/>
                  </a:lnTo>
                  <a:lnTo>
                    <a:pt x="13" y="65"/>
                  </a:lnTo>
                  <a:lnTo>
                    <a:pt x="13" y="112"/>
                  </a:lnTo>
                  <a:lnTo>
                    <a:pt x="82" y="112"/>
                  </a:lnTo>
                  <a:lnTo>
                    <a:pt x="82" y="124"/>
                  </a:lnTo>
                  <a:lnTo>
                    <a:pt x="0" y="124"/>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59" name="Google Shape;59;p27"/>
            <p:cNvSpPr/>
            <p:nvPr/>
          </p:nvSpPr>
          <p:spPr>
            <a:xfrm>
              <a:off x="4048125" y="4197351"/>
              <a:ext cx="166687" cy="196850"/>
            </a:xfrm>
            <a:custGeom>
              <a:avLst/>
              <a:gdLst/>
              <a:ahLst/>
              <a:cxnLst/>
              <a:rect l="l" t="t" r="r" b="b"/>
              <a:pathLst>
                <a:path w="105" h="124" extrusionOk="0">
                  <a:moveTo>
                    <a:pt x="46" y="12"/>
                  </a:moveTo>
                  <a:lnTo>
                    <a:pt x="0" y="12"/>
                  </a:lnTo>
                  <a:lnTo>
                    <a:pt x="0" y="0"/>
                  </a:lnTo>
                  <a:lnTo>
                    <a:pt x="105" y="0"/>
                  </a:lnTo>
                  <a:lnTo>
                    <a:pt x="105" y="12"/>
                  </a:lnTo>
                  <a:lnTo>
                    <a:pt x="59" y="12"/>
                  </a:lnTo>
                  <a:lnTo>
                    <a:pt x="59" y="124"/>
                  </a:lnTo>
                  <a:lnTo>
                    <a:pt x="46" y="124"/>
                  </a:lnTo>
                  <a:lnTo>
                    <a:pt x="46" y="1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60" name="Google Shape;60;p27"/>
            <p:cNvSpPr/>
            <p:nvPr/>
          </p:nvSpPr>
          <p:spPr>
            <a:xfrm>
              <a:off x="4241800" y="4197351"/>
              <a:ext cx="268287" cy="196850"/>
            </a:xfrm>
            <a:custGeom>
              <a:avLst/>
              <a:gdLst/>
              <a:ahLst/>
              <a:cxnLst/>
              <a:rect l="l" t="t" r="r" b="b"/>
              <a:pathLst>
                <a:path w="169" h="124" extrusionOk="0">
                  <a:moveTo>
                    <a:pt x="0" y="0"/>
                  </a:moveTo>
                  <a:lnTo>
                    <a:pt x="14" y="0"/>
                  </a:lnTo>
                  <a:lnTo>
                    <a:pt x="45" y="101"/>
                  </a:lnTo>
                  <a:lnTo>
                    <a:pt x="78" y="0"/>
                  </a:lnTo>
                  <a:lnTo>
                    <a:pt x="91" y="0"/>
                  </a:lnTo>
                  <a:lnTo>
                    <a:pt x="124" y="101"/>
                  </a:lnTo>
                  <a:lnTo>
                    <a:pt x="155" y="0"/>
                  </a:lnTo>
                  <a:lnTo>
                    <a:pt x="169" y="0"/>
                  </a:lnTo>
                  <a:lnTo>
                    <a:pt x="128" y="124"/>
                  </a:lnTo>
                  <a:lnTo>
                    <a:pt x="118" y="124"/>
                  </a:lnTo>
                  <a:lnTo>
                    <a:pt x="85" y="21"/>
                  </a:lnTo>
                  <a:lnTo>
                    <a:pt x="51" y="124"/>
                  </a:lnTo>
                  <a:lnTo>
                    <a:pt x="39" y="124"/>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61" name="Google Shape;61;p27"/>
            <p:cNvSpPr/>
            <p:nvPr/>
          </p:nvSpPr>
          <p:spPr>
            <a:xfrm>
              <a:off x="4527550" y="4192588"/>
              <a:ext cx="198437" cy="204788"/>
            </a:xfrm>
            <a:custGeom>
              <a:avLst/>
              <a:gdLst/>
              <a:ahLst/>
              <a:cxnLst/>
              <a:rect l="l" t="t" r="r" b="b"/>
              <a:pathLst>
                <a:path w="83" h="85" extrusionOk="0">
                  <a:moveTo>
                    <a:pt x="0" y="43"/>
                  </a:moveTo>
                  <a:cubicBezTo>
                    <a:pt x="0" y="13"/>
                    <a:pt x="15" y="0"/>
                    <a:pt x="42" y="0"/>
                  </a:cubicBezTo>
                  <a:cubicBezTo>
                    <a:pt x="68" y="0"/>
                    <a:pt x="83" y="13"/>
                    <a:pt x="83" y="43"/>
                  </a:cubicBezTo>
                  <a:cubicBezTo>
                    <a:pt x="83" y="72"/>
                    <a:pt x="68" y="85"/>
                    <a:pt x="42" y="85"/>
                  </a:cubicBezTo>
                  <a:cubicBezTo>
                    <a:pt x="15" y="85"/>
                    <a:pt x="0" y="72"/>
                    <a:pt x="0" y="43"/>
                  </a:cubicBezTo>
                  <a:close/>
                  <a:moveTo>
                    <a:pt x="74" y="43"/>
                  </a:moveTo>
                  <a:cubicBezTo>
                    <a:pt x="74" y="21"/>
                    <a:pt x="64" y="9"/>
                    <a:pt x="42" y="9"/>
                  </a:cubicBezTo>
                  <a:cubicBezTo>
                    <a:pt x="19" y="9"/>
                    <a:pt x="9" y="21"/>
                    <a:pt x="9" y="43"/>
                  </a:cubicBezTo>
                  <a:cubicBezTo>
                    <a:pt x="9" y="65"/>
                    <a:pt x="19" y="77"/>
                    <a:pt x="42" y="77"/>
                  </a:cubicBezTo>
                  <a:cubicBezTo>
                    <a:pt x="64" y="77"/>
                    <a:pt x="74" y="65"/>
                    <a:pt x="74" y="4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62" name="Google Shape;62;p27"/>
            <p:cNvSpPr/>
            <p:nvPr/>
          </p:nvSpPr>
          <p:spPr>
            <a:xfrm>
              <a:off x="4768850" y="4197351"/>
              <a:ext cx="150812" cy="196850"/>
            </a:xfrm>
            <a:custGeom>
              <a:avLst/>
              <a:gdLst/>
              <a:ahLst/>
              <a:cxnLst/>
              <a:rect l="l" t="t" r="r" b="b"/>
              <a:pathLst>
                <a:path w="63" h="82" extrusionOk="0">
                  <a:moveTo>
                    <a:pt x="33" y="48"/>
                  </a:moveTo>
                  <a:cubicBezTo>
                    <a:pt x="8" y="48"/>
                    <a:pt x="8" y="48"/>
                    <a:pt x="8" y="48"/>
                  </a:cubicBezTo>
                  <a:cubicBezTo>
                    <a:pt x="8" y="82"/>
                    <a:pt x="8" y="82"/>
                    <a:pt x="8" y="82"/>
                  </a:cubicBezTo>
                  <a:cubicBezTo>
                    <a:pt x="0" y="82"/>
                    <a:pt x="0" y="82"/>
                    <a:pt x="0" y="82"/>
                  </a:cubicBezTo>
                  <a:cubicBezTo>
                    <a:pt x="0" y="0"/>
                    <a:pt x="0" y="0"/>
                    <a:pt x="0" y="0"/>
                  </a:cubicBezTo>
                  <a:cubicBezTo>
                    <a:pt x="35" y="0"/>
                    <a:pt x="35" y="0"/>
                    <a:pt x="35" y="0"/>
                  </a:cubicBezTo>
                  <a:cubicBezTo>
                    <a:pt x="54" y="0"/>
                    <a:pt x="63" y="7"/>
                    <a:pt x="63" y="24"/>
                  </a:cubicBezTo>
                  <a:cubicBezTo>
                    <a:pt x="63" y="38"/>
                    <a:pt x="56" y="46"/>
                    <a:pt x="42" y="48"/>
                  </a:cubicBezTo>
                  <a:cubicBezTo>
                    <a:pt x="61" y="82"/>
                    <a:pt x="61" y="82"/>
                    <a:pt x="61" y="82"/>
                  </a:cubicBezTo>
                  <a:cubicBezTo>
                    <a:pt x="52" y="82"/>
                    <a:pt x="52" y="82"/>
                    <a:pt x="52" y="82"/>
                  </a:cubicBezTo>
                  <a:lnTo>
                    <a:pt x="33" y="48"/>
                  </a:lnTo>
                  <a:close/>
                  <a:moveTo>
                    <a:pt x="35" y="40"/>
                  </a:moveTo>
                  <a:cubicBezTo>
                    <a:pt x="47" y="40"/>
                    <a:pt x="54" y="37"/>
                    <a:pt x="54" y="24"/>
                  </a:cubicBezTo>
                  <a:cubicBezTo>
                    <a:pt x="54" y="11"/>
                    <a:pt x="47" y="8"/>
                    <a:pt x="35" y="8"/>
                  </a:cubicBezTo>
                  <a:cubicBezTo>
                    <a:pt x="8" y="8"/>
                    <a:pt x="8" y="8"/>
                    <a:pt x="8" y="8"/>
                  </a:cubicBezTo>
                  <a:cubicBezTo>
                    <a:pt x="8" y="40"/>
                    <a:pt x="8" y="40"/>
                    <a:pt x="8" y="40"/>
                  </a:cubicBezTo>
                  <a:lnTo>
                    <a:pt x="35" y="4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63" name="Google Shape;63;p27"/>
            <p:cNvSpPr/>
            <p:nvPr/>
          </p:nvSpPr>
          <p:spPr>
            <a:xfrm>
              <a:off x="4962525" y="4197351"/>
              <a:ext cx="153987" cy="196850"/>
            </a:xfrm>
            <a:custGeom>
              <a:avLst/>
              <a:gdLst/>
              <a:ahLst/>
              <a:cxnLst/>
              <a:rect l="l" t="t" r="r" b="b"/>
              <a:pathLst>
                <a:path w="97" h="124" extrusionOk="0">
                  <a:moveTo>
                    <a:pt x="38" y="57"/>
                  </a:moveTo>
                  <a:lnTo>
                    <a:pt x="14" y="85"/>
                  </a:lnTo>
                  <a:lnTo>
                    <a:pt x="14" y="124"/>
                  </a:lnTo>
                  <a:lnTo>
                    <a:pt x="0" y="124"/>
                  </a:lnTo>
                  <a:lnTo>
                    <a:pt x="0" y="0"/>
                  </a:lnTo>
                  <a:lnTo>
                    <a:pt x="14" y="0"/>
                  </a:lnTo>
                  <a:lnTo>
                    <a:pt x="14" y="68"/>
                  </a:lnTo>
                  <a:lnTo>
                    <a:pt x="76" y="0"/>
                  </a:lnTo>
                  <a:lnTo>
                    <a:pt x="91" y="0"/>
                  </a:lnTo>
                  <a:lnTo>
                    <a:pt x="47" y="48"/>
                  </a:lnTo>
                  <a:lnTo>
                    <a:pt x="97" y="124"/>
                  </a:lnTo>
                  <a:lnTo>
                    <a:pt x="82" y="124"/>
                  </a:lnTo>
                  <a:lnTo>
                    <a:pt x="38" y="5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64" name="Google Shape;64;p27"/>
            <p:cNvSpPr/>
            <p:nvPr/>
          </p:nvSpPr>
          <p:spPr>
            <a:xfrm>
              <a:off x="5133975" y="4192588"/>
              <a:ext cx="160337" cy="204788"/>
            </a:xfrm>
            <a:custGeom>
              <a:avLst/>
              <a:gdLst/>
              <a:ahLst/>
              <a:cxnLst/>
              <a:rect l="l" t="t" r="r" b="b"/>
              <a:pathLst>
                <a:path w="67" h="85" extrusionOk="0">
                  <a:moveTo>
                    <a:pt x="0" y="75"/>
                  </a:moveTo>
                  <a:cubicBezTo>
                    <a:pt x="5" y="69"/>
                    <a:pt x="5" y="69"/>
                    <a:pt x="5" y="69"/>
                  </a:cubicBezTo>
                  <a:cubicBezTo>
                    <a:pt x="15" y="75"/>
                    <a:pt x="24" y="77"/>
                    <a:pt x="34" y="77"/>
                  </a:cubicBezTo>
                  <a:cubicBezTo>
                    <a:pt x="51" y="77"/>
                    <a:pt x="59" y="72"/>
                    <a:pt x="59" y="61"/>
                  </a:cubicBezTo>
                  <a:cubicBezTo>
                    <a:pt x="59" y="49"/>
                    <a:pt x="49" y="48"/>
                    <a:pt x="34" y="45"/>
                  </a:cubicBezTo>
                  <a:cubicBezTo>
                    <a:pt x="16" y="42"/>
                    <a:pt x="5" y="39"/>
                    <a:pt x="5" y="22"/>
                  </a:cubicBezTo>
                  <a:cubicBezTo>
                    <a:pt x="5" y="7"/>
                    <a:pt x="15" y="0"/>
                    <a:pt x="34" y="0"/>
                  </a:cubicBezTo>
                  <a:cubicBezTo>
                    <a:pt x="47" y="0"/>
                    <a:pt x="56" y="3"/>
                    <a:pt x="63" y="8"/>
                  </a:cubicBezTo>
                  <a:cubicBezTo>
                    <a:pt x="58" y="15"/>
                    <a:pt x="58" y="15"/>
                    <a:pt x="58" y="15"/>
                  </a:cubicBezTo>
                  <a:cubicBezTo>
                    <a:pt x="52" y="11"/>
                    <a:pt x="43" y="8"/>
                    <a:pt x="34" y="8"/>
                  </a:cubicBezTo>
                  <a:cubicBezTo>
                    <a:pt x="19" y="8"/>
                    <a:pt x="13" y="12"/>
                    <a:pt x="13" y="22"/>
                  </a:cubicBezTo>
                  <a:cubicBezTo>
                    <a:pt x="13" y="33"/>
                    <a:pt x="22" y="35"/>
                    <a:pt x="36" y="37"/>
                  </a:cubicBezTo>
                  <a:cubicBezTo>
                    <a:pt x="54" y="40"/>
                    <a:pt x="67" y="43"/>
                    <a:pt x="67" y="61"/>
                  </a:cubicBezTo>
                  <a:cubicBezTo>
                    <a:pt x="67" y="77"/>
                    <a:pt x="57" y="85"/>
                    <a:pt x="34" y="85"/>
                  </a:cubicBezTo>
                  <a:cubicBezTo>
                    <a:pt x="22" y="85"/>
                    <a:pt x="11" y="82"/>
                    <a:pt x="0" y="75"/>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65" name="Google Shape;65;p27"/>
            <p:cNvSpPr/>
            <p:nvPr/>
          </p:nvSpPr>
          <p:spPr>
            <a:xfrm>
              <a:off x="5213350" y="3379788"/>
              <a:ext cx="352425" cy="730250"/>
            </a:xfrm>
            <a:custGeom>
              <a:avLst/>
              <a:gdLst/>
              <a:ahLst/>
              <a:cxnLst/>
              <a:rect l="l" t="t" r="r" b="b"/>
              <a:pathLst>
                <a:path w="147" h="303" extrusionOk="0">
                  <a:moveTo>
                    <a:pt x="120" y="0"/>
                  </a:moveTo>
                  <a:cubicBezTo>
                    <a:pt x="5" y="0"/>
                    <a:pt x="0" y="52"/>
                    <a:pt x="0" y="125"/>
                  </a:cubicBezTo>
                  <a:cubicBezTo>
                    <a:pt x="0" y="303"/>
                    <a:pt x="0" y="303"/>
                    <a:pt x="0" y="303"/>
                  </a:cubicBezTo>
                  <a:cubicBezTo>
                    <a:pt x="27" y="303"/>
                    <a:pt x="27" y="303"/>
                    <a:pt x="27" y="303"/>
                  </a:cubicBezTo>
                  <a:cubicBezTo>
                    <a:pt x="27" y="125"/>
                    <a:pt x="27" y="125"/>
                    <a:pt x="27" y="125"/>
                  </a:cubicBezTo>
                  <a:cubicBezTo>
                    <a:pt x="27" y="70"/>
                    <a:pt x="25" y="26"/>
                    <a:pt x="120" y="26"/>
                  </a:cubicBezTo>
                  <a:cubicBezTo>
                    <a:pt x="130" y="26"/>
                    <a:pt x="139" y="26"/>
                    <a:pt x="147" y="27"/>
                  </a:cubicBezTo>
                  <a:cubicBezTo>
                    <a:pt x="147" y="1"/>
                    <a:pt x="147" y="1"/>
                    <a:pt x="147" y="1"/>
                  </a:cubicBezTo>
                  <a:cubicBezTo>
                    <a:pt x="139" y="1"/>
                    <a:pt x="130" y="0"/>
                    <a:pt x="120"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66" name="Google Shape;66;p27"/>
            <p:cNvSpPr/>
            <p:nvPr/>
          </p:nvSpPr>
          <p:spPr>
            <a:xfrm>
              <a:off x="2281238" y="3394076"/>
              <a:ext cx="582612" cy="730250"/>
            </a:xfrm>
            <a:custGeom>
              <a:avLst/>
              <a:gdLst/>
              <a:ahLst/>
              <a:cxnLst/>
              <a:rect l="l" t="t" r="r" b="b"/>
              <a:pathLst>
                <a:path w="243" h="303" extrusionOk="0">
                  <a:moveTo>
                    <a:pt x="0" y="181"/>
                  </a:moveTo>
                  <a:cubicBezTo>
                    <a:pt x="0" y="0"/>
                    <a:pt x="0" y="0"/>
                    <a:pt x="0" y="0"/>
                  </a:cubicBezTo>
                  <a:cubicBezTo>
                    <a:pt x="28" y="0"/>
                    <a:pt x="28" y="0"/>
                    <a:pt x="28" y="0"/>
                  </a:cubicBezTo>
                  <a:cubicBezTo>
                    <a:pt x="28" y="182"/>
                    <a:pt x="28" y="182"/>
                    <a:pt x="28" y="182"/>
                  </a:cubicBezTo>
                  <a:cubicBezTo>
                    <a:pt x="28" y="234"/>
                    <a:pt x="27" y="278"/>
                    <a:pt x="123" y="278"/>
                  </a:cubicBezTo>
                  <a:cubicBezTo>
                    <a:pt x="218" y="278"/>
                    <a:pt x="216" y="234"/>
                    <a:pt x="216" y="179"/>
                  </a:cubicBezTo>
                  <a:cubicBezTo>
                    <a:pt x="216" y="0"/>
                    <a:pt x="216" y="0"/>
                    <a:pt x="216" y="0"/>
                  </a:cubicBezTo>
                  <a:cubicBezTo>
                    <a:pt x="243" y="0"/>
                    <a:pt x="243" y="0"/>
                    <a:pt x="243" y="0"/>
                  </a:cubicBezTo>
                  <a:cubicBezTo>
                    <a:pt x="243" y="179"/>
                    <a:pt x="243" y="179"/>
                    <a:pt x="243" y="179"/>
                  </a:cubicBezTo>
                  <a:cubicBezTo>
                    <a:pt x="243" y="252"/>
                    <a:pt x="238" y="303"/>
                    <a:pt x="123" y="303"/>
                  </a:cubicBezTo>
                  <a:cubicBezTo>
                    <a:pt x="7" y="303"/>
                    <a:pt x="0" y="252"/>
                    <a:pt x="0" y="181"/>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67" name="Google Shape;67;p27"/>
            <p:cNvSpPr/>
            <p:nvPr/>
          </p:nvSpPr>
          <p:spPr>
            <a:xfrm>
              <a:off x="2973388" y="3379788"/>
              <a:ext cx="581025" cy="730250"/>
            </a:xfrm>
            <a:custGeom>
              <a:avLst/>
              <a:gdLst/>
              <a:ahLst/>
              <a:cxnLst/>
              <a:rect l="l" t="t" r="r" b="b"/>
              <a:pathLst>
                <a:path w="242" h="303" extrusionOk="0">
                  <a:moveTo>
                    <a:pt x="242" y="122"/>
                  </a:moveTo>
                  <a:cubicBezTo>
                    <a:pt x="242" y="303"/>
                    <a:pt x="242" y="303"/>
                    <a:pt x="242" y="303"/>
                  </a:cubicBezTo>
                  <a:cubicBezTo>
                    <a:pt x="215" y="303"/>
                    <a:pt x="215" y="303"/>
                    <a:pt x="215" y="303"/>
                  </a:cubicBezTo>
                  <a:cubicBezTo>
                    <a:pt x="215" y="122"/>
                    <a:pt x="215" y="122"/>
                    <a:pt x="215" y="122"/>
                  </a:cubicBezTo>
                  <a:cubicBezTo>
                    <a:pt x="215" y="70"/>
                    <a:pt x="215" y="26"/>
                    <a:pt x="120" y="26"/>
                  </a:cubicBezTo>
                  <a:cubicBezTo>
                    <a:pt x="25" y="26"/>
                    <a:pt x="27" y="70"/>
                    <a:pt x="27" y="125"/>
                  </a:cubicBezTo>
                  <a:cubicBezTo>
                    <a:pt x="27" y="303"/>
                    <a:pt x="27" y="303"/>
                    <a:pt x="27" y="303"/>
                  </a:cubicBezTo>
                  <a:cubicBezTo>
                    <a:pt x="0" y="303"/>
                    <a:pt x="0" y="303"/>
                    <a:pt x="0" y="303"/>
                  </a:cubicBezTo>
                  <a:cubicBezTo>
                    <a:pt x="0" y="125"/>
                    <a:pt x="0" y="125"/>
                    <a:pt x="0" y="125"/>
                  </a:cubicBezTo>
                  <a:cubicBezTo>
                    <a:pt x="0" y="52"/>
                    <a:pt x="5" y="0"/>
                    <a:pt x="120" y="0"/>
                  </a:cubicBezTo>
                  <a:cubicBezTo>
                    <a:pt x="235" y="0"/>
                    <a:pt x="242" y="52"/>
                    <a:pt x="242" y="12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68" name="Google Shape;68;p27"/>
            <p:cNvSpPr/>
            <p:nvPr/>
          </p:nvSpPr>
          <p:spPr>
            <a:xfrm>
              <a:off x="3676650" y="3397251"/>
              <a:ext cx="61912" cy="712788"/>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69" name="Google Shape;69;p27"/>
            <p:cNvSpPr/>
            <p:nvPr/>
          </p:nvSpPr>
          <p:spPr>
            <a:xfrm>
              <a:off x="3857625" y="3397251"/>
              <a:ext cx="573087" cy="712788"/>
            </a:xfrm>
            <a:custGeom>
              <a:avLst/>
              <a:gdLst/>
              <a:ahLst/>
              <a:cxnLst/>
              <a:rect l="l" t="t" r="r" b="b"/>
              <a:pathLst>
                <a:path w="239" h="296" extrusionOk="0">
                  <a:moveTo>
                    <a:pt x="0" y="0"/>
                  </a:moveTo>
                  <a:cubicBezTo>
                    <a:pt x="139" y="0"/>
                    <a:pt x="139" y="0"/>
                    <a:pt x="139" y="0"/>
                  </a:cubicBezTo>
                  <a:cubicBezTo>
                    <a:pt x="208" y="0"/>
                    <a:pt x="239" y="34"/>
                    <a:pt x="239" y="95"/>
                  </a:cubicBezTo>
                  <a:cubicBezTo>
                    <a:pt x="239" y="156"/>
                    <a:pt x="208" y="193"/>
                    <a:pt x="139" y="193"/>
                  </a:cubicBezTo>
                  <a:cubicBezTo>
                    <a:pt x="27" y="193"/>
                    <a:pt x="27" y="193"/>
                    <a:pt x="27" y="193"/>
                  </a:cubicBezTo>
                  <a:cubicBezTo>
                    <a:pt x="27" y="296"/>
                    <a:pt x="27" y="296"/>
                    <a:pt x="27" y="296"/>
                  </a:cubicBezTo>
                  <a:cubicBezTo>
                    <a:pt x="0" y="296"/>
                    <a:pt x="0" y="296"/>
                    <a:pt x="0" y="296"/>
                  </a:cubicBezTo>
                  <a:lnTo>
                    <a:pt x="0" y="0"/>
                  </a:lnTo>
                  <a:close/>
                  <a:moveTo>
                    <a:pt x="139" y="167"/>
                  </a:moveTo>
                  <a:cubicBezTo>
                    <a:pt x="187" y="167"/>
                    <a:pt x="211" y="143"/>
                    <a:pt x="211" y="96"/>
                  </a:cubicBezTo>
                  <a:cubicBezTo>
                    <a:pt x="211" y="49"/>
                    <a:pt x="185" y="26"/>
                    <a:pt x="138" y="26"/>
                  </a:cubicBezTo>
                  <a:cubicBezTo>
                    <a:pt x="27" y="26"/>
                    <a:pt x="27" y="26"/>
                    <a:pt x="27" y="26"/>
                  </a:cubicBezTo>
                  <a:cubicBezTo>
                    <a:pt x="27" y="167"/>
                    <a:pt x="27" y="167"/>
                    <a:pt x="27" y="167"/>
                  </a:cubicBezTo>
                  <a:lnTo>
                    <a:pt x="139" y="16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70" name="Google Shape;70;p27"/>
            <p:cNvSpPr/>
            <p:nvPr/>
          </p:nvSpPr>
          <p:spPr>
            <a:xfrm>
              <a:off x="4505325" y="3378201"/>
              <a:ext cx="614362" cy="746125"/>
            </a:xfrm>
            <a:custGeom>
              <a:avLst/>
              <a:gdLst/>
              <a:ahLst/>
              <a:cxnLst/>
              <a:rect l="l" t="t" r="r" b="b"/>
              <a:pathLst>
                <a:path w="256" h="310" extrusionOk="0">
                  <a:moveTo>
                    <a:pt x="0" y="155"/>
                  </a:moveTo>
                  <a:cubicBezTo>
                    <a:pt x="0" y="68"/>
                    <a:pt x="25" y="0"/>
                    <a:pt x="137" y="0"/>
                  </a:cubicBezTo>
                  <a:cubicBezTo>
                    <a:pt x="252" y="0"/>
                    <a:pt x="256" y="78"/>
                    <a:pt x="256" y="160"/>
                  </a:cubicBezTo>
                  <a:cubicBezTo>
                    <a:pt x="27" y="160"/>
                    <a:pt x="27" y="160"/>
                    <a:pt x="27" y="160"/>
                  </a:cubicBezTo>
                  <a:cubicBezTo>
                    <a:pt x="27" y="232"/>
                    <a:pt x="45" y="286"/>
                    <a:pt x="139" y="286"/>
                  </a:cubicBezTo>
                  <a:cubicBezTo>
                    <a:pt x="189" y="286"/>
                    <a:pt x="212" y="272"/>
                    <a:pt x="236" y="254"/>
                  </a:cubicBezTo>
                  <a:cubicBezTo>
                    <a:pt x="251" y="274"/>
                    <a:pt x="251" y="274"/>
                    <a:pt x="251" y="274"/>
                  </a:cubicBezTo>
                  <a:cubicBezTo>
                    <a:pt x="224" y="294"/>
                    <a:pt x="192" y="310"/>
                    <a:pt x="139" y="310"/>
                  </a:cubicBezTo>
                  <a:cubicBezTo>
                    <a:pt x="22" y="310"/>
                    <a:pt x="0" y="242"/>
                    <a:pt x="0" y="155"/>
                  </a:cubicBezTo>
                  <a:close/>
                  <a:moveTo>
                    <a:pt x="27" y="135"/>
                  </a:moveTo>
                  <a:cubicBezTo>
                    <a:pt x="229" y="135"/>
                    <a:pt x="229" y="135"/>
                    <a:pt x="229" y="135"/>
                  </a:cubicBezTo>
                  <a:cubicBezTo>
                    <a:pt x="226" y="76"/>
                    <a:pt x="223" y="25"/>
                    <a:pt x="136" y="25"/>
                  </a:cubicBezTo>
                  <a:cubicBezTo>
                    <a:pt x="53" y="25"/>
                    <a:pt x="30" y="70"/>
                    <a:pt x="27" y="135"/>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71" name="Google Shape;71;p27"/>
            <p:cNvSpPr/>
            <p:nvPr/>
          </p:nvSpPr>
          <p:spPr>
            <a:xfrm>
              <a:off x="1855788" y="3394076"/>
              <a:ext cx="312737" cy="873125"/>
            </a:xfrm>
            <a:custGeom>
              <a:avLst/>
              <a:gdLst/>
              <a:ahLst/>
              <a:cxnLst/>
              <a:rect l="l" t="t" r="r" b="b"/>
              <a:pathLst>
                <a:path w="130" h="362" extrusionOk="0">
                  <a:moveTo>
                    <a:pt x="10" y="362"/>
                  </a:moveTo>
                  <a:cubicBezTo>
                    <a:pt x="126" y="362"/>
                    <a:pt x="130" y="310"/>
                    <a:pt x="130" y="237"/>
                  </a:cubicBezTo>
                  <a:cubicBezTo>
                    <a:pt x="130" y="0"/>
                    <a:pt x="130" y="0"/>
                    <a:pt x="130" y="0"/>
                  </a:cubicBezTo>
                  <a:cubicBezTo>
                    <a:pt x="103" y="0"/>
                    <a:pt x="103" y="0"/>
                    <a:pt x="103" y="0"/>
                  </a:cubicBezTo>
                  <a:cubicBezTo>
                    <a:pt x="103" y="237"/>
                    <a:pt x="103" y="237"/>
                    <a:pt x="103" y="237"/>
                  </a:cubicBezTo>
                  <a:cubicBezTo>
                    <a:pt x="103" y="292"/>
                    <a:pt x="105" y="336"/>
                    <a:pt x="10" y="336"/>
                  </a:cubicBezTo>
                  <a:cubicBezTo>
                    <a:pt x="7" y="336"/>
                    <a:pt x="3" y="336"/>
                    <a:pt x="0" y="336"/>
                  </a:cubicBezTo>
                  <a:cubicBezTo>
                    <a:pt x="0" y="361"/>
                    <a:pt x="0" y="361"/>
                    <a:pt x="0" y="361"/>
                  </a:cubicBezTo>
                  <a:cubicBezTo>
                    <a:pt x="3" y="362"/>
                    <a:pt x="7" y="362"/>
                    <a:pt x="10" y="36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72" name="Google Shape;72;p27"/>
            <p:cNvSpPr/>
            <p:nvPr/>
          </p:nvSpPr>
          <p:spPr>
            <a:xfrm>
              <a:off x="5373688" y="4022726"/>
              <a:ext cx="90487" cy="92075"/>
            </a:xfrm>
            <a:custGeom>
              <a:avLst/>
              <a:gdLst/>
              <a:ahLst/>
              <a:cxnLst/>
              <a:rect l="l" t="t" r="r" b="b"/>
              <a:pathLst>
                <a:path w="38" h="38" extrusionOk="0">
                  <a:moveTo>
                    <a:pt x="19" y="38"/>
                  </a:moveTo>
                  <a:cubicBezTo>
                    <a:pt x="9" y="38"/>
                    <a:pt x="0" y="29"/>
                    <a:pt x="0" y="19"/>
                  </a:cubicBezTo>
                  <a:cubicBezTo>
                    <a:pt x="0" y="8"/>
                    <a:pt x="9" y="0"/>
                    <a:pt x="19" y="0"/>
                  </a:cubicBezTo>
                  <a:cubicBezTo>
                    <a:pt x="30" y="0"/>
                    <a:pt x="38" y="8"/>
                    <a:pt x="38" y="19"/>
                  </a:cubicBezTo>
                  <a:cubicBezTo>
                    <a:pt x="38" y="29"/>
                    <a:pt x="30" y="38"/>
                    <a:pt x="19" y="38"/>
                  </a:cubicBezTo>
                  <a:close/>
                  <a:moveTo>
                    <a:pt x="19" y="2"/>
                  </a:moveTo>
                  <a:cubicBezTo>
                    <a:pt x="10" y="2"/>
                    <a:pt x="3" y="10"/>
                    <a:pt x="3" y="19"/>
                  </a:cubicBezTo>
                  <a:cubicBezTo>
                    <a:pt x="3" y="28"/>
                    <a:pt x="10" y="35"/>
                    <a:pt x="19" y="35"/>
                  </a:cubicBezTo>
                  <a:cubicBezTo>
                    <a:pt x="28" y="35"/>
                    <a:pt x="36" y="28"/>
                    <a:pt x="36" y="19"/>
                  </a:cubicBezTo>
                  <a:cubicBezTo>
                    <a:pt x="36" y="10"/>
                    <a:pt x="28" y="2"/>
                    <a:pt x="19"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73" name="Google Shape;73;p27"/>
            <p:cNvSpPr/>
            <p:nvPr/>
          </p:nvSpPr>
          <p:spPr>
            <a:xfrm>
              <a:off x="5402263" y="4041776"/>
              <a:ext cx="41275" cy="53975"/>
            </a:xfrm>
            <a:custGeom>
              <a:avLst/>
              <a:gdLst/>
              <a:ahLst/>
              <a:cxnLst/>
              <a:rect l="l" t="t" r="r" b="b"/>
              <a:pathLst>
                <a:path w="17" h="22" extrusionOk="0">
                  <a:moveTo>
                    <a:pt x="8" y="13"/>
                  </a:moveTo>
                  <a:cubicBezTo>
                    <a:pt x="2" y="13"/>
                    <a:pt x="2" y="13"/>
                    <a:pt x="2" y="13"/>
                  </a:cubicBezTo>
                  <a:cubicBezTo>
                    <a:pt x="2" y="22"/>
                    <a:pt x="2" y="22"/>
                    <a:pt x="2" y="22"/>
                  </a:cubicBezTo>
                  <a:cubicBezTo>
                    <a:pt x="0" y="22"/>
                    <a:pt x="0" y="22"/>
                    <a:pt x="0" y="22"/>
                  </a:cubicBezTo>
                  <a:cubicBezTo>
                    <a:pt x="0" y="0"/>
                    <a:pt x="0" y="0"/>
                    <a:pt x="0" y="0"/>
                  </a:cubicBezTo>
                  <a:cubicBezTo>
                    <a:pt x="9" y="0"/>
                    <a:pt x="9" y="0"/>
                    <a:pt x="9" y="0"/>
                  </a:cubicBezTo>
                  <a:cubicBezTo>
                    <a:pt x="15" y="0"/>
                    <a:pt x="17" y="2"/>
                    <a:pt x="17" y="7"/>
                  </a:cubicBezTo>
                  <a:cubicBezTo>
                    <a:pt x="17" y="10"/>
                    <a:pt x="15" y="12"/>
                    <a:pt x="12" y="13"/>
                  </a:cubicBezTo>
                  <a:cubicBezTo>
                    <a:pt x="16" y="22"/>
                    <a:pt x="16" y="22"/>
                    <a:pt x="16" y="22"/>
                  </a:cubicBezTo>
                  <a:cubicBezTo>
                    <a:pt x="13" y="22"/>
                    <a:pt x="13" y="22"/>
                    <a:pt x="13" y="22"/>
                  </a:cubicBezTo>
                  <a:lnTo>
                    <a:pt x="8" y="13"/>
                  </a:lnTo>
                  <a:close/>
                  <a:moveTo>
                    <a:pt x="9" y="11"/>
                  </a:moveTo>
                  <a:cubicBezTo>
                    <a:pt x="12" y="11"/>
                    <a:pt x="14" y="10"/>
                    <a:pt x="14" y="7"/>
                  </a:cubicBezTo>
                  <a:cubicBezTo>
                    <a:pt x="14" y="4"/>
                    <a:pt x="12" y="3"/>
                    <a:pt x="9" y="3"/>
                  </a:cubicBezTo>
                  <a:cubicBezTo>
                    <a:pt x="2" y="3"/>
                    <a:pt x="2" y="3"/>
                    <a:pt x="2" y="3"/>
                  </a:cubicBezTo>
                  <a:cubicBezTo>
                    <a:pt x="2" y="11"/>
                    <a:pt x="2" y="11"/>
                    <a:pt x="2" y="11"/>
                  </a:cubicBezTo>
                  <a:lnTo>
                    <a:pt x="9" y="11"/>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_thank you">
  <p:cSld name="2_thank you">
    <p:spTree>
      <p:nvGrpSpPr>
        <p:cNvPr id="1" name="Shape 74"/>
        <p:cNvGrpSpPr/>
        <p:nvPr/>
      </p:nvGrpSpPr>
      <p:grpSpPr>
        <a:xfrm>
          <a:off x="0" y="0"/>
          <a:ext cx="0" cy="0"/>
          <a:chOff x="0" y="0"/>
          <a:chExt cx="0" cy="0"/>
        </a:xfrm>
      </p:grpSpPr>
      <p:pic>
        <p:nvPicPr>
          <p:cNvPr id="75" name="Google Shape;75;p28"/>
          <p:cNvPicPr preferRelativeResize="0"/>
          <p:nvPr/>
        </p:nvPicPr>
        <p:blipFill rotWithShape="1">
          <a:blip r:embed="rId2">
            <a:alphaModFix/>
          </a:blip>
          <a:srcRect/>
          <a:stretch/>
        </p:blipFill>
        <p:spPr>
          <a:xfrm>
            <a:off x="1181" y="6373"/>
            <a:ext cx="12189638" cy="6852054"/>
          </a:xfrm>
          <a:prstGeom prst="rect">
            <a:avLst/>
          </a:prstGeom>
          <a:noFill/>
          <a:ln>
            <a:noFill/>
          </a:ln>
        </p:spPr>
      </p:pic>
      <p:pic>
        <p:nvPicPr>
          <p:cNvPr id="76" name="Google Shape;76;p28"/>
          <p:cNvPicPr preferRelativeResize="0"/>
          <p:nvPr/>
        </p:nvPicPr>
        <p:blipFill rotWithShape="1">
          <a:blip r:embed="rId3">
            <a:alphaModFix/>
          </a:blip>
          <a:srcRect/>
          <a:stretch/>
        </p:blipFill>
        <p:spPr>
          <a:xfrm>
            <a:off x="4890802" y="3842296"/>
            <a:ext cx="2325350" cy="327294"/>
          </a:xfrm>
          <a:prstGeom prst="rect">
            <a:avLst/>
          </a:prstGeom>
          <a:noFill/>
          <a:ln>
            <a:noFill/>
          </a:ln>
        </p:spPr>
      </p:pic>
      <p:sp>
        <p:nvSpPr>
          <p:cNvPr id="77" name="Google Shape;77;p28"/>
          <p:cNvSpPr txBox="1"/>
          <p:nvPr/>
        </p:nvSpPr>
        <p:spPr>
          <a:xfrm>
            <a:off x="1872344" y="2596124"/>
            <a:ext cx="8395062" cy="49244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200">
                <a:solidFill>
                  <a:schemeClr val="lt2"/>
                </a:solidFill>
                <a:latin typeface="Lato"/>
                <a:ea typeface="Lato"/>
                <a:cs typeface="Lato"/>
                <a:sym typeface="Lato"/>
              </a:rPr>
              <a:t>THANK YOU</a:t>
            </a:r>
            <a:endParaRPr/>
          </a:p>
        </p:txBody>
      </p:sp>
      <p:cxnSp>
        <p:nvCxnSpPr>
          <p:cNvPr id="78" name="Google Shape;78;p28"/>
          <p:cNvCxnSpPr/>
          <p:nvPr/>
        </p:nvCxnSpPr>
        <p:spPr>
          <a:xfrm>
            <a:off x="5146766" y="3433763"/>
            <a:ext cx="1837508" cy="0"/>
          </a:xfrm>
          <a:prstGeom prst="straightConnector1">
            <a:avLst/>
          </a:prstGeom>
          <a:noFill/>
          <a:ln w="22225" cap="flat" cmpd="sng">
            <a:solidFill>
              <a:schemeClr val="lt2"/>
            </a:solidFill>
            <a:prstDash val="solid"/>
            <a:miter lim="800000"/>
            <a:headEnd type="none" w="sm" len="sm"/>
            <a:tailEnd type="none" w="sm" len="sm"/>
          </a:ln>
        </p:spPr>
      </p:cxnSp>
    </p:spTree>
  </p:cSld>
  <p:clrMapOvr>
    <a:masterClrMapping/>
  </p:clrMapOvr>
  <p:transition>
    <p:fade/>
  </p:transition>
  <p:extLst>
    <p:ext uri="{DCECCB84-F9BA-43D5-87BE-67443E8EF086}">
      <p15:sldGuideLst xmlns:p15="http://schemas.microsoft.com/office/powerpoint/2012/main">
        <p15:guide id="1" pos="3096">
          <p15:clr>
            <a:srgbClr val="FBAE40"/>
          </p15:clr>
        </p15:guide>
        <p15:guide id="2" pos="4553">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Title">
  <p:cSld name="1_Title">
    <p:spTree>
      <p:nvGrpSpPr>
        <p:cNvPr id="1" name="Shape 79"/>
        <p:cNvGrpSpPr/>
        <p:nvPr/>
      </p:nvGrpSpPr>
      <p:grpSpPr>
        <a:xfrm>
          <a:off x="0" y="0"/>
          <a:ext cx="0" cy="0"/>
          <a:chOff x="0" y="0"/>
          <a:chExt cx="0" cy="0"/>
        </a:xfrm>
      </p:grpSpPr>
      <p:pic>
        <p:nvPicPr>
          <p:cNvPr id="80" name="Google Shape;80;p29"/>
          <p:cNvPicPr preferRelativeResize="0"/>
          <p:nvPr/>
        </p:nvPicPr>
        <p:blipFill rotWithShape="1">
          <a:blip r:embed="rId2">
            <a:alphaModFix/>
          </a:blip>
          <a:srcRect/>
          <a:stretch/>
        </p:blipFill>
        <p:spPr>
          <a:xfrm>
            <a:off x="1" y="1242"/>
            <a:ext cx="12191998" cy="6855514"/>
          </a:xfrm>
          <a:prstGeom prst="rect">
            <a:avLst/>
          </a:prstGeom>
          <a:noFill/>
          <a:ln>
            <a:noFill/>
          </a:ln>
        </p:spPr>
      </p:pic>
      <p:pic>
        <p:nvPicPr>
          <p:cNvPr id="81" name="Google Shape;81;p29"/>
          <p:cNvPicPr preferRelativeResize="0"/>
          <p:nvPr/>
        </p:nvPicPr>
        <p:blipFill rotWithShape="1">
          <a:blip r:embed="rId3">
            <a:alphaModFix/>
          </a:blip>
          <a:srcRect/>
          <a:stretch/>
        </p:blipFill>
        <p:spPr>
          <a:xfrm>
            <a:off x="7933508" y="4906694"/>
            <a:ext cx="2002865" cy="281904"/>
          </a:xfrm>
          <a:prstGeom prst="rect">
            <a:avLst/>
          </a:prstGeom>
          <a:noFill/>
          <a:ln>
            <a:noFill/>
          </a:ln>
        </p:spPr>
      </p:pic>
      <p:sp>
        <p:nvSpPr>
          <p:cNvPr id="82" name="Google Shape;82;p29"/>
          <p:cNvSpPr txBox="1">
            <a:spLocks noGrp="1"/>
          </p:cNvSpPr>
          <p:nvPr>
            <p:ph type="body" idx="1"/>
          </p:nvPr>
        </p:nvSpPr>
        <p:spPr>
          <a:xfrm>
            <a:off x="2608578" y="4246439"/>
            <a:ext cx="6492607" cy="233910"/>
          </a:xfrm>
          <a:prstGeom prst="rect">
            <a:avLst/>
          </a:prstGeom>
          <a:noFill/>
          <a:ln>
            <a:noFill/>
          </a:ln>
        </p:spPr>
        <p:txBody>
          <a:bodyPr spcFirstLastPara="1" wrap="square" lIns="0" tIns="0" rIns="0" bIns="0" anchor="t" anchorCtr="0">
            <a:spAutoFit/>
          </a:bodyPr>
          <a:lstStyle>
            <a:lvl1pPr marL="457200" lvl="0" indent="-228600" algn="l">
              <a:lnSpc>
                <a:spcPct val="110000"/>
              </a:lnSpc>
              <a:spcBef>
                <a:spcPts val="1600"/>
              </a:spcBef>
              <a:spcAft>
                <a:spcPts val="0"/>
              </a:spcAft>
              <a:buClr>
                <a:schemeClr val="lt1"/>
              </a:buClr>
              <a:buSzPts val="1600"/>
              <a:buNone/>
              <a:defRPr sz="1600">
                <a:solidFill>
                  <a:schemeClr val="lt1"/>
                </a:solidFill>
              </a:defRPr>
            </a:lvl1pPr>
            <a:lvl2pPr marL="914400" lvl="1" indent="-228600" algn="l">
              <a:lnSpc>
                <a:spcPct val="95000"/>
              </a:lnSpc>
              <a:spcBef>
                <a:spcPts val="500"/>
              </a:spcBef>
              <a:spcAft>
                <a:spcPts val="0"/>
              </a:spcAft>
              <a:buClr>
                <a:schemeClr val="dk1"/>
              </a:buClr>
              <a:buSzPts val="1400"/>
              <a:buNone/>
              <a:defRPr/>
            </a:lvl2pPr>
            <a:lvl3pPr marL="1371600" lvl="2" indent="-342900" algn="l">
              <a:lnSpc>
                <a:spcPct val="95000"/>
              </a:lnSpc>
              <a:spcBef>
                <a:spcPts val="500"/>
              </a:spcBef>
              <a:spcAft>
                <a:spcPts val="0"/>
              </a:spcAft>
              <a:buClr>
                <a:schemeClr val="dk1"/>
              </a:buClr>
              <a:buSzPts val="1800"/>
              <a:buChar char="•"/>
              <a:defRPr/>
            </a:lvl3pPr>
            <a:lvl4pPr marL="1828800" lvl="3" indent="-342900" algn="l">
              <a:lnSpc>
                <a:spcPct val="95000"/>
              </a:lnSpc>
              <a:spcBef>
                <a:spcPts val="500"/>
              </a:spcBef>
              <a:spcAft>
                <a:spcPts val="0"/>
              </a:spcAft>
              <a:buClr>
                <a:schemeClr val="dk1"/>
              </a:buClr>
              <a:buSzPts val="1800"/>
              <a:buChar char="•"/>
              <a:defRPr/>
            </a:lvl4pPr>
            <a:lvl5pPr marL="2286000" lvl="4" indent="-342900" algn="l">
              <a:lnSpc>
                <a:spcPct val="95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29"/>
          <p:cNvSpPr txBox="1">
            <a:spLocks noGrp="1"/>
          </p:cNvSpPr>
          <p:nvPr>
            <p:ph type="ctrTitle"/>
          </p:nvPr>
        </p:nvSpPr>
        <p:spPr>
          <a:xfrm>
            <a:off x="2608578" y="2140298"/>
            <a:ext cx="6492607" cy="1265943"/>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lt1"/>
              </a:buClr>
              <a:buSzPts val="3600"/>
              <a:buFont typeface="Lato"/>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29"/>
          <p:cNvSpPr txBox="1">
            <a:spLocks noGrp="1"/>
          </p:cNvSpPr>
          <p:nvPr>
            <p:ph type="subTitle" idx="2"/>
          </p:nvPr>
        </p:nvSpPr>
        <p:spPr>
          <a:xfrm>
            <a:off x="2608578" y="3725561"/>
            <a:ext cx="6492607" cy="370230"/>
          </a:xfrm>
          <a:prstGeom prst="rect">
            <a:avLst/>
          </a:prstGeom>
          <a:noFill/>
          <a:ln>
            <a:noFill/>
          </a:ln>
        </p:spPr>
        <p:txBody>
          <a:bodyPr spcFirstLastPara="1" wrap="square" lIns="0" tIns="0" rIns="0" bIns="0" anchor="t" anchorCtr="0">
            <a:spAutoFit/>
          </a:bodyPr>
          <a:lstStyle>
            <a:lvl1pPr lvl="0" algn="l">
              <a:lnSpc>
                <a:spcPct val="110000"/>
              </a:lnSpc>
              <a:spcBef>
                <a:spcPts val="1600"/>
              </a:spcBef>
              <a:spcAft>
                <a:spcPts val="0"/>
              </a:spcAft>
              <a:buClr>
                <a:schemeClr val="lt1"/>
              </a:buClr>
              <a:buSzPts val="2400"/>
              <a:buNone/>
              <a:defRPr sz="2400">
                <a:solidFill>
                  <a:schemeClr val="lt1"/>
                </a:solidFill>
              </a:defRPr>
            </a:lvl1pPr>
            <a:lvl2pPr lvl="1" algn="ctr">
              <a:lnSpc>
                <a:spcPct val="95000"/>
              </a:lnSpc>
              <a:spcBef>
                <a:spcPts val="500"/>
              </a:spcBef>
              <a:spcAft>
                <a:spcPts val="0"/>
              </a:spcAft>
              <a:buClr>
                <a:schemeClr val="dk1"/>
              </a:buClr>
              <a:buSzPts val="2000"/>
              <a:buNone/>
              <a:defRPr sz="2000"/>
            </a:lvl2pPr>
            <a:lvl3pPr lvl="2" algn="ctr">
              <a:lnSpc>
                <a:spcPct val="95000"/>
              </a:lnSpc>
              <a:spcBef>
                <a:spcPts val="500"/>
              </a:spcBef>
              <a:spcAft>
                <a:spcPts val="0"/>
              </a:spcAft>
              <a:buClr>
                <a:schemeClr val="dk1"/>
              </a:buClr>
              <a:buSzPts val="1800"/>
              <a:buNone/>
              <a:defRPr sz="1800"/>
            </a:lvl3pPr>
            <a:lvl4pPr lvl="3" algn="ctr">
              <a:lnSpc>
                <a:spcPct val="95000"/>
              </a:lnSpc>
              <a:spcBef>
                <a:spcPts val="500"/>
              </a:spcBef>
              <a:spcAft>
                <a:spcPts val="0"/>
              </a:spcAft>
              <a:buClr>
                <a:schemeClr val="dk1"/>
              </a:buClr>
              <a:buSzPts val="1600"/>
              <a:buNone/>
              <a:defRPr sz="1600"/>
            </a:lvl4pPr>
            <a:lvl5pPr lvl="4" algn="ctr">
              <a:lnSpc>
                <a:spcPct val="95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Agenda">
  <p:cSld name="1_Agenda">
    <p:spTree>
      <p:nvGrpSpPr>
        <p:cNvPr id="1" name="Shape 85"/>
        <p:cNvGrpSpPr/>
        <p:nvPr/>
      </p:nvGrpSpPr>
      <p:grpSpPr>
        <a:xfrm>
          <a:off x="0" y="0"/>
          <a:ext cx="0" cy="0"/>
          <a:chOff x="0" y="0"/>
          <a:chExt cx="0" cy="0"/>
        </a:xfrm>
      </p:grpSpPr>
      <p:pic>
        <p:nvPicPr>
          <p:cNvPr id="86" name="Google Shape;86;p30"/>
          <p:cNvPicPr preferRelativeResize="0"/>
          <p:nvPr/>
        </p:nvPicPr>
        <p:blipFill rotWithShape="1">
          <a:blip r:embed="rId2">
            <a:alphaModFix/>
          </a:blip>
          <a:srcRect/>
          <a:stretch/>
        </p:blipFill>
        <p:spPr>
          <a:xfrm>
            <a:off x="0" y="1"/>
            <a:ext cx="6858000" cy="6858000"/>
          </a:xfrm>
          <a:prstGeom prst="rect">
            <a:avLst/>
          </a:prstGeom>
          <a:noFill/>
          <a:ln>
            <a:noFill/>
          </a:ln>
        </p:spPr>
      </p:pic>
      <p:sp>
        <p:nvSpPr>
          <p:cNvPr id="87" name="Google Shape;87;p30"/>
          <p:cNvSpPr/>
          <p:nvPr/>
        </p:nvSpPr>
        <p:spPr>
          <a:xfrm>
            <a:off x="5850384" y="1"/>
            <a:ext cx="6341615" cy="6858000"/>
          </a:xfrm>
          <a:prstGeom prst="rect">
            <a:avLst/>
          </a:prstGeom>
          <a:gradFill>
            <a:gsLst>
              <a:gs pos="0">
                <a:srgbClr val="73992F"/>
              </a:gs>
              <a:gs pos="27000">
                <a:srgbClr val="73992F"/>
              </a:gs>
              <a:gs pos="100000">
                <a:schemeClr val="accent1"/>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Lato"/>
              <a:ea typeface="Lato"/>
              <a:cs typeface="Lato"/>
              <a:sym typeface="Lato"/>
            </a:endParaRPr>
          </a:p>
        </p:txBody>
      </p:sp>
      <p:sp>
        <p:nvSpPr>
          <p:cNvPr id="88" name="Google Shape;88;p30"/>
          <p:cNvSpPr txBox="1">
            <a:spLocks noGrp="1"/>
          </p:cNvSpPr>
          <p:nvPr>
            <p:ph type="ftr" idx="11"/>
          </p:nvPr>
        </p:nvSpPr>
        <p:spPr>
          <a:xfrm>
            <a:off x="5197840" y="6638792"/>
            <a:ext cx="1817489" cy="143629"/>
          </a:xfrm>
          <a:prstGeom prst="rect">
            <a:avLst/>
          </a:prstGeom>
          <a:noFill/>
          <a:ln>
            <a:noFill/>
          </a:ln>
        </p:spPr>
        <p:txBody>
          <a:bodyPr spcFirstLastPara="1" wrap="square" lIns="0" tIns="0" rIns="0" bIns="0" anchor="ctr" anchorCtr="0">
            <a:sp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30"/>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lvl1pPr marL="0" lvl="0" indent="0" algn="r">
              <a:spcBef>
                <a:spcPts val="0"/>
              </a:spcBef>
              <a:buNone/>
              <a:defRPr sz="933">
                <a:solidFill>
                  <a:schemeClr val="lt2"/>
                </a:solidFill>
                <a:latin typeface="Lato"/>
                <a:ea typeface="Lato"/>
                <a:cs typeface="Lato"/>
                <a:sym typeface="Lato"/>
              </a:defRPr>
            </a:lvl1pPr>
            <a:lvl2pPr marL="0" lvl="1" indent="0" algn="r">
              <a:spcBef>
                <a:spcPts val="0"/>
              </a:spcBef>
              <a:buNone/>
              <a:defRPr sz="933">
                <a:solidFill>
                  <a:schemeClr val="lt2"/>
                </a:solidFill>
                <a:latin typeface="Lato"/>
                <a:ea typeface="Lato"/>
                <a:cs typeface="Lato"/>
                <a:sym typeface="Lato"/>
              </a:defRPr>
            </a:lvl2pPr>
            <a:lvl3pPr marL="0" lvl="2" indent="0" algn="r">
              <a:spcBef>
                <a:spcPts val="0"/>
              </a:spcBef>
              <a:buNone/>
              <a:defRPr sz="933">
                <a:solidFill>
                  <a:schemeClr val="lt2"/>
                </a:solidFill>
                <a:latin typeface="Lato"/>
                <a:ea typeface="Lato"/>
                <a:cs typeface="Lato"/>
                <a:sym typeface="Lato"/>
              </a:defRPr>
            </a:lvl3pPr>
            <a:lvl4pPr marL="0" lvl="3" indent="0" algn="r">
              <a:spcBef>
                <a:spcPts val="0"/>
              </a:spcBef>
              <a:buNone/>
              <a:defRPr sz="933">
                <a:solidFill>
                  <a:schemeClr val="lt2"/>
                </a:solidFill>
                <a:latin typeface="Lato"/>
                <a:ea typeface="Lato"/>
                <a:cs typeface="Lato"/>
                <a:sym typeface="Lato"/>
              </a:defRPr>
            </a:lvl4pPr>
            <a:lvl5pPr marL="0" lvl="4" indent="0" algn="r">
              <a:spcBef>
                <a:spcPts val="0"/>
              </a:spcBef>
              <a:buNone/>
              <a:defRPr sz="933">
                <a:solidFill>
                  <a:schemeClr val="lt2"/>
                </a:solidFill>
                <a:latin typeface="Lato"/>
                <a:ea typeface="Lato"/>
                <a:cs typeface="Lato"/>
                <a:sym typeface="Lato"/>
              </a:defRPr>
            </a:lvl5pPr>
            <a:lvl6pPr marL="0" lvl="5" indent="0" algn="r">
              <a:spcBef>
                <a:spcPts val="0"/>
              </a:spcBef>
              <a:buNone/>
              <a:defRPr sz="933">
                <a:solidFill>
                  <a:schemeClr val="lt2"/>
                </a:solidFill>
                <a:latin typeface="Lato"/>
                <a:ea typeface="Lato"/>
                <a:cs typeface="Lato"/>
                <a:sym typeface="Lato"/>
              </a:defRPr>
            </a:lvl6pPr>
            <a:lvl7pPr marL="0" lvl="6" indent="0" algn="r">
              <a:spcBef>
                <a:spcPts val="0"/>
              </a:spcBef>
              <a:buNone/>
              <a:defRPr sz="933">
                <a:solidFill>
                  <a:schemeClr val="lt2"/>
                </a:solidFill>
                <a:latin typeface="Lato"/>
                <a:ea typeface="Lato"/>
                <a:cs typeface="Lato"/>
                <a:sym typeface="Lato"/>
              </a:defRPr>
            </a:lvl7pPr>
            <a:lvl8pPr marL="0" lvl="7" indent="0" algn="r">
              <a:spcBef>
                <a:spcPts val="0"/>
              </a:spcBef>
              <a:buNone/>
              <a:defRPr sz="933">
                <a:solidFill>
                  <a:schemeClr val="lt2"/>
                </a:solidFill>
                <a:latin typeface="Lato"/>
                <a:ea typeface="Lato"/>
                <a:cs typeface="Lato"/>
                <a:sym typeface="Lato"/>
              </a:defRPr>
            </a:lvl8pPr>
            <a:lvl9pPr marL="0" lvl="8" indent="0" algn="r">
              <a:spcBef>
                <a:spcPts val="0"/>
              </a:spcBef>
              <a:buNone/>
              <a:defRPr sz="933">
                <a:solidFill>
                  <a:schemeClr val="lt2"/>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cxnSp>
        <p:nvCxnSpPr>
          <p:cNvPr id="90" name="Google Shape;90;p30"/>
          <p:cNvCxnSpPr/>
          <p:nvPr/>
        </p:nvCxnSpPr>
        <p:spPr>
          <a:xfrm>
            <a:off x="11294960" y="6596757"/>
            <a:ext cx="0" cy="185665"/>
          </a:xfrm>
          <a:prstGeom prst="straightConnector1">
            <a:avLst/>
          </a:prstGeom>
          <a:noFill/>
          <a:ln w="9525" cap="flat" cmpd="sng">
            <a:solidFill>
              <a:schemeClr val="lt2"/>
            </a:solidFill>
            <a:prstDash val="solid"/>
            <a:miter lim="800000"/>
            <a:headEnd type="none" w="sm" len="sm"/>
            <a:tailEnd type="none" w="sm" len="sm"/>
          </a:ln>
        </p:spPr>
      </p:cxnSp>
      <p:sp>
        <p:nvSpPr>
          <p:cNvPr id="91" name="Google Shape;91;p30"/>
          <p:cNvSpPr txBox="1">
            <a:spLocks noGrp="1"/>
          </p:cNvSpPr>
          <p:nvPr>
            <p:ph type="body" idx="1"/>
          </p:nvPr>
        </p:nvSpPr>
        <p:spPr>
          <a:xfrm>
            <a:off x="6356412" y="1901816"/>
            <a:ext cx="5499452" cy="4357384"/>
          </a:xfrm>
          <a:prstGeom prst="rect">
            <a:avLst/>
          </a:prstGeom>
          <a:noFill/>
          <a:ln>
            <a:noFill/>
          </a:ln>
        </p:spPr>
        <p:txBody>
          <a:bodyPr spcFirstLastPara="1" wrap="square" lIns="0" tIns="0" rIns="0" bIns="0" anchor="t" anchorCtr="0">
            <a:noAutofit/>
          </a:bodyPr>
          <a:lstStyle>
            <a:lvl1pPr marL="457200" lvl="0" indent="-355600" algn="l">
              <a:lnSpc>
                <a:spcPct val="110000"/>
              </a:lnSpc>
              <a:spcBef>
                <a:spcPts val="1600"/>
              </a:spcBef>
              <a:spcAft>
                <a:spcPts val="0"/>
              </a:spcAft>
              <a:buClr>
                <a:schemeClr val="lt1"/>
              </a:buClr>
              <a:buSzPts val="2000"/>
              <a:buFont typeface="Arial"/>
              <a:buChar char="•"/>
              <a:defRPr sz="2000">
                <a:solidFill>
                  <a:schemeClr val="lt1"/>
                </a:solidFill>
              </a:defRPr>
            </a:lvl1pPr>
            <a:lvl2pPr marL="914400" lvl="1" indent="-330200" algn="l">
              <a:lnSpc>
                <a:spcPct val="95000"/>
              </a:lnSpc>
              <a:spcBef>
                <a:spcPts val="500"/>
              </a:spcBef>
              <a:spcAft>
                <a:spcPts val="0"/>
              </a:spcAft>
              <a:buClr>
                <a:schemeClr val="lt1"/>
              </a:buClr>
              <a:buSzPts val="1600"/>
              <a:buChar char="•"/>
              <a:defRPr sz="1600">
                <a:solidFill>
                  <a:schemeClr val="lt1"/>
                </a:solidFill>
              </a:defRPr>
            </a:lvl2pPr>
            <a:lvl3pPr marL="1371600" lvl="2" indent="-317500" algn="l">
              <a:lnSpc>
                <a:spcPct val="95000"/>
              </a:lnSpc>
              <a:spcBef>
                <a:spcPts val="500"/>
              </a:spcBef>
              <a:spcAft>
                <a:spcPts val="0"/>
              </a:spcAft>
              <a:buClr>
                <a:schemeClr val="lt1"/>
              </a:buClr>
              <a:buSzPts val="1400"/>
              <a:buChar char="•"/>
              <a:defRPr sz="1400">
                <a:solidFill>
                  <a:schemeClr val="lt1"/>
                </a:solidFill>
              </a:defRPr>
            </a:lvl3pPr>
            <a:lvl4pPr marL="1828800" lvl="3" indent="-317500" algn="l">
              <a:lnSpc>
                <a:spcPct val="95000"/>
              </a:lnSpc>
              <a:spcBef>
                <a:spcPts val="500"/>
              </a:spcBef>
              <a:spcAft>
                <a:spcPts val="0"/>
              </a:spcAft>
              <a:buClr>
                <a:schemeClr val="lt1"/>
              </a:buClr>
              <a:buSzPts val="1400"/>
              <a:buChar char="•"/>
              <a:defRPr sz="1400">
                <a:solidFill>
                  <a:schemeClr val="lt1"/>
                </a:solidFill>
              </a:defRPr>
            </a:lvl4pPr>
            <a:lvl5pPr marL="2286000" lvl="4" indent="-317500" algn="l">
              <a:lnSpc>
                <a:spcPct val="95000"/>
              </a:lnSpc>
              <a:spcBef>
                <a:spcPts val="500"/>
              </a:spcBef>
              <a:spcAft>
                <a:spcPts val="0"/>
              </a:spcAft>
              <a:buClr>
                <a:schemeClr val="lt1"/>
              </a:buClr>
              <a:buSzPts val="1400"/>
              <a:buChar char="•"/>
              <a:defRPr sz="14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30"/>
          <p:cNvSpPr txBox="1"/>
          <p:nvPr/>
        </p:nvSpPr>
        <p:spPr>
          <a:xfrm>
            <a:off x="6445188" y="616065"/>
            <a:ext cx="4168432" cy="61555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4000">
                <a:solidFill>
                  <a:schemeClr val="lt1"/>
                </a:solidFill>
                <a:latin typeface="Lato"/>
                <a:ea typeface="Lato"/>
                <a:cs typeface="Lato"/>
                <a:sym typeface="Lato"/>
              </a:rPr>
              <a:t>AGENDA</a:t>
            </a:r>
            <a:endParaRPr/>
          </a:p>
        </p:txBody>
      </p:sp>
      <p:grpSp>
        <p:nvGrpSpPr>
          <p:cNvPr id="93" name="Google Shape;93;p30"/>
          <p:cNvGrpSpPr/>
          <p:nvPr/>
        </p:nvGrpSpPr>
        <p:grpSpPr>
          <a:xfrm>
            <a:off x="10324956" y="6592898"/>
            <a:ext cx="698591" cy="191911"/>
            <a:chOff x="1855788" y="3378201"/>
            <a:chExt cx="3709987" cy="1019175"/>
          </a:xfrm>
        </p:grpSpPr>
        <p:sp>
          <p:nvSpPr>
            <p:cNvPr id="94" name="Google Shape;94;p30"/>
            <p:cNvSpPr/>
            <p:nvPr/>
          </p:nvSpPr>
          <p:spPr>
            <a:xfrm>
              <a:off x="3676650" y="4197351"/>
              <a:ext cx="160337" cy="196850"/>
            </a:xfrm>
            <a:custGeom>
              <a:avLst/>
              <a:gdLst/>
              <a:ahLst/>
              <a:cxnLst/>
              <a:rect l="l" t="t" r="r" b="b"/>
              <a:pathLst>
                <a:path w="101" h="124" extrusionOk="0">
                  <a:moveTo>
                    <a:pt x="0" y="0"/>
                  </a:moveTo>
                  <a:lnTo>
                    <a:pt x="13" y="0"/>
                  </a:lnTo>
                  <a:lnTo>
                    <a:pt x="87" y="101"/>
                  </a:lnTo>
                  <a:lnTo>
                    <a:pt x="87" y="0"/>
                  </a:lnTo>
                  <a:lnTo>
                    <a:pt x="101" y="0"/>
                  </a:lnTo>
                  <a:lnTo>
                    <a:pt x="101" y="124"/>
                  </a:lnTo>
                  <a:lnTo>
                    <a:pt x="89" y="124"/>
                  </a:lnTo>
                  <a:lnTo>
                    <a:pt x="12" y="18"/>
                  </a:lnTo>
                  <a:lnTo>
                    <a:pt x="12" y="124"/>
                  </a:lnTo>
                  <a:lnTo>
                    <a:pt x="0" y="124"/>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95" name="Google Shape;95;p30"/>
            <p:cNvSpPr/>
            <p:nvPr/>
          </p:nvSpPr>
          <p:spPr>
            <a:xfrm>
              <a:off x="3886200" y="4197351"/>
              <a:ext cx="130175" cy="196850"/>
            </a:xfrm>
            <a:custGeom>
              <a:avLst/>
              <a:gdLst/>
              <a:ahLst/>
              <a:cxnLst/>
              <a:rect l="l" t="t" r="r" b="b"/>
              <a:pathLst>
                <a:path w="82" h="124" extrusionOk="0">
                  <a:moveTo>
                    <a:pt x="0" y="0"/>
                  </a:moveTo>
                  <a:lnTo>
                    <a:pt x="82" y="0"/>
                  </a:lnTo>
                  <a:lnTo>
                    <a:pt x="82" y="12"/>
                  </a:lnTo>
                  <a:lnTo>
                    <a:pt x="13" y="12"/>
                  </a:lnTo>
                  <a:lnTo>
                    <a:pt x="13" y="53"/>
                  </a:lnTo>
                  <a:lnTo>
                    <a:pt x="80" y="53"/>
                  </a:lnTo>
                  <a:lnTo>
                    <a:pt x="80" y="65"/>
                  </a:lnTo>
                  <a:lnTo>
                    <a:pt x="13" y="65"/>
                  </a:lnTo>
                  <a:lnTo>
                    <a:pt x="13" y="112"/>
                  </a:lnTo>
                  <a:lnTo>
                    <a:pt x="82" y="112"/>
                  </a:lnTo>
                  <a:lnTo>
                    <a:pt x="82" y="124"/>
                  </a:lnTo>
                  <a:lnTo>
                    <a:pt x="0" y="124"/>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96" name="Google Shape;96;p30"/>
            <p:cNvSpPr/>
            <p:nvPr/>
          </p:nvSpPr>
          <p:spPr>
            <a:xfrm>
              <a:off x="4048125" y="4197351"/>
              <a:ext cx="166687" cy="196850"/>
            </a:xfrm>
            <a:custGeom>
              <a:avLst/>
              <a:gdLst/>
              <a:ahLst/>
              <a:cxnLst/>
              <a:rect l="l" t="t" r="r" b="b"/>
              <a:pathLst>
                <a:path w="105" h="124" extrusionOk="0">
                  <a:moveTo>
                    <a:pt x="46" y="12"/>
                  </a:moveTo>
                  <a:lnTo>
                    <a:pt x="0" y="12"/>
                  </a:lnTo>
                  <a:lnTo>
                    <a:pt x="0" y="0"/>
                  </a:lnTo>
                  <a:lnTo>
                    <a:pt x="105" y="0"/>
                  </a:lnTo>
                  <a:lnTo>
                    <a:pt x="105" y="12"/>
                  </a:lnTo>
                  <a:lnTo>
                    <a:pt x="59" y="12"/>
                  </a:lnTo>
                  <a:lnTo>
                    <a:pt x="59" y="124"/>
                  </a:lnTo>
                  <a:lnTo>
                    <a:pt x="46" y="124"/>
                  </a:lnTo>
                  <a:lnTo>
                    <a:pt x="46" y="1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97" name="Google Shape;97;p30"/>
            <p:cNvSpPr/>
            <p:nvPr/>
          </p:nvSpPr>
          <p:spPr>
            <a:xfrm>
              <a:off x="4241800" y="4197351"/>
              <a:ext cx="268287" cy="196850"/>
            </a:xfrm>
            <a:custGeom>
              <a:avLst/>
              <a:gdLst/>
              <a:ahLst/>
              <a:cxnLst/>
              <a:rect l="l" t="t" r="r" b="b"/>
              <a:pathLst>
                <a:path w="169" h="124" extrusionOk="0">
                  <a:moveTo>
                    <a:pt x="0" y="0"/>
                  </a:moveTo>
                  <a:lnTo>
                    <a:pt x="14" y="0"/>
                  </a:lnTo>
                  <a:lnTo>
                    <a:pt x="45" y="101"/>
                  </a:lnTo>
                  <a:lnTo>
                    <a:pt x="78" y="0"/>
                  </a:lnTo>
                  <a:lnTo>
                    <a:pt x="91" y="0"/>
                  </a:lnTo>
                  <a:lnTo>
                    <a:pt x="124" y="101"/>
                  </a:lnTo>
                  <a:lnTo>
                    <a:pt x="155" y="0"/>
                  </a:lnTo>
                  <a:lnTo>
                    <a:pt x="169" y="0"/>
                  </a:lnTo>
                  <a:lnTo>
                    <a:pt x="128" y="124"/>
                  </a:lnTo>
                  <a:lnTo>
                    <a:pt x="118" y="124"/>
                  </a:lnTo>
                  <a:lnTo>
                    <a:pt x="85" y="21"/>
                  </a:lnTo>
                  <a:lnTo>
                    <a:pt x="51" y="124"/>
                  </a:lnTo>
                  <a:lnTo>
                    <a:pt x="39" y="124"/>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98" name="Google Shape;98;p30"/>
            <p:cNvSpPr/>
            <p:nvPr/>
          </p:nvSpPr>
          <p:spPr>
            <a:xfrm>
              <a:off x="4527550" y="4192588"/>
              <a:ext cx="198437" cy="204788"/>
            </a:xfrm>
            <a:custGeom>
              <a:avLst/>
              <a:gdLst/>
              <a:ahLst/>
              <a:cxnLst/>
              <a:rect l="l" t="t" r="r" b="b"/>
              <a:pathLst>
                <a:path w="83" h="85" extrusionOk="0">
                  <a:moveTo>
                    <a:pt x="0" y="43"/>
                  </a:moveTo>
                  <a:cubicBezTo>
                    <a:pt x="0" y="13"/>
                    <a:pt x="15" y="0"/>
                    <a:pt x="42" y="0"/>
                  </a:cubicBezTo>
                  <a:cubicBezTo>
                    <a:pt x="68" y="0"/>
                    <a:pt x="83" y="13"/>
                    <a:pt x="83" y="43"/>
                  </a:cubicBezTo>
                  <a:cubicBezTo>
                    <a:pt x="83" y="72"/>
                    <a:pt x="68" y="85"/>
                    <a:pt x="42" y="85"/>
                  </a:cubicBezTo>
                  <a:cubicBezTo>
                    <a:pt x="15" y="85"/>
                    <a:pt x="0" y="72"/>
                    <a:pt x="0" y="43"/>
                  </a:cubicBezTo>
                  <a:close/>
                  <a:moveTo>
                    <a:pt x="74" y="43"/>
                  </a:moveTo>
                  <a:cubicBezTo>
                    <a:pt x="74" y="21"/>
                    <a:pt x="64" y="9"/>
                    <a:pt x="42" y="9"/>
                  </a:cubicBezTo>
                  <a:cubicBezTo>
                    <a:pt x="19" y="9"/>
                    <a:pt x="9" y="21"/>
                    <a:pt x="9" y="43"/>
                  </a:cubicBezTo>
                  <a:cubicBezTo>
                    <a:pt x="9" y="65"/>
                    <a:pt x="19" y="77"/>
                    <a:pt x="42" y="77"/>
                  </a:cubicBezTo>
                  <a:cubicBezTo>
                    <a:pt x="64" y="77"/>
                    <a:pt x="74" y="65"/>
                    <a:pt x="74" y="4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99" name="Google Shape;99;p30"/>
            <p:cNvSpPr/>
            <p:nvPr/>
          </p:nvSpPr>
          <p:spPr>
            <a:xfrm>
              <a:off x="4768850" y="4197351"/>
              <a:ext cx="150812" cy="196850"/>
            </a:xfrm>
            <a:custGeom>
              <a:avLst/>
              <a:gdLst/>
              <a:ahLst/>
              <a:cxnLst/>
              <a:rect l="l" t="t" r="r" b="b"/>
              <a:pathLst>
                <a:path w="63" h="82" extrusionOk="0">
                  <a:moveTo>
                    <a:pt x="33" y="48"/>
                  </a:moveTo>
                  <a:cubicBezTo>
                    <a:pt x="8" y="48"/>
                    <a:pt x="8" y="48"/>
                    <a:pt x="8" y="48"/>
                  </a:cubicBezTo>
                  <a:cubicBezTo>
                    <a:pt x="8" y="82"/>
                    <a:pt x="8" y="82"/>
                    <a:pt x="8" y="82"/>
                  </a:cubicBezTo>
                  <a:cubicBezTo>
                    <a:pt x="0" y="82"/>
                    <a:pt x="0" y="82"/>
                    <a:pt x="0" y="82"/>
                  </a:cubicBezTo>
                  <a:cubicBezTo>
                    <a:pt x="0" y="0"/>
                    <a:pt x="0" y="0"/>
                    <a:pt x="0" y="0"/>
                  </a:cubicBezTo>
                  <a:cubicBezTo>
                    <a:pt x="35" y="0"/>
                    <a:pt x="35" y="0"/>
                    <a:pt x="35" y="0"/>
                  </a:cubicBezTo>
                  <a:cubicBezTo>
                    <a:pt x="54" y="0"/>
                    <a:pt x="63" y="7"/>
                    <a:pt x="63" y="24"/>
                  </a:cubicBezTo>
                  <a:cubicBezTo>
                    <a:pt x="63" y="38"/>
                    <a:pt x="56" y="46"/>
                    <a:pt x="42" y="48"/>
                  </a:cubicBezTo>
                  <a:cubicBezTo>
                    <a:pt x="61" y="82"/>
                    <a:pt x="61" y="82"/>
                    <a:pt x="61" y="82"/>
                  </a:cubicBezTo>
                  <a:cubicBezTo>
                    <a:pt x="52" y="82"/>
                    <a:pt x="52" y="82"/>
                    <a:pt x="52" y="82"/>
                  </a:cubicBezTo>
                  <a:lnTo>
                    <a:pt x="33" y="48"/>
                  </a:lnTo>
                  <a:close/>
                  <a:moveTo>
                    <a:pt x="35" y="40"/>
                  </a:moveTo>
                  <a:cubicBezTo>
                    <a:pt x="47" y="40"/>
                    <a:pt x="54" y="37"/>
                    <a:pt x="54" y="24"/>
                  </a:cubicBezTo>
                  <a:cubicBezTo>
                    <a:pt x="54" y="11"/>
                    <a:pt x="47" y="8"/>
                    <a:pt x="35" y="8"/>
                  </a:cubicBezTo>
                  <a:cubicBezTo>
                    <a:pt x="8" y="8"/>
                    <a:pt x="8" y="8"/>
                    <a:pt x="8" y="8"/>
                  </a:cubicBezTo>
                  <a:cubicBezTo>
                    <a:pt x="8" y="40"/>
                    <a:pt x="8" y="40"/>
                    <a:pt x="8" y="40"/>
                  </a:cubicBezTo>
                  <a:lnTo>
                    <a:pt x="35" y="4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00" name="Google Shape;100;p30"/>
            <p:cNvSpPr/>
            <p:nvPr/>
          </p:nvSpPr>
          <p:spPr>
            <a:xfrm>
              <a:off x="4962525" y="4197351"/>
              <a:ext cx="153987" cy="196850"/>
            </a:xfrm>
            <a:custGeom>
              <a:avLst/>
              <a:gdLst/>
              <a:ahLst/>
              <a:cxnLst/>
              <a:rect l="l" t="t" r="r" b="b"/>
              <a:pathLst>
                <a:path w="97" h="124" extrusionOk="0">
                  <a:moveTo>
                    <a:pt x="38" y="57"/>
                  </a:moveTo>
                  <a:lnTo>
                    <a:pt x="14" y="85"/>
                  </a:lnTo>
                  <a:lnTo>
                    <a:pt x="14" y="124"/>
                  </a:lnTo>
                  <a:lnTo>
                    <a:pt x="0" y="124"/>
                  </a:lnTo>
                  <a:lnTo>
                    <a:pt x="0" y="0"/>
                  </a:lnTo>
                  <a:lnTo>
                    <a:pt x="14" y="0"/>
                  </a:lnTo>
                  <a:lnTo>
                    <a:pt x="14" y="68"/>
                  </a:lnTo>
                  <a:lnTo>
                    <a:pt x="76" y="0"/>
                  </a:lnTo>
                  <a:lnTo>
                    <a:pt x="91" y="0"/>
                  </a:lnTo>
                  <a:lnTo>
                    <a:pt x="47" y="48"/>
                  </a:lnTo>
                  <a:lnTo>
                    <a:pt x="97" y="124"/>
                  </a:lnTo>
                  <a:lnTo>
                    <a:pt x="82" y="124"/>
                  </a:lnTo>
                  <a:lnTo>
                    <a:pt x="38" y="5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01" name="Google Shape;101;p30"/>
            <p:cNvSpPr/>
            <p:nvPr/>
          </p:nvSpPr>
          <p:spPr>
            <a:xfrm>
              <a:off x="5133975" y="4192588"/>
              <a:ext cx="160337" cy="204788"/>
            </a:xfrm>
            <a:custGeom>
              <a:avLst/>
              <a:gdLst/>
              <a:ahLst/>
              <a:cxnLst/>
              <a:rect l="l" t="t" r="r" b="b"/>
              <a:pathLst>
                <a:path w="67" h="85" extrusionOk="0">
                  <a:moveTo>
                    <a:pt x="0" y="75"/>
                  </a:moveTo>
                  <a:cubicBezTo>
                    <a:pt x="5" y="69"/>
                    <a:pt x="5" y="69"/>
                    <a:pt x="5" y="69"/>
                  </a:cubicBezTo>
                  <a:cubicBezTo>
                    <a:pt x="15" y="75"/>
                    <a:pt x="24" y="77"/>
                    <a:pt x="34" y="77"/>
                  </a:cubicBezTo>
                  <a:cubicBezTo>
                    <a:pt x="51" y="77"/>
                    <a:pt x="59" y="72"/>
                    <a:pt x="59" y="61"/>
                  </a:cubicBezTo>
                  <a:cubicBezTo>
                    <a:pt x="59" y="49"/>
                    <a:pt x="49" y="48"/>
                    <a:pt x="34" y="45"/>
                  </a:cubicBezTo>
                  <a:cubicBezTo>
                    <a:pt x="16" y="42"/>
                    <a:pt x="5" y="39"/>
                    <a:pt x="5" y="22"/>
                  </a:cubicBezTo>
                  <a:cubicBezTo>
                    <a:pt x="5" y="7"/>
                    <a:pt x="15" y="0"/>
                    <a:pt x="34" y="0"/>
                  </a:cubicBezTo>
                  <a:cubicBezTo>
                    <a:pt x="47" y="0"/>
                    <a:pt x="56" y="3"/>
                    <a:pt x="63" y="8"/>
                  </a:cubicBezTo>
                  <a:cubicBezTo>
                    <a:pt x="58" y="15"/>
                    <a:pt x="58" y="15"/>
                    <a:pt x="58" y="15"/>
                  </a:cubicBezTo>
                  <a:cubicBezTo>
                    <a:pt x="52" y="11"/>
                    <a:pt x="43" y="8"/>
                    <a:pt x="34" y="8"/>
                  </a:cubicBezTo>
                  <a:cubicBezTo>
                    <a:pt x="19" y="8"/>
                    <a:pt x="13" y="12"/>
                    <a:pt x="13" y="22"/>
                  </a:cubicBezTo>
                  <a:cubicBezTo>
                    <a:pt x="13" y="33"/>
                    <a:pt x="22" y="35"/>
                    <a:pt x="36" y="37"/>
                  </a:cubicBezTo>
                  <a:cubicBezTo>
                    <a:pt x="54" y="40"/>
                    <a:pt x="67" y="43"/>
                    <a:pt x="67" y="61"/>
                  </a:cubicBezTo>
                  <a:cubicBezTo>
                    <a:pt x="67" y="77"/>
                    <a:pt x="57" y="85"/>
                    <a:pt x="34" y="85"/>
                  </a:cubicBezTo>
                  <a:cubicBezTo>
                    <a:pt x="22" y="85"/>
                    <a:pt x="11" y="82"/>
                    <a:pt x="0" y="75"/>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02" name="Google Shape;102;p30"/>
            <p:cNvSpPr/>
            <p:nvPr/>
          </p:nvSpPr>
          <p:spPr>
            <a:xfrm>
              <a:off x="5213350" y="3379788"/>
              <a:ext cx="352425" cy="730250"/>
            </a:xfrm>
            <a:custGeom>
              <a:avLst/>
              <a:gdLst/>
              <a:ahLst/>
              <a:cxnLst/>
              <a:rect l="l" t="t" r="r" b="b"/>
              <a:pathLst>
                <a:path w="147" h="303" extrusionOk="0">
                  <a:moveTo>
                    <a:pt x="120" y="0"/>
                  </a:moveTo>
                  <a:cubicBezTo>
                    <a:pt x="5" y="0"/>
                    <a:pt x="0" y="52"/>
                    <a:pt x="0" y="125"/>
                  </a:cubicBezTo>
                  <a:cubicBezTo>
                    <a:pt x="0" y="303"/>
                    <a:pt x="0" y="303"/>
                    <a:pt x="0" y="303"/>
                  </a:cubicBezTo>
                  <a:cubicBezTo>
                    <a:pt x="27" y="303"/>
                    <a:pt x="27" y="303"/>
                    <a:pt x="27" y="303"/>
                  </a:cubicBezTo>
                  <a:cubicBezTo>
                    <a:pt x="27" y="125"/>
                    <a:pt x="27" y="125"/>
                    <a:pt x="27" y="125"/>
                  </a:cubicBezTo>
                  <a:cubicBezTo>
                    <a:pt x="27" y="70"/>
                    <a:pt x="25" y="26"/>
                    <a:pt x="120" y="26"/>
                  </a:cubicBezTo>
                  <a:cubicBezTo>
                    <a:pt x="130" y="26"/>
                    <a:pt x="139" y="26"/>
                    <a:pt x="147" y="27"/>
                  </a:cubicBezTo>
                  <a:cubicBezTo>
                    <a:pt x="147" y="1"/>
                    <a:pt x="147" y="1"/>
                    <a:pt x="147" y="1"/>
                  </a:cubicBezTo>
                  <a:cubicBezTo>
                    <a:pt x="139" y="1"/>
                    <a:pt x="130" y="0"/>
                    <a:pt x="120"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03" name="Google Shape;103;p30"/>
            <p:cNvSpPr/>
            <p:nvPr/>
          </p:nvSpPr>
          <p:spPr>
            <a:xfrm>
              <a:off x="2281238" y="3394076"/>
              <a:ext cx="582612" cy="730250"/>
            </a:xfrm>
            <a:custGeom>
              <a:avLst/>
              <a:gdLst/>
              <a:ahLst/>
              <a:cxnLst/>
              <a:rect l="l" t="t" r="r" b="b"/>
              <a:pathLst>
                <a:path w="243" h="303" extrusionOk="0">
                  <a:moveTo>
                    <a:pt x="0" y="181"/>
                  </a:moveTo>
                  <a:cubicBezTo>
                    <a:pt x="0" y="0"/>
                    <a:pt x="0" y="0"/>
                    <a:pt x="0" y="0"/>
                  </a:cubicBezTo>
                  <a:cubicBezTo>
                    <a:pt x="28" y="0"/>
                    <a:pt x="28" y="0"/>
                    <a:pt x="28" y="0"/>
                  </a:cubicBezTo>
                  <a:cubicBezTo>
                    <a:pt x="28" y="182"/>
                    <a:pt x="28" y="182"/>
                    <a:pt x="28" y="182"/>
                  </a:cubicBezTo>
                  <a:cubicBezTo>
                    <a:pt x="28" y="234"/>
                    <a:pt x="27" y="278"/>
                    <a:pt x="123" y="278"/>
                  </a:cubicBezTo>
                  <a:cubicBezTo>
                    <a:pt x="218" y="278"/>
                    <a:pt x="216" y="234"/>
                    <a:pt x="216" y="179"/>
                  </a:cubicBezTo>
                  <a:cubicBezTo>
                    <a:pt x="216" y="0"/>
                    <a:pt x="216" y="0"/>
                    <a:pt x="216" y="0"/>
                  </a:cubicBezTo>
                  <a:cubicBezTo>
                    <a:pt x="243" y="0"/>
                    <a:pt x="243" y="0"/>
                    <a:pt x="243" y="0"/>
                  </a:cubicBezTo>
                  <a:cubicBezTo>
                    <a:pt x="243" y="179"/>
                    <a:pt x="243" y="179"/>
                    <a:pt x="243" y="179"/>
                  </a:cubicBezTo>
                  <a:cubicBezTo>
                    <a:pt x="243" y="252"/>
                    <a:pt x="238" y="303"/>
                    <a:pt x="123" y="303"/>
                  </a:cubicBezTo>
                  <a:cubicBezTo>
                    <a:pt x="7" y="303"/>
                    <a:pt x="0" y="252"/>
                    <a:pt x="0" y="181"/>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04" name="Google Shape;104;p30"/>
            <p:cNvSpPr/>
            <p:nvPr/>
          </p:nvSpPr>
          <p:spPr>
            <a:xfrm>
              <a:off x="2973388" y="3379788"/>
              <a:ext cx="581025" cy="730250"/>
            </a:xfrm>
            <a:custGeom>
              <a:avLst/>
              <a:gdLst/>
              <a:ahLst/>
              <a:cxnLst/>
              <a:rect l="l" t="t" r="r" b="b"/>
              <a:pathLst>
                <a:path w="242" h="303" extrusionOk="0">
                  <a:moveTo>
                    <a:pt x="242" y="122"/>
                  </a:moveTo>
                  <a:cubicBezTo>
                    <a:pt x="242" y="303"/>
                    <a:pt x="242" y="303"/>
                    <a:pt x="242" y="303"/>
                  </a:cubicBezTo>
                  <a:cubicBezTo>
                    <a:pt x="215" y="303"/>
                    <a:pt x="215" y="303"/>
                    <a:pt x="215" y="303"/>
                  </a:cubicBezTo>
                  <a:cubicBezTo>
                    <a:pt x="215" y="122"/>
                    <a:pt x="215" y="122"/>
                    <a:pt x="215" y="122"/>
                  </a:cubicBezTo>
                  <a:cubicBezTo>
                    <a:pt x="215" y="70"/>
                    <a:pt x="215" y="26"/>
                    <a:pt x="120" y="26"/>
                  </a:cubicBezTo>
                  <a:cubicBezTo>
                    <a:pt x="25" y="26"/>
                    <a:pt x="27" y="70"/>
                    <a:pt x="27" y="125"/>
                  </a:cubicBezTo>
                  <a:cubicBezTo>
                    <a:pt x="27" y="303"/>
                    <a:pt x="27" y="303"/>
                    <a:pt x="27" y="303"/>
                  </a:cubicBezTo>
                  <a:cubicBezTo>
                    <a:pt x="0" y="303"/>
                    <a:pt x="0" y="303"/>
                    <a:pt x="0" y="303"/>
                  </a:cubicBezTo>
                  <a:cubicBezTo>
                    <a:pt x="0" y="125"/>
                    <a:pt x="0" y="125"/>
                    <a:pt x="0" y="125"/>
                  </a:cubicBezTo>
                  <a:cubicBezTo>
                    <a:pt x="0" y="52"/>
                    <a:pt x="5" y="0"/>
                    <a:pt x="120" y="0"/>
                  </a:cubicBezTo>
                  <a:cubicBezTo>
                    <a:pt x="235" y="0"/>
                    <a:pt x="242" y="52"/>
                    <a:pt x="242" y="12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05" name="Google Shape;105;p30"/>
            <p:cNvSpPr/>
            <p:nvPr/>
          </p:nvSpPr>
          <p:spPr>
            <a:xfrm>
              <a:off x="3676650" y="3397251"/>
              <a:ext cx="61912" cy="712788"/>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06" name="Google Shape;106;p30"/>
            <p:cNvSpPr/>
            <p:nvPr/>
          </p:nvSpPr>
          <p:spPr>
            <a:xfrm>
              <a:off x="3857625" y="3397251"/>
              <a:ext cx="573087" cy="712788"/>
            </a:xfrm>
            <a:custGeom>
              <a:avLst/>
              <a:gdLst/>
              <a:ahLst/>
              <a:cxnLst/>
              <a:rect l="l" t="t" r="r" b="b"/>
              <a:pathLst>
                <a:path w="239" h="296" extrusionOk="0">
                  <a:moveTo>
                    <a:pt x="0" y="0"/>
                  </a:moveTo>
                  <a:cubicBezTo>
                    <a:pt x="139" y="0"/>
                    <a:pt x="139" y="0"/>
                    <a:pt x="139" y="0"/>
                  </a:cubicBezTo>
                  <a:cubicBezTo>
                    <a:pt x="208" y="0"/>
                    <a:pt x="239" y="34"/>
                    <a:pt x="239" y="95"/>
                  </a:cubicBezTo>
                  <a:cubicBezTo>
                    <a:pt x="239" y="156"/>
                    <a:pt x="208" y="193"/>
                    <a:pt x="139" y="193"/>
                  </a:cubicBezTo>
                  <a:cubicBezTo>
                    <a:pt x="27" y="193"/>
                    <a:pt x="27" y="193"/>
                    <a:pt x="27" y="193"/>
                  </a:cubicBezTo>
                  <a:cubicBezTo>
                    <a:pt x="27" y="296"/>
                    <a:pt x="27" y="296"/>
                    <a:pt x="27" y="296"/>
                  </a:cubicBezTo>
                  <a:cubicBezTo>
                    <a:pt x="0" y="296"/>
                    <a:pt x="0" y="296"/>
                    <a:pt x="0" y="296"/>
                  </a:cubicBezTo>
                  <a:lnTo>
                    <a:pt x="0" y="0"/>
                  </a:lnTo>
                  <a:close/>
                  <a:moveTo>
                    <a:pt x="139" y="167"/>
                  </a:moveTo>
                  <a:cubicBezTo>
                    <a:pt x="187" y="167"/>
                    <a:pt x="211" y="143"/>
                    <a:pt x="211" y="96"/>
                  </a:cubicBezTo>
                  <a:cubicBezTo>
                    <a:pt x="211" y="49"/>
                    <a:pt x="185" y="26"/>
                    <a:pt x="138" y="26"/>
                  </a:cubicBezTo>
                  <a:cubicBezTo>
                    <a:pt x="27" y="26"/>
                    <a:pt x="27" y="26"/>
                    <a:pt x="27" y="26"/>
                  </a:cubicBezTo>
                  <a:cubicBezTo>
                    <a:pt x="27" y="167"/>
                    <a:pt x="27" y="167"/>
                    <a:pt x="27" y="167"/>
                  </a:cubicBezTo>
                  <a:lnTo>
                    <a:pt x="139" y="16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07" name="Google Shape;107;p30"/>
            <p:cNvSpPr/>
            <p:nvPr/>
          </p:nvSpPr>
          <p:spPr>
            <a:xfrm>
              <a:off x="4505325" y="3378201"/>
              <a:ext cx="614362" cy="746125"/>
            </a:xfrm>
            <a:custGeom>
              <a:avLst/>
              <a:gdLst/>
              <a:ahLst/>
              <a:cxnLst/>
              <a:rect l="l" t="t" r="r" b="b"/>
              <a:pathLst>
                <a:path w="256" h="310" extrusionOk="0">
                  <a:moveTo>
                    <a:pt x="0" y="155"/>
                  </a:moveTo>
                  <a:cubicBezTo>
                    <a:pt x="0" y="68"/>
                    <a:pt x="25" y="0"/>
                    <a:pt x="137" y="0"/>
                  </a:cubicBezTo>
                  <a:cubicBezTo>
                    <a:pt x="252" y="0"/>
                    <a:pt x="256" y="78"/>
                    <a:pt x="256" y="160"/>
                  </a:cubicBezTo>
                  <a:cubicBezTo>
                    <a:pt x="27" y="160"/>
                    <a:pt x="27" y="160"/>
                    <a:pt x="27" y="160"/>
                  </a:cubicBezTo>
                  <a:cubicBezTo>
                    <a:pt x="27" y="232"/>
                    <a:pt x="45" y="286"/>
                    <a:pt x="139" y="286"/>
                  </a:cubicBezTo>
                  <a:cubicBezTo>
                    <a:pt x="189" y="286"/>
                    <a:pt x="212" y="272"/>
                    <a:pt x="236" y="254"/>
                  </a:cubicBezTo>
                  <a:cubicBezTo>
                    <a:pt x="251" y="274"/>
                    <a:pt x="251" y="274"/>
                    <a:pt x="251" y="274"/>
                  </a:cubicBezTo>
                  <a:cubicBezTo>
                    <a:pt x="224" y="294"/>
                    <a:pt x="192" y="310"/>
                    <a:pt x="139" y="310"/>
                  </a:cubicBezTo>
                  <a:cubicBezTo>
                    <a:pt x="22" y="310"/>
                    <a:pt x="0" y="242"/>
                    <a:pt x="0" y="155"/>
                  </a:cubicBezTo>
                  <a:close/>
                  <a:moveTo>
                    <a:pt x="27" y="135"/>
                  </a:moveTo>
                  <a:cubicBezTo>
                    <a:pt x="229" y="135"/>
                    <a:pt x="229" y="135"/>
                    <a:pt x="229" y="135"/>
                  </a:cubicBezTo>
                  <a:cubicBezTo>
                    <a:pt x="226" y="76"/>
                    <a:pt x="223" y="25"/>
                    <a:pt x="136" y="25"/>
                  </a:cubicBezTo>
                  <a:cubicBezTo>
                    <a:pt x="53" y="25"/>
                    <a:pt x="30" y="70"/>
                    <a:pt x="27" y="135"/>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08" name="Google Shape;108;p30"/>
            <p:cNvSpPr/>
            <p:nvPr/>
          </p:nvSpPr>
          <p:spPr>
            <a:xfrm>
              <a:off x="1855788" y="3394076"/>
              <a:ext cx="312737" cy="873125"/>
            </a:xfrm>
            <a:custGeom>
              <a:avLst/>
              <a:gdLst/>
              <a:ahLst/>
              <a:cxnLst/>
              <a:rect l="l" t="t" r="r" b="b"/>
              <a:pathLst>
                <a:path w="130" h="362" extrusionOk="0">
                  <a:moveTo>
                    <a:pt x="10" y="362"/>
                  </a:moveTo>
                  <a:cubicBezTo>
                    <a:pt x="126" y="362"/>
                    <a:pt x="130" y="310"/>
                    <a:pt x="130" y="237"/>
                  </a:cubicBezTo>
                  <a:cubicBezTo>
                    <a:pt x="130" y="0"/>
                    <a:pt x="130" y="0"/>
                    <a:pt x="130" y="0"/>
                  </a:cubicBezTo>
                  <a:cubicBezTo>
                    <a:pt x="103" y="0"/>
                    <a:pt x="103" y="0"/>
                    <a:pt x="103" y="0"/>
                  </a:cubicBezTo>
                  <a:cubicBezTo>
                    <a:pt x="103" y="237"/>
                    <a:pt x="103" y="237"/>
                    <a:pt x="103" y="237"/>
                  </a:cubicBezTo>
                  <a:cubicBezTo>
                    <a:pt x="103" y="292"/>
                    <a:pt x="105" y="336"/>
                    <a:pt x="10" y="336"/>
                  </a:cubicBezTo>
                  <a:cubicBezTo>
                    <a:pt x="7" y="336"/>
                    <a:pt x="3" y="336"/>
                    <a:pt x="0" y="336"/>
                  </a:cubicBezTo>
                  <a:cubicBezTo>
                    <a:pt x="0" y="361"/>
                    <a:pt x="0" y="361"/>
                    <a:pt x="0" y="361"/>
                  </a:cubicBezTo>
                  <a:cubicBezTo>
                    <a:pt x="3" y="362"/>
                    <a:pt x="7" y="362"/>
                    <a:pt x="10" y="36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09" name="Google Shape;109;p30"/>
            <p:cNvSpPr/>
            <p:nvPr/>
          </p:nvSpPr>
          <p:spPr>
            <a:xfrm>
              <a:off x="5373688" y="4022726"/>
              <a:ext cx="90487" cy="92075"/>
            </a:xfrm>
            <a:custGeom>
              <a:avLst/>
              <a:gdLst/>
              <a:ahLst/>
              <a:cxnLst/>
              <a:rect l="l" t="t" r="r" b="b"/>
              <a:pathLst>
                <a:path w="38" h="38" extrusionOk="0">
                  <a:moveTo>
                    <a:pt x="19" y="38"/>
                  </a:moveTo>
                  <a:cubicBezTo>
                    <a:pt x="9" y="38"/>
                    <a:pt x="0" y="29"/>
                    <a:pt x="0" y="19"/>
                  </a:cubicBezTo>
                  <a:cubicBezTo>
                    <a:pt x="0" y="8"/>
                    <a:pt x="9" y="0"/>
                    <a:pt x="19" y="0"/>
                  </a:cubicBezTo>
                  <a:cubicBezTo>
                    <a:pt x="30" y="0"/>
                    <a:pt x="38" y="8"/>
                    <a:pt x="38" y="19"/>
                  </a:cubicBezTo>
                  <a:cubicBezTo>
                    <a:pt x="38" y="29"/>
                    <a:pt x="30" y="38"/>
                    <a:pt x="19" y="38"/>
                  </a:cubicBezTo>
                  <a:close/>
                  <a:moveTo>
                    <a:pt x="19" y="2"/>
                  </a:moveTo>
                  <a:cubicBezTo>
                    <a:pt x="10" y="2"/>
                    <a:pt x="3" y="10"/>
                    <a:pt x="3" y="19"/>
                  </a:cubicBezTo>
                  <a:cubicBezTo>
                    <a:pt x="3" y="28"/>
                    <a:pt x="10" y="35"/>
                    <a:pt x="19" y="35"/>
                  </a:cubicBezTo>
                  <a:cubicBezTo>
                    <a:pt x="28" y="35"/>
                    <a:pt x="36" y="28"/>
                    <a:pt x="36" y="19"/>
                  </a:cubicBezTo>
                  <a:cubicBezTo>
                    <a:pt x="36" y="10"/>
                    <a:pt x="28" y="2"/>
                    <a:pt x="19"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10" name="Google Shape;110;p30"/>
            <p:cNvSpPr/>
            <p:nvPr/>
          </p:nvSpPr>
          <p:spPr>
            <a:xfrm>
              <a:off x="5402263" y="4041776"/>
              <a:ext cx="41275" cy="53975"/>
            </a:xfrm>
            <a:custGeom>
              <a:avLst/>
              <a:gdLst/>
              <a:ahLst/>
              <a:cxnLst/>
              <a:rect l="l" t="t" r="r" b="b"/>
              <a:pathLst>
                <a:path w="17" h="22" extrusionOk="0">
                  <a:moveTo>
                    <a:pt x="8" y="13"/>
                  </a:moveTo>
                  <a:cubicBezTo>
                    <a:pt x="2" y="13"/>
                    <a:pt x="2" y="13"/>
                    <a:pt x="2" y="13"/>
                  </a:cubicBezTo>
                  <a:cubicBezTo>
                    <a:pt x="2" y="22"/>
                    <a:pt x="2" y="22"/>
                    <a:pt x="2" y="22"/>
                  </a:cubicBezTo>
                  <a:cubicBezTo>
                    <a:pt x="0" y="22"/>
                    <a:pt x="0" y="22"/>
                    <a:pt x="0" y="22"/>
                  </a:cubicBezTo>
                  <a:cubicBezTo>
                    <a:pt x="0" y="0"/>
                    <a:pt x="0" y="0"/>
                    <a:pt x="0" y="0"/>
                  </a:cubicBezTo>
                  <a:cubicBezTo>
                    <a:pt x="9" y="0"/>
                    <a:pt x="9" y="0"/>
                    <a:pt x="9" y="0"/>
                  </a:cubicBezTo>
                  <a:cubicBezTo>
                    <a:pt x="15" y="0"/>
                    <a:pt x="17" y="2"/>
                    <a:pt x="17" y="7"/>
                  </a:cubicBezTo>
                  <a:cubicBezTo>
                    <a:pt x="17" y="10"/>
                    <a:pt x="15" y="12"/>
                    <a:pt x="12" y="13"/>
                  </a:cubicBezTo>
                  <a:cubicBezTo>
                    <a:pt x="16" y="22"/>
                    <a:pt x="16" y="22"/>
                    <a:pt x="16" y="22"/>
                  </a:cubicBezTo>
                  <a:cubicBezTo>
                    <a:pt x="13" y="22"/>
                    <a:pt x="13" y="22"/>
                    <a:pt x="13" y="22"/>
                  </a:cubicBezTo>
                  <a:lnTo>
                    <a:pt x="8" y="13"/>
                  </a:lnTo>
                  <a:close/>
                  <a:moveTo>
                    <a:pt x="9" y="11"/>
                  </a:moveTo>
                  <a:cubicBezTo>
                    <a:pt x="12" y="11"/>
                    <a:pt x="14" y="10"/>
                    <a:pt x="14" y="7"/>
                  </a:cubicBezTo>
                  <a:cubicBezTo>
                    <a:pt x="14" y="4"/>
                    <a:pt x="12" y="3"/>
                    <a:pt x="9" y="3"/>
                  </a:cubicBezTo>
                  <a:cubicBezTo>
                    <a:pt x="2" y="3"/>
                    <a:pt x="2" y="3"/>
                    <a:pt x="2" y="3"/>
                  </a:cubicBezTo>
                  <a:cubicBezTo>
                    <a:pt x="2" y="11"/>
                    <a:pt x="2" y="11"/>
                    <a:pt x="2" y="11"/>
                  </a:cubicBezTo>
                  <a:lnTo>
                    <a:pt x="9" y="11"/>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grpSp>
      <p:cxnSp>
        <p:nvCxnSpPr>
          <p:cNvPr id="111" name="Google Shape;111;p30"/>
          <p:cNvCxnSpPr/>
          <p:nvPr/>
        </p:nvCxnSpPr>
        <p:spPr>
          <a:xfrm>
            <a:off x="6445188" y="1251074"/>
            <a:ext cx="5292855" cy="0"/>
          </a:xfrm>
          <a:prstGeom prst="straightConnector1">
            <a:avLst/>
          </a:prstGeom>
          <a:noFill/>
          <a:ln w="9525" cap="flat" cmpd="sng">
            <a:solidFill>
              <a:schemeClr val="lt2"/>
            </a:solidFill>
            <a:prstDash val="solid"/>
            <a:miter lim="800000"/>
            <a:headEnd type="none" w="sm" len="sm"/>
            <a:tailEnd type="none" w="sm" len="sm"/>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2_Agenda">
  <p:cSld name="2_Agenda">
    <p:spTree>
      <p:nvGrpSpPr>
        <p:cNvPr id="1" name="Shape 112"/>
        <p:cNvGrpSpPr/>
        <p:nvPr/>
      </p:nvGrpSpPr>
      <p:grpSpPr>
        <a:xfrm>
          <a:off x="0" y="0"/>
          <a:ext cx="0" cy="0"/>
          <a:chOff x="0" y="0"/>
          <a:chExt cx="0" cy="0"/>
        </a:xfrm>
      </p:grpSpPr>
      <p:pic>
        <p:nvPicPr>
          <p:cNvPr id="113" name="Google Shape;113;p31"/>
          <p:cNvPicPr preferRelativeResize="0"/>
          <p:nvPr/>
        </p:nvPicPr>
        <p:blipFill rotWithShape="1">
          <a:blip r:embed="rId2">
            <a:alphaModFix/>
          </a:blip>
          <a:srcRect/>
          <a:stretch/>
        </p:blipFill>
        <p:spPr>
          <a:xfrm>
            <a:off x="0" y="1"/>
            <a:ext cx="6858000" cy="6858000"/>
          </a:xfrm>
          <a:prstGeom prst="rect">
            <a:avLst/>
          </a:prstGeom>
          <a:noFill/>
          <a:ln>
            <a:noFill/>
          </a:ln>
        </p:spPr>
      </p:pic>
      <p:sp>
        <p:nvSpPr>
          <p:cNvPr id="114" name="Google Shape;114;p31"/>
          <p:cNvSpPr/>
          <p:nvPr/>
        </p:nvSpPr>
        <p:spPr>
          <a:xfrm>
            <a:off x="5850384" y="1"/>
            <a:ext cx="6341615" cy="6858000"/>
          </a:xfrm>
          <a:prstGeom prst="rect">
            <a:avLst/>
          </a:prstGeom>
          <a:gradFill>
            <a:gsLst>
              <a:gs pos="0">
                <a:srgbClr val="73992F"/>
              </a:gs>
              <a:gs pos="27000">
                <a:srgbClr val="73992F"/>
              </a:gs>
              <a:gs pos="100000">
                <a:schemeClr val="accent1"/>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Lato"/>
              <a:ea typeface="Lato"/>
              <a:cs typeface="Lato"/>
              <a:sym typeface="Lato"/>
            </a:endParaRPr>
          </a:p>
        </p:txBody>
      </p:sp>
      <p:sp>
        <p:nvSpPr>
          <p:cNvPr id="115" name="Google Shape;115;p31"/>
          <p:cNvSpPr txBox="1">
            <a:spLocks noGrp="1"/>
          </p:cNvSpPr>
          <p:nvPr>
            <p:ph type="ftr" idx="11"/>
          </p:nvPr>
        </p:nvSpPr>
        <p:spPr>
          <a:xfrm>
            <a:off x="5197840" y="6638792"/>
            <a:ext cx="1817489" cy="143629"/>
          </a:xfrm>
          <a:prstGeom prst="rect">
            <a:avLst/>
          </a:prstGeom>
          <a:noFill/>
          <a:ln>
            <a:noFill/>
          </a:ln>
        </p:spPr>
        <p:txBody>
          <a:bodyPr spcFirstLastPara="1" wrap="square" lIns="0" tIns="0" rIns="0" bIns="0" anchor="ctr" anchorCtr="0">
            <a:sp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6" name="Google Shape;116;p31"/>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lvl1pPr marL="0" lvl="0" indent="0" algn="r">
              <a:spcBef>
                <a:spcPts val="0"/>
              </a:spcBef>
              <a:buNone/>
              <a:defRPr sz="933">
                <a:solidFill>
                  <a:schemeClr val="lt2"/>
                </a:solidFill>
                <a:latin typeface="Lato"/>
                <a:ea typeface="Lato"/>
                <a:cs typeface="Lato"/>
                <a:sym typeface="Lato"/>
              </a:defRPr>
            </a:lvl1pPr>
            <a:lvl2pPr marL="0" lvl="1" indent="0" algn="r">
              <a:spcBef>
                <a:spcPts val="0"/>
              </a:spcBef>
              <a:buNone/>
              <a:defRPr sz="933">
                <a:solidFill>
                  <a:schemeClr val="lt2"/>
                </a:solidFill>
                <a:latin typeface="Lato"/>
                <a:ea typeface="Lato"/>
                <a:cs typeface="Lato"/>
                <a:sym typeface="Lato"/>
              </a:defRPr>
            </a:lvl2pPr>
            <a:lvl3pPr marL="0" lvl="2" indent="0" algn="r">
              <a:spcBef>
                <a:spcPts val="0"/>
              </a:spcBef>
              <a:buNone/>
              <a:defRPr sz="933">
                <a:solidFill>
                  <a:schemeClr val="lt2"/>
                </a:solidFill>
                <a:latin typeface="Lato"/>
                <a:ea typeface="Lato"/>
                <a:cs typeface="Lato"/>
                <a:sym typeface="Lato"/>
              </a:defRPr>
            </a:lvl3pPr>
            <a:lvl4pPr marL="0" lvl="3" indent="0" algn="r">
              <a:spcBef>
                <a:spcPts val="0"/>
              </a:spcBef>
              <a:buNone/>
              <a:defRPr sz="933">
                <a:solidFill>
                  <a:schemeClr val="lt2"/>
                </a:solidFill>
                <a:latin typeface="Lato"/>
                <a:ea typeface="Lato"/>
                <a:cs typeface="Lato"/>
                <a:sym typeface="Lato"/>
              </a:defRPr>
            </a:lvl4pPr>
            <a:lvl5pPr marL="0" lvl="4" indent="0" algn="r">
              <a:spcBef>
                <a:spcPts val="0"/>
              </a:spcBef>
              <a:buNone/>
              <a:defRPr sz="933">
                <a:solidFill>
                  <a:schemeClr val="lt2"/>
                </a:solidFill>
                <a:latin typeface="Lato"/>
                <a:ea typeface="Lato"/>
                <a:cs typeface="Lato"/>
                <a:sym typeface="Lato"/>
              </a:defRPr>
            </a:lvl5pPr>
            <a:lvl6pPr marL="0" lvl="5" indent="0" algn="r">
              <a:spcBef>
                <a:spcPts val="0"/>
              </a:spcBef>
              <a:buNone/>
              <a:defRPr sz="933">
                <a:solidFill>
                  <a:schemeClr val="lt2"/>
                </a:solidFill>
                <a:latin typeface="Lato"/>
                <a:ea typeface="Lato"/>
                <a:cs typeface="Lato"/>
                <a:sym typeface="Lato"/>
              </a:defRPr>
            </a:lvl6pPr>
            <a:lvl7pPr marL="0" lvl="6" indent="0" algn="r">
              <a:spcBef>
                <a:spcPts val="0"/>
              </a:spcBef>
              <a:buNone/>
              <a:defRPr sz="933">
                <a:solidFill>
                  <a:schemeClr val="lt2"/>
                </a:solidFill>
                <a:latin typeface="Lato"/>
                <a:ea typeface="Lato"/>
                <a:cs typeface="Lato"/>
                <a:sym typeface="Lato"/>
              </a:defRPr>
            </a:lvl7pPr>
            <a:lvl8pPr marL="0" lvl="7" indent="0" algn="r">
              <a:spcBef>
                <a:spcPts val="0"/>
              </a:spcBef>
              <a:buNone/>
              <a:defRPr sz="933">
                <a:solidFill>
                  <a:schemeClr val="lt2"/>
                </a:solidFill>
                <a:latin typeface="Lato"/>
                <a:ea typeface="Lato"/>
                <a:cs typeface="Lato"/>
                <a:sym typeface="Lato"/>
              </a:defRPr>
            </a:lvl8pPr>
            <a:lvl9pPr marL="0" lvl="8" indent="0" algn="r">
              <a:spcBef>
                <a:spcPts val="0"/>
              </a:spcBef>
              <a:buNone/>
              <a:defRPr sz="933">
                <a:solidFill>
                  <a:schemeClr val="lt2"/>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cxnSp>
        <p:nvCxnSpPr>
          <p:cNvPr id="117" name="Google Shape;117;p31"/>
          <p:cNvCxnSpPr/>
          <p:nvPr/>
        </p:nvCxnSpPr>
        <p:spPr>
          <a:xfrm>
            <a:off x="11294960" y="6596757"/>
            <a:ext cx="0" cy="185665"/>
          </a:xfrm>
          <a:prstGeom prst="straightConnector1">
            <a:avLst/>
          </a:prstGeom>
          <a:noFill/>
          <a:ln w="9525" cap="flat" cmpd="sng">
            <a:solidFill>
              <a:schemeClr val="lt2"/>
            </a:solidFill>
            <a:prstDash val="solid"/>
            <a:miter lim="800000"/>
            <a:headEnd type="none" w="sm" len="sm"/>
            <a:tailEnd type="none" w="sm" len="sm"/>
          </a:ln>
        </p:spPr>
      </p:cxnSp>
      <p:sp>
        <p:nvSpPr>
          <p:cNvPr id="118" name="Google Shape;118;p31"/>
          <p:cNvSpPr txBox="1">
            <a:spLocks noGrp="1"/>
          </p:cNvSpPr>
          <p:nvPr>
            <p:ph type="body" idx="1"/>
          </p:nvPr>
        </p:nvSpPr>
        <p:spPr>
          <a:xfrm>
            <a:off x="6356412" y="1901816"/>
            <a:ext cx="5499452" cy="4357384"/>
          </a:xfrm>
          <a:prstGeom prst="rect">
            <a:avLst/>
          </a:prstGeom>
          <a:noFill/>
          <a:ln>
            <a:noFill/>
          </a:ln>
        </p:spPr>
        <p:txBody>
          <a:bodyPr spcFirstLastPara="1" wrap="square" lIns="0" tIns="0" rIns="0" bIns="0" anchor="t" anchorCtr="0">
            <a:noAutofit/>
          </a:bodyPr>
          <a:lstStyle>
            <a:lvl1pPr marL="457200" lvl="0" indent="-355600" algn="l">
              <a:lnSpc>
                <a:spcPct val="110000"/>
              </a:lnSpc>
              <a:spcBef>
                <a:spcPts val="1600"/>
              </a:spcBef>
              <a:spcAft>
                <a:spcPts val="0"/>
              </a:spcAft>
              <a:buClr>
                <a:schemeClr val="lt1"/>
              </a:buClr>
              <a:buSzPts val="2000"/>
              <a:buFont typeface="Arial"/>
              <a:buChar char="•"/>
              <a:defRPr sz="2000">
                <a:solidFill>
                  <a:schemeClr val="lt1"/>
                </a:solidFill>
              </a:defRPr>
            </a:lvl1pPr>
            <a:lvl2pPr marL="914400" lvl="1" indent="-330200" algn="l">
              <a:lnSpc>
                <a:spcPct val="95000"/>
              </a:lnSpc>
              <a:spcBef>
                <a:spcPts val="500"/>
              </a:spcBef>
              <a:spcAft>
                <a:spcPts val="0"/>
              </a:spcAft>
              <a:buClr>
                <a:schemeClr val="lt1"/>
              </a:buClr>
              <a:buSzPts val="1600"/>
              <a:buChar char="•"/>
              <a:defRPr sz="1600">
                <a:solidFill>
                  <a:schemeClr val="lt1"/>
                </a:solidFill>
              </a:defRPr>
            </a:lvl2pPr>
            <a:lvl3pPr marL="1371600" lvl="2" indent="-317500" algn="l">
              <a:lnSpc>
                <a:spcPct val="95000"/>
              </a:lnSpc>
              <a:spcBef>
                <a:spcPts val="500"/>
              </a:spcBef>
              <a:spcAft>
                <a:spcPts val="0"/>
              </a:spcAft>
              <a:buClr>
                <a:schemeClr val="lt1"/>
              </a:buClr>
              <a:buSzPts val="1400"/>
              <a:buChar char="•"/>
              <a:defRPr sz="1400">
                <a:solidFill>
                  <a:schemeClr val="lt1"/>
                </a:solidFill>
              </a:defRPr>
            </a:lvl3pPr>
            <a:lvl4pPr marL="1828800" lvl="3" indent="-317500" algn="l">
              <a:lnSpc>
                <a:spcPct val="95000"/>
              </a:lnSpc>
              <a:spcBef>
                <a:spcPts val="500"/>
              </a:spcBef>
              <a:spcAft>
                <a:spcPts val="0"/>
              </a:spcAft>
              <a:buClr>
                <a:schemeClr val="lt1"/>
              </a:buClr>
              <a:buSzPts val="1400"/>
              <a:buChar char="•"/>
              <a:defRPr sz="1400">
                <a:solidFill>
                  <a:schemeClr val="lt1"/>
                </a:solidFill>
              </a:defRPr>
            </a:lvl4pPr>
            <a:lvl5pPr marL="2286000" lvl="4" indent="-317500" algn="l">
              <a:lnSpc>
                <a:spcPct val="95000"/>
              </a:lnSpc>
              <a:spcBef>
                <a:spcPts val="500"/>
              </a:spcBef>
              <a:spcAft>
                <a:spcPts val="0"/>
              </a:spcAft>
              <a:buClr>
                <a:schemeClr val="lt1"/>
              </a:buClr>
              <a:buSzPts val="1400"/>
              <a:buChar char="•"/>
              <a:defRPr sz="14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9" name="Google Shape;119;p31"/>
          <p:cNvSpPr txBox="1"/>
          <p:nvPr/>
        </p:nvSpPr>
        <p:spPr>
          <a:xfrm>
            <a:off x="6445188" y="616065"/>
            <a:ext cx="4168432" cy="61555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4000">
                <a:solidFill>
                  <a:schemeClr val="lt1"/>
                </a:solidFill>
                <a:latin typeface="Lato"/>
                <a:ea typeface="Lato"/>
                <a:cs typeface="Lato"/>
                <a:sym typeface="Lato"/>
              </a:rPr>
              <a:t>AGENDA</a:t>
            </a:r>
            <a:endParaRPr/>
          </a:p>
        </p:txBody>
      </p:sp>
      <p:grpSp>
        <p:nvGrpSpPr>
          <p:cNvPr id="120" name="Google Shape;120;p31"/>
          <p:cNvGrpSpPr/>
          <p:nvPr/>
        </p:nvGrpSpPr>
        <p:grpSpPr>
          <a:xfrm>
            <a:off x="10324956" y="6592898"/>
            <a:ext cx="698591" cy="191911"/>
            <a:chOff x="1855788" y="3378201"/>
            <a:chExt cx="3709987" cy="1019175"/>
          </a:xfrm>
        </p:grpSpPr>
        <p:sp>
          <p:nvSpPr>
            <p:cNvPr id="121" name="Google Shape;121;p31"/>
            <p:cNvSpPr/>
            <p:nvPr/>
          </p:nvSpPr>
          <p:spPr>
            <a:xfrm>
              <a:off x="3676650" y="4197351"/>
              <a:ext cx="160337" cy="196850"/>
            </a:xfrm>
            <a:custGeom>
              <a:avLst/>
              <a:gdLst/>
              <a:ahLst/>
              <a:cxnLst/>
              <a:rect l="l" t="t" r="r" b="b"/>
              <a:pathLst>
                <a:path w="101" h="124" extrusionOk="0">
                  <a:moveTo>
                    <a:pt x="0" y="0"/>
                  </a:moveTo>
                  <a:lnTo>
                    <a:pt x="13" y="0"/>
                  </a:lnTo>
                  <a:lnTo>
                    <a:pt x="87" y="101"/>
                  </a:lnTo>
                  <a:lnTo>
                    <a:pt x="87" y="0"/>
                  </a:lnTo>
                  <a:lnTo>
                    <a:pt x="101" y="0"/>
                  </a:lnTo>
                  <a:lnTo>
                    <a:pt x="101" y="124"/>
                  </a:lnTo>
                  <a:lnTo>
                    <a:pt x="89" y="124"/>
                  </a:lnTo>
                  <a:lnTo>
                    <a:pt x="12" y="18"/>
                  </a:lnTo>
                  <a:lnTo>
                    <a:pt x="12" y="124"/>
                  </a:lnTo>
                  <a:lnTo>
                    <a:pt x="0" y="124"/>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22" name="Google Shape;122;p31"/>
            <p:cNvSpPr/>
            <p:nvPr/>
          </p:nvSpPr>
          <p:spPr>
            <a:xfrm>
              <a:off x="3886200" y="4197351"/>
              <a:ext cx="130175" cy="196850"/>
            </a:xfrm>
            <a:custGeom>
              <a:avLst/>
              <a:gdLst/>
              <a:ahLst/>
              <a:cxnLst/>
              <a:rect l="l" t="t" r="r" b="b"/>
              <a:pathLst>
                <a:path w="82" h="124" extrusionOk="0">
                  <a:moveTo>
                    <a:pt x="0" y="0"/>
                  </a:moveTo>
                  <a:lnTo>
                    <a:pt x="82" y="0"/>
                  </a:lnTo>
                  <a:lnTo>
                    <a:pt x="82" y="12"/>
                  </a:lnTo>
                  <a:lnTo>
                    <a:pt x="13" y="12"/>
                  </a:lnTo>
                  <a:lnTo>
                    <a:pt x="13" y="53"/>
                  </a:lnTo>
                  <a:lnTo>
                    <a:pt x="80" y="53"/>
                  </a:lnTo>
                  <a:lnTo>
                    <a:pt x="80" y="65"/>
                  </a:lnTo>
                  <a:lnTo>
                    <a:pt x="13" y="65"/>
                  </a:lnTo>
                  <a:lnTo>
                    <a:pt x="13" y="112"/>
                  </a:lnTo>
                  <a:lnTo>
                    <a:pt x="82" y="112"/>
                  </a:lnTo>
                  <a:lnTo>
                    <a:pt x="82" y="124"/>
                  </a:lnTo>
                  <a:lnTo>
                    <a:pt x="0" y="124"/>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23" name="Google Shape;123;p31"/>
            <p:cNvSpPr/>
            <p:nvPr/>
          </p:nvSpPr>
          <p:spPr>
            <a:xfrm>
              <a:off x="4048125" y="4197351"/>
              <a:ext cx="166687" cy="196850"/>
            </a:xfrm>
            <a:custGeom>
              <a:avLst/>
              <a:gdLst/>
              <a:ahLst/>
              <a:cxnLst/>
              <a:rect l="l" t="t" r="r" b="b"/>
              <a:pathLst>
                <a:path w="105" h="124" extrusionOk="0">
                  <a:moveTo>
                    <a:pt x="46" y="12"/>
                  </a:moveTo>
                  <a:lnTo>
                    <a:pt x="0" y="12"/>
                  </a:lnTo>
                  <a:lnTo>
                    <a:pt x="0" y="0"/>
                  </a:lnTo>
                  <a:lnTo>
                    <a:pt x="105" y="0"/>
                  </a:lnTo>
                  <a:lnTo>
                    <a:pt x="105" y="12"/>
                  </a:lnTo>
                  <a:lnTo>
                    <a:pt x="59" y="12"/>
                  </a:lnTo>
                  <a:lnTo>
                    <a:pt x="59" y="124"/>
                  </a:lnTo>
                  <a:lnTo>
                    <a:pt x="46" y="124"/>
                  </a:lnTo>
                  <a:lnTo>
                    <a:pt x="46" y="1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24" name="Google Shape;124;p31"/>
            <p:cNvSpPr/>
            <p:nvPr/>
          </p:nvSpPr>
          <p:spPr>
            <a:xfrm>
              <a:off x="4241800" y="4197351"/>
              <a:ext cx="268287" cy="196850"/>
            </a:xfrm>
            <a:custGeom>
              <a:avLst/>
              <a:gdLst/>
              <a:ahLst/>
              <a:cxnLst/>
              <a:rect l="l" t="t" r="r" b="b"/>
              <a:pathLst>
                <a:path w="169" h="124" extrusionOk="0">
                  <a:moveTo>
                    <a:pt x="0" y="0"/>
                  </a:moveTo>
                  <a:lnTo>
                    <a:pt x="14" y="0"/>
                  </a:lnTo>
                  <a:lnTo>
                    <a:pt x="45" y="101"/>
                  </a:lnTo>
                  <a:lnTo>
                    <a:pt x="78" y="0"/>
                  </a:lnTo>
                  <a:lnTo>
                    <a:pt x="91" y="0"/>
                  </a:lnTo>
                  <a:lnTo>
                    <a:pt x="124" y="101"/>
                  </a:lnTo>
                  <a:lnTo>
                    <a:pt x="155" y="0"/>
                  </a:lnTo>
                  <a:lnTo>
                    <a:pt x="169" y="0"/>
                  </a:lnTo>
                  <a:lnTo>
                    <a:pt x="128" y="124"/>
                  </a:lnTo>
                  <a:lnTo>
                    <a:pt x="118" y="124"/>
                  </a:lnTo>
                  <a:lnTo>
                    <a:pt x="85" y="21"/>
                  </a:lnTo>
                  <a:lnTo>
                    <a:pt x="51" y="124"/>
                  </a:lnTo>
                  <a:lnTo>
                    <a:pt x="39" y="124"/>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25" name="Google Shape;125;p31"/>
            <p:cNvSpPr/>
            <p:nvPr/>
          </p:nvSpPr>
          <p:spPr>
            <a:xfrm>
              <a:off x="4527550" y="4192588"/>
              <a:ext cx="198437" cy="204788"/>
            </a:xfrm>
            <a:custGeom>
              <a:avLst/>
              <a:gdLst/>
              <a:ahLst/>
              <a:cxnLst/>
              <a:rect l="l" t="t" r="r" b="b"/>
              <a:pathLst>
                <a:path w="83" h="85" extrusionOk="0">
                  <a:moveTo>
                    <a:pt x="0" y="43"/>
                  </a:moveTo>
                  <a:cubicBezTo>
                    <a:pt x="0" y="13"/>
                    <a:pt x="15" y="0"/>
                    <a:pt x="42" y="0"/>
                  </a:cubicBezTo>
                  <a:cubicBezTo>
                    <a:pt x="68" y="0"/>
                    <a:pt x="83" y="13"/>
                    <a:pt x="83" y="43"/>
                  </a:cubicBezTo>
                  <a:cubicBezTo>
                    <a:pt x="83" y="72"/>
                    <a:pt x="68" y="85"/>
                    <a:pt x="42" y="85"/>
                  </a:cubicBezTo>
                  <a:cubicBezTo>
                    <a:pt x="15" y="85"/>
                    <a:pt x="0" y="72"/>
                    <a:pt x="0" y="43"/>
                  </a:cubicBezTo>
                  <a:close/>
                  <a:moveTo>
                    <a:pt x="74" y="43"/>
                  </a:moveTo>
                  <a:cubicBezTo>
                    <a:pt x="74" y="21"/>
                    <a:pt x="64" y="9"/>
                    <a:pt x="42" y="9"/>
                  </a:cubicBezTo>
                  <a:cubicBezTo>
                    <a:pt x="19" y="9"/>
                    <a:pt x="9" y="21"/>
                    <a:pt x="9" y="43"/>
                  </a:cubicBezTo>
                  <a:cubicBezTo>
                    <a:pt x="9" y="65"/>
                    <a:pt x="19" y="77"/>
                    <a:pt x="42" y="77"/>
                  </a:cubicBezTo>
                  <a:cubicBezTo>
                    <a:pt x="64" y="77"/>
                    <a:pt x="74" y="65"/>
                    <a:pt x="74" y="4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26" name="Google Shape;126;p31"/>
            <p:cNvSpPr/>
            <p:nvPr/>
          </p:nvSpPr>
          <p:spPr>
            <a:xfrm>
              <a:off x="4768850" y="4197351"/>
              <a:ext cx="150812" cy="196850"/>
            </a:xfrm>
            <a:custGeom>
              <a:avLst/>
              <a:gdLst/>
              <a:ahLst/>
              <a:cxnLst/>
              <a:rect l="l" t="t" r="r" b="b"/>
              <a:pathLst>
                <a:path w="63" h="82" extrusionOk="0">
                  <a:moveTo>
                    <a:pt x="33" y="48"/>
                  </a:moveTo>
                  <a:cubicBezTo>
                    <a:pt x="8" y="48"/>
                    <a:pt x="8" y="48"/>
                    <a:pt x="8" y="48"/>
                  </a:cubicBezTo>
                  <a:cubicBezTo>
                    <a:pt x="8" y="82"/>
                    <a:pt x="8" y="82"/>
                    <a:pt x="8" y="82"/>
                  </a:cubicBezTo>
                  <a:cubicBezTo>
                    <a:pt x="0" y="82"/>
                    <a:pt x="0" y="82"/>
                    <a:pt x="0" y="82"/>
                  </a:cubicBezTo>
                  <a:cubicBezTo>
                    <a:pt x="0" y="0"/>
                    <a:pt x="0" y="0"/>
                    <a:pt x="0" y="0"/>
                  </a:cubicBezTo>
                  <a:cubicBezTo>
                    <a:pt x="35" y="0"/>
                    <a:pt x="35" y="0"/>
                    <a:pt x="35" y="0"/>
                  </a:cubicBezTo>
                  <a:cubicBezTo>
                    <a:pt x="54" y="0"/>
                    <a:pt x="63" y="7"/>
                    <a:pt x="63" y="24"/>
                  </a:cubicBezTo>
                  <a:cubicBezTo>
                    <a:pt x="63" y="38"/>
                    <a:pt x="56" y="46"/>
                    <a:pt x="42" y="48"/>
                  </a:cubicBezTo>
                  <a:cubicBezTo>
                    <a:pt x="61" y="82"/>
                    <a:pt x="61" y="82"/>
                    <a:pt x="61" y="82"/>
                  </a:cubicBezTo>
                  <a:cubicBezTo>
                    <a:pt x="52" y="82"/>
                    <a:pt x="52" y="82"/>
                    <a:pt x="52" y="82"/>
                  </a:cubicBezTo>
                  <a:lnTo>
                    <a:pt x="33" y="48"/>
                  </a:lnTo>
                  <a:close/>
                  <a:moveTo>
                    <a:pt x="35" y="40"/>
                  </a:moveTo>
                  <a:cubicBezTo>
                    <a:pt x="47" y="40"/>
                    <a:pt x="54" y="37"/>
                    <a:pt x="54" y="24"/>
                  </a:cubicBezTo>
                  <a:cubicBezTo>
                    <a:pt x="54" y="11"/>
                    <a:pt x="47" y="8"/>
                    <a:pt x="35" y="8"/>
                  </a:cubicBezTo>
                  <a:cubicBezTo>
                    <a:pt x="8" y="8"/>
                    <a:pt x="8" y="8"/>
                    <a:pt x="8" y="8"/>
                  </a:cubicBezTo>
                  <a:cubicBezTo>
                    <a:pt x="8" y="40"/>
                    <a:pt x="8" y="40"/>
                    <a:pt x="8" y="40"/>
                  </a:cubicBezTo>
                  <a:lnTo>
                    <a:pt x="35" y="4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27" name="Google Shape;127;p31"/>
            <p:cNvSpPr/>
            <p:nvPr/>
          </p:nvSpPr>
          <p:spPr>
            <a:xfrm>
              <a:off x="4962525" y="4197351"/>
              <a:ext cx="153987" cy="196850"/>
            </a:xfrm>
            <a:custGeom>
              <a:avLst/>
              <a:gdLst/>
              <a:ahLst/>
              <a:cxnLst/>
              <a:rect l="l" t="t" r="r" b="b"/>
              <a:pathLst>
                <a:path w="97" h="124" extrusionOk="0">
                  <a:moveTo>
                    <a:pt x="38" y="57"/>
                  </a:moveTo>
                  <a:lnTo>
                    <a:pt x="14" y="85"/>
                  </a:lnTo>
                  <a:lnTo>
                    <a:pt x="14" y="124"/>
                  </a:lnTo>
                  <a:lnTo>
                    <a:pt x="0" y="124"/>
                  </a:lnTo>
                  <a:lnTo>
                    <a:pt x="0" y="0"/>
                  </a:lnTo>
                  <a:lnTo>
                    <a:pt x="14" y="0"/>
                  </a:lnTo>
                  <a:lnTo>
                    <a:pt x="14" y="68"/>
                  </a:lnTo>
                  <a:lnTo>
                    <a:pt x="76" y="0"/>
                  </a:lnTo>
                  <a:lnTo>
                    <a:pt x="91" y="0"/>
                  </a:lnTo>
                  <a:lnTo>
                    <a:pt x="47" y="48"/>
                  </a:lnTo>
                  <a:lnTo>
                    <a:pt x="97" y="124"/>
                  </a:lnTo>
                  <a:lnTo>
                    <a:pt x="82" y="124"/>
                  </a:lnTo>
                  <a:lnTo>
                    <a:pt x="38" y="5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28" name="Google Shape;128;p31"/>
            <p:cNvSpPr/>
            <p:nvPr/>
          </p:nvSpPr>
          <p:spPr>
            <a:xfrm>
              <a:off x="5133975" y="4192588"/>
              <a:ext cx="160337" cy="204788"/>
            </a:xfrm>
            <a:custGeom>
              <a:avLst/>
              <a:gdLst/>
              <a:ahLst/>
              <a:cxnLst/>
              <a:rect l="l" t="t" r="r" b="b"/>
              <a:pathLst>
                <a:path w="67" h="85" extrusionOk="0">
                  <a:moveTo>
                    <a:pt x="0" y="75"/>
                  </a:moveTo>
                  <a:cubicBezTo>
                    <a:pt x="5" y="69"/>
                    <a:pt x="5" y="69"/>
                    <a:pt x="5" y="69"/>
                  </a:cubicBezTo>
                  <a:cubicBezTo>
                    <a:pt x="15" y="75"/>
                    <a:pt x="24" y="77"/>
                    <a:pt x="34" y="77"/>
                  </a:cubicBezTo>
                  <a:cubicBezTo>
                    <a:pt x="51" y="77"/>
                    <a:pt x="59" y="72"/>
                    <a:pt x="59" y="61"/>
                  </a:cubicBezTo>
                  <a:cubicBezTo>
                    <a:pt x="59" y="49"/>
                    <a:pt x="49" y="48"/>
                    <a:pt x="34" y="45"/>
                  </a:cubicBezTo>
                  <a:cubicBezTo>
                    <a:pt x="16" y="42"/>
                    <a:pt x="5" y="39"/>
                    <a:pt x="5" y="22"/>
                  </a:cubicBezTo>
                  <a:cubicBezTo>
                    <a:pt x="5" y="7"/>
                    <a:pt x="15" y="0"/>
                    <a:pt x="34" y="0"/>
                  </a:cubicBezTo>
                  <a:cubicBezTo>
                    <a:pt x="47" y="0"/>
                    <a:pt x="56" y="3"/>
                    <a:pt x="63" y="8"/>
                  </a:cubicBezTo>
                  <a:cubicBezTo>
                    <a:pt x="58" y="15"/>
                    <a:pt x="58" y="15"/>
                    <a:pt x="58" y="15"/>
                  </a:cubicBezTo>
                  <a:cubicBezTo>
                    <a:pt x="52" y="11"/>
                    <a:pt x="43" y="8"/>
                    <a:pt x="34" y="8"/>
                  </a:cubicBezTo>
                  <a:cubicBezTo>
                    <a:pt x="19" y="8"/>
                    <a:pt x="13" y="12"/>
                    <a:pt x="13" y="22"/>
                  </a:cubicBezTo>
                  <a:cubicBezTo>
                    <a:pt x="13" y="33"/>
                    <a:pt x="22" y="35"/>
                    <a:pt x="36" y="37"/>
                  </a:cubicBezTo>
                  <a:cubicBezTo>
                    <a:pt x="54" y="40"/>
                    <a:pt x="67" y="43"/>
                    <a:pt x="67" y="61"/>
                  </a:cubicBezTo>
                  <a:cubicBezTo>
                    <a:pt x="67" y="77"/>
                    <a:pt x="57" y="85"/>
                    <a:pt x="34" y="85"/>
                  </a:cubicBezTo>
                  <a:cubicBezTo>
                    <a:pt x="22" y="85"/>
                    <a:pt x="11" y="82"/>
                    <a:pt x="0" y="75"/>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29" name="Google Shape;129;p31"/>
            <p:cNvSpPr/>
            <p:nvPr/>
          </p:nvSpPr>
          <p:spPr>
            <a:xfrm>
              <a:off x="5213350" y="3379788"/>
              <a:ext cx="352425" cy="730250"/>
            </a:xfrm>
            <a:custGeom>
              <a:avLst/>
              <a:gdLst/>
              <a:ahLst/>
              <a:cxnLst/>
              <a:rect l="l" t="t" r="r" b="b"/>
              <a:pathLst>
                <a:path w="147" h="303" extrusionOk="0">
                  <a:moveTo>
                    <a:pt x="120" y="0"/>
                  </a:moveTo>
                  <a:cubicBezTo>
                    <a:pt x="5" y="0"/>
                    <a:pt x="0" y="52"/>
                    <a:pt x="0" y="125"/>
                  </a:cubicBezTo>
                  <a:cubicBezTo>
                    <a:pt x="0" y="303"/>
                    <a:pt x="0" y="303"/>
                    <a:pt x="0" y="303"/>
                  </a:cubicBezTo>
                  <a:cubicBezTo>
                    <a:pt x="27" y="303"/>
                    <a:pt x="27" y="303"/>
                    <a:pt x="27" y="303"/>
                  </a:cubicBezTo>
                  <a:cubicBezTo>
                    <a:pt x="27" y="125"/>
                    <a:pt x="27" y="125"/>
                    <a:pt x="27" y="125"/>
                  </a:cubicBezTo>
                  <a:cubicBezTo>
                    <a:pt x="27" y="70"/>
                    <a:pt x="25" y="26"/>
                    <a:pt x="120" y="26"/>
                  </a:cubicBezTo>
                  <a:cubicBezTo>
                    <a:pt x="130" y="26"/>
                    <a:pt x="139" y="26"/>
                    <a:pt x="147" y="27"/>
                  </a:cubicBezTo>
                  <a:cubicBezTo>
                    <a:pt x="147" y="1"/>
                    <a:pt x="147" y="1"/>
                    <a:pt x="147" y="1"/>
                  </a:cubicBezTo>
                  <a:cubicBezTo>
                    <a:pt x="139" y="1"/>
                    <a:pt x="130" y="0"/>
                    <a:pt x="120"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30" name="Google Shape;130;p31"/>
            <p:cNvSpPr/>
            <p:nvPr/>
          </p:nvSpPr>
          <p:spPr>
            <a:xfrm>
              <a:off x="2281238" y="3394076"/>
              <a:ext cx="582612" cy="730250"/>
            </a:xfrm>
            <a:custGeom>
              <a:avLst/>
              <a:gdLst/>
              <a:ahLst/>
              <a:cxnLst/>
              <a:rect l="l" t="t" r="r" b="b"/>
              <a:pathLst>
                <a:path w="243" h="303" extrusionOk="0">
                  <a:moveTo>
                    <a:pt x="0" y="181"/>
                  </a:moveTo>
                  <a:cubicBezTo>
                    <a:pt x="0" y="0"/>
                    <a:pt x="0" y="0"/>
                    <a:pt x="0" y="0"/>
                  </a:cubicBezTo>
                  <a:cubicBezTo>
                    <a:pt x="28" y="0"/>
                    <a:pt x="28" y="0"/>
                    <a:pt x="28" y="0"/>
                  </a:cubicBezTo>
                  <a:cubicBezTo>
                    <a:pt x="28" y="182"/>
                    <a:pt x="28" y="182"/>
                    <a:pt x="28" y="182"/>
                  </a:cubicBezTo>
                  <a:cubicBezTo>
                    <a:pt x="28" y="234"/>
                    <a:pt x="27" y="278"/>
                    <a:pt x="123" y="278"/>
                  </a:cubicBezTo>
                  <a:cubicBezTo>
                    <a:pt x="218" y="278"/>
                    <a:pt x="216" y="234"/>
                    <a:pt x="216" y="179"/>
                  </a:cubicBezTo>
                  <a:cubicBezTo>
                    <a:pt x="216" y="0"/>
                    <a:pt x="216" y="0"/>
                    <a:pt x="216" y="0"/>
                  </a:cubicBezTo>
                  <a:cubicBezTo>
                    <a:pt x="243" y="0"/>
                    <a:pt x="243" y="0"/>
                    <a:pt x="243" y="0"/>
                  </a:cubicBezTo>
                  <a:cubicBezTo>
                    <a:pt x="243" y="179"/>
                    <a:pt x="243" y="179"/>
                    <a:pt x="243" y="179"/>
                  </a:cubicBezTo>
                  <a:cubicBezTo>
                    <a:pt x="243" y="252"/>
                    <a:pt x="238" y="303"/>
                    <a:pt x="123" y="303"/>
                  </a:cubicBezTo>
                  <a:cubicBezTo>
                    <a:pt x="7" y="303"/>
                    <a:pt x="0" y="252"/>
                    <a:pt x="0" y="181"/>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31" name="Google Shape;131;p31"/>
            <p:cNvSpPr/>
            <p:nvPr/>
          </p:nvSpPr>
          <p:spPr>
            <a:xfrm>
              <a:off x="2973388" y="3379788"/>
              <a:ext cx="581025" cy="730250"/>
            </a:xfrm>
            <a:custGeom>
              <a:avLst/>
              <a:gdLst/>
              <a:ahLst/>
              <a:cxnLst/>
              <a:rect l="l" t="t" r="r" b="b"/>
              <a:pathLst>
                <a:path w="242" h="303" extrusionOk="0">
                  <a:moveTo>
                    <a:pt x="242" y="122"/>
                  </a:moveTo>
                  <a:cubicBezTo>
                    <a:pt x="242" y="303"/>
                    <a:pt x="242" y="303"/>
                    <a:pt x="242" y="303"/>
                  </a:cubicBezTo>
                  <a:cubicBezTo>
                    <a:pt x="215" y="303"/>
                    <a:pt x="215" y="303"/>
                    <a:pt x="215" y="303"/>
                  </a:cubicBezTo>
                  <a:cubicBezTo>
                    <a:pt x="215" y="122"/>
                    <a:pt x="215" y="122"/>
                    <a:pt x="215" y="122"/>
                  </a:cubicBezTo>
                  <a:cubicBezTo>
                    <a:pt x="215" y="70"/>
                    <a:pt x="215" y="26"/>
                    <a:pt x="120" y="26"/>
                  </a:cubicBezTo>
                  <a:cubicBezTo>
                    <a:pt x="25" y="26"/>
                    <a:pt x="27" y="70"/>
                    <a:pt x="27" y="125"/>
                  </a:cubicBezTo>
                  <a:cubicBezTo>
                    <a:pt x="27" y="303"/>
                    <a:pt x="27" y="303"/>
                    <a:pt x="27" y="303"/>
                  </a:cubicBezTo>
                  <a:cubicBezTo>
                    <a:pt x="0" y="303"/>
                    <a:pt x="0" y="303"/>
                    <a:pt x="0" y="303"/>
                  </a:cubicBezTo>
                  <a:cubicBezTo>
                    <a:pt x="0" y="125"/>
                    <a:pt x="0" y="125"/>
                    <a:pt x="0" y="125"/>
                  </a:cubicBezTo>
                  <a:cubicBezTo>
                    <a:pt x="0" y="52"/>
                    <a:pt x="5" y="0"/>
                    <a:pt x="120" y="0"/>
                  </a:cubicBezTo>
                  <a:cubicBezTo>
                    <a:pt x="235" y="0"/>
                    <a:pt x="242" y="52"/>
                    <a:pt x="242" y="12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32" name="Google Shape;132;p31"/>
            <p:cNvSpPr/>
            <p:nvPr/>
          </p:nvSpPr>
          <p:spPr>
            <a:xfrm>
              <a:off x="3676650" y="3397251"/>
              <a:ext cx="61912" cy="712788"/>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33" name="Google Shape;133;p31"/>
            <p:cNvSpPr/>
            <p:nvPr/>
          </p:nvSpPr>
          <p:spPr>
            <a:xfrm>
              <a:off x="3857625" y="3397251"/>
              <a:ext cx="573087" cy="712788"/>
            </a:xfrm>
            <a:custGeom>
              <a:avLst/>
              <a:gdLst/>
              <a:ahLst/>
              <a:cxnLst/>
              <a:rect l="l" t="t" r="r" b="b"/>
              <a:pathLst>
                <a:path w="239" h="296" extrusionOk="0">
                  <a:moveTo>
                    <a:pt x="0" y="0"/>
                  </a:moveTo>
                  <a:cubicBezTo>
                    <a:pt x="139" y="0"/>
                    <a:pt x="139" y="0"/>
                    <a:pt x="139" y="0"/>
                  </a:cubicBezTo>
                  <a:cubicBezTo>
                    <a:pt x="208" y="0"/>
                    <a:pt x="239" y="34"/>
                    <a:pt x="239" y="95"/>
                  </a:cubicBezTo>
                  <a:cubicBezTo>
                    <a:pt x="239" y="156"/>
                    <a:pt x="208" y="193"/>
                    <a:pt x="139" y="193"/>
                  </a:cubicBezTo>
                  <a:cubicBezTo>
                    <a:pt x="27" y="193"/>
                    <a:pt x="27" y="193"/>
                    <a:pt x="27" y="193"/>
                  </a:cubicBezTo>
                  <a:cubicBezTo>
                    <a:pt x="27" y="296"/>
                    <a:pt x="27" y="296"/>
                    <a:pt x="27" y="296"/>
                  </a:cubicBezTo>
                  <a:cubicBezTo>
                    <a:pt x="0" y="296"/>
                    <a:pt x="0" y="296"/>
                    <a:pt x="0" y="296"/>
                  </a:cubicBezTo>
                  <a:lnTo>
                    <a:pt x="0" y="0"/>
                  </a:lnTo>
                  <a:close/>
                  <a:moveTo>
                    <a:pt x="139" y="167"/>
                  </a:moveTo>
                  <a:cubicBezTo>
                    <a:pt x="187" y="167"/>
                    <a:pt x="211" y="143"/>
                    <a:pt x="211" y="96"/>
                  </a:cubicBezTo>
                  <a:cubicBezTo>
                    <a:pt x="211" y="49"/>
                    <a:pt x="185" y="26"/>
                    <a:pt x="138" y="26"/>
                  </a:cubicBezTo>
                  <a:cubicBezTo>
                    <a:pt x="27" y="26"/>
                    <a:pt x="27" y="26"/>
                    <a:pt x="27" y="26"/>
                  </a:cubicBezTo>
                  <a:cubicBezTo>
                    <a:pt x="27" y="167"/>
                    <a:pt x="27" y="167"/>
                    <a:pt x="27" y="167"/>
                  </a:cubicBezTo>
                  <a:lnTo>
                    <a:pt x="139" y="16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34" name="Google Shape;134;p31"/>
            <p:cNvSpPr/>
            <p:nvPr/>
          </p:nvSpPr>
          <p:spPr>
            <a:xfrm>
              <a:off x="4505325" y="3378201"/>
              <a:ext cx="614362" cy="746125"/>
            </a:xfrm>
            <a:custGeom>
              <a:avLst/>
              <a:gdLst/>
              <a:ahLst/>
              <a:cxnLst/>
              <a:rect l="l" t="t" r="r" b="b"/>
              <a:pathLst>
                <a:path w="256" h="310" extrusionOk="0">
                  <a:moveTo>
                    <a:pt x="0" y="155"/>
                  </a:moveTo>
                  <a:cubicBezTo>
                    <a:pt x="0" y="68"/>
                    <a:pt x="25" y="0"/>
                    <a:pt x="137" y="0"/>
                  </a:cubicBezTo>
                  <a:cubicBezTo>
                    <a:pt x="252" y="0"/>
                    <a:pt x="256" y="78"/>
                    <a:pt x="256" y="160"/>
                  </a:cubicBezTo>
                  <a:cubicBezTo>
                    <a:pt x="27" y="160"/>
                    <a:pt x="27" y="160"/>
                    <a:pt x="27" y="160"/>
                  </a:cubicBezTo>
                  <a:cubicBezTo>
                    <a:pt x="27" y="232"/>
                    <a:pt x="45" y="286"/>
                    <a:pt x="139" y="286"/>
                  </a:cubicBezTo>
                  <a:cubicBezTo>
                    <a:pt x="189" y="286"/>
                    <a:pt x="212" y="272"/>
                    <a:pt x="236" y="254"/>
                  </a:cubicBezTo>
                  <a:cubicBezTo>
                    <a:pt x="251" y="274"/>
                    <a:pt x="251" y="274"/>
                    <a:pt x="251" y="274"/>
                  </a:cubicBezTo>
                  <a:cubicBezTo>
                    <a:pt x="224" y="294"/>
                    <a:pt x="192" y="310"/>
                    <a:pt x="139" y="310"/>
                  </a:cubicBezTo>
                  <a:cubicBezTo>
                    <a:pt x="22" y="310"/>
                    <a:pt x="0" y="242"/>
                    <a:pt x="0" y="155"/>
                  </a:cubicBezTo>
                  <a:close/>
                  <a:moveTo>
                    <a:pt x="27" y="135"/>
                  </a:moveTo>
                  <a:cubicBezTo>
                    <a:pt x="229" y="135"/>
                    <a:pt x="229" y="135"/>
                    <a:pt x="229" y="135"/>
                  </a:cubicBezTo>
                  <a:cubicBezTo>
                    <a:pt x="226" y="76"/>
                    <a:pt x="223" y="25"/>
                    <a:pt x="136" y="25"/>
                  </a:cubicBezTo>
                  <a:cubicBezTo>
                    <a:pt x="53" y="25"/>
                    <a:pt x="30" y="70"/>
                    <a:pt x="27" y="135"/>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35" name="Google Shape;135;p31"/>
            <p:cNvSpPr/>
            <p:nvPr/>
          </p:nvSpPr>
          <p:spPr>
            <a:xfrm>
              <a:off x="1855788" y="3394076"/>
              <a:ext cx="312737" cy="873125"/>
            </a:xfrm>
            <a:custGeom>
              <a:avLst/>
              <a:gdLst/>
              <a:ahLst/>
              <a:cxnLst/>
              <a:rect l="l" t="t" r="r" b="b"/>
              <a:pathLst>
                <a:path w="130" h="362" extrusionOk="0">
                  <a:moveTo>
                    <a:pt x="10" y="362"/>
                  </a:moveTo>
                  <a:cubicBezTo>
                    <a:pt x="126" y="362"/>
                    <a:pt x="130" y="310"/>
                    <a:pt x="130" y="237"/>
                  </a:cubicBezTo>
                  <a:cubicBezTo>
                    <a:pt x="130" y="0"/>
                    <a:pt x="130" y="0"/>
                    <a:pt x="130" y="0"/>
                  </a:cubicBezTo>
                  <a:cubicBezTo>
                    <a:pt x="103" y="0"/>
                    <a:pt x="103" y="0"/>
                    <a:pt x="103" y="0"/>
                  </a:cubicBezTo>
                  <a:cubicBezTo>
                    <a:pt x="103" y="237"/>
                    <a:pt x="103" y="237"/>
                    <a:pt x="103" y="237"/>
                  </a:cubicBezTo>
                  <a:cubicBezTo>
                    <a:pt x="103" y="292"/>
                    <a:pt x="105" y="336"/>
                    <a:pt x="10" y="336"/>
                  </a:cubicBezTo>
                  <a:cubicBezTo>
                    <a:pt x="7" y="336"/>
                    <a:pt x="3" y="336"/>
                    <a:pt x="0" y="336"/>
                  </a:cubicBezTo>
                  <a:cubicBezTo>
                    <a:pt x="0" y="361"/>
                    <a:pt x="0" y="361"/>
                    <a:pt x="0" y="361"/>
                  </a:cubicBezTo>
                  <a:cubicBezTo>
                    <a:pt x="3" y="362"/>
                    <a:pt x="7" y="362"/>
                    <a:pt x="10" y="36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36" name="Google Shape;136;p31"/>
            <p:cNvSpPr/>
            <p:nvPr/>
          </p:nvSpPr>
          <p:spPr>
            <a:xfrm>
              <a:off x="5373688" y="4022726"/>
              <a:ext cx="90487" cy="92075"/>
            </a:xfrm>
            <a:custGeom>
              <a:avLst/>
              <a:gdLst/>
              <a:ahLst/>
              <a:cxnLst/>
              <a:rect l="l" t="t" r="r" b="b"/>
              <a:pathLst>
                <a:path w="38" h="38" extrusionOk="0">
                  <a:moveTo>
                    <a:pt x="19" y="38"/>
                  </a:moveTo>
                  <a:cubicBezTo>
                    <a:pt x="9" y="38"/>
                    <a:pt x="0" y="29"/>
                    <a:pt x="0" y="19"/>
                  </a:cubicBezTo>
                  <a:cubicBezTo>
                    <a:pt x="0" y="8"/>
                    <a:pt x="9" y="0"/>
                    <a:pt x="19" y="0"/>
                  </a:cubicBezTo>
                  <a:cubicBezTo>
                    <a:pt x="30" y="0"/>
                    <a:pt x="38" y="8"/>
                    <a:pt x="38" y="19"/>
                  </a:cubicBezTo>
                  <a:cubicBezTo>
                    <a:pt x="38" y="29"/>
                    <a:pt x="30" y="38"/>
                    <a:pt x="19" y="38"/>
                  </a:cubicBezTo>
                  <a:close/>
                  <a:moveTo>
                    <a:pt x="19" y="2"/>
                  </a:moveTo>
                  <a:cubicBezTo>
                    <a:pt x="10" y="2"/>
                    <a:pt x="3" y="10"/>
                    <a:pt x="3" y="19"/>
                  </a:cubicBezTo>
                  <a:cubicBezTo>
                    <a:pt x="3" y="28"/>
                    <a:pt x="10" y="35"/>
                    <a:pt x="19" y="35"/>
                  </a:cubicBezTo>
                  <a:cubicBezTo>
                    <a:pt x="28" y="35"/>
                    <a:pt x="36" y="28"/>
                    <a:pt x="36" y="19"/>
                  </a:cubicBezTo>
                  <a:cubicBezTo>
                    <a:pt x="36" y="10"/>
                    <a:pt x="28" y="2"/>
                    <a:pt x="19"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37" name="Google Shape;137;p31"/>
            <p:cNvSpPr/>
            <p:nvPr/>
          </p:nvSpPr>
          <p:spPr>
            <a:xfrm>
              <a:off x="5402263" y="4041776"/>
              <a:ext cx="41275" cy="53975"/>
            </a:xfrm>
            <a:custGeom>
              <a:avLst/>
              <a:gdLst/>
              <a:ahLst/>
              <a:cxnLst/>
              <a:rect l="l" t="t" r="r" b="b"/>
              <a:pathLst>
                <a:path w="17" h="22" extrusionOk="0">
                  <a:moveTo>
                    <a:pt x="8" y="13"/>
                  </a:moveTo>
                  <a:cubicBezTo>
                    <a:pt x="2" y="13"/>
                    <a:pt x="2" y="13"/>
                    <a:pt x="2" y="13"/>
                  </a:cubicBezTo>
                  <a:cubicBezTo>
                    <a:pt x="2" y="22"/>
                    <a:pt x="2" y="22"/>
                    <a:pt x="2" y="22"/>
                  </a:cubicBezTo>
                  <a:cubicBezTo>
                    <a:pt x="0" y="22"/>
                    <a:pt x="0" y="22"/>
                    <a:pt x="0" y="22"/>
                  </a:cubicBezTo>
                  <a:cubicBezTo>
                    <a:pt x="0" y="0"/>
                    <a:pt x="0" y="0"/>
                    <a:pt x="0" y="0"/>
                  </a:cubicBezTo>
                  <a:cubicBezTo>
                    <a:pt x="9" y="0"/>
                    <a:pt x="9" y="0"/>
                    <a:pt x="9" y="0"/>
                  </a:cubicBezTo>
                  <a:cubicBezTo>
                    <a:pt x="15" y="0"/>
                    <a:pt x="17" y="2"/>
                    <a:pt x="17" y="7"/>
                  </a:cubicBezTo>
                  <a:cubicBezTo>
                    <a:pt x="17" y="10"/>
                    <a:pt x="15" y="12"/>
                    <a:pt x="12" y="13"/>
                  </a:cubicBezTo>
                  <a:cubicBezTo>
                    <a:pt x="16" y="22"/>
                    <a:pt x="16" y="22"/>
                    <a:pt x="16" y="22"/>
                  </a:cubicBezTo>
                  <a:cubicBezTo>
                    <a:pt x="13" y="22"/>
                    <a:pt x="13" y="22"/>
                    <a:pt x="13" y="22"/>
                  </a:cubicBezTo>
                  <a:lnTo>
                    <a:pt x="8" y="13"/>
                  </a:lnTo>
                  <a:close/>
                  <a:moveTo>
                    <a:pt x="9" y="11"/>
                  </a:moveTo>
                  <a:cubicBezTo>
                    <a:pt x="12" y="11"/>
                    <a:pt x="14" y="10"/>
                    <a:pt x="14" y="7"/>
                  </a:cubicBezTo>
                  <a:cubicBezTo>
                    <a:pt x="14" y="4"/>
                    <a:pt x="12" y="3"/>
                    <a:pt x="9" y="3"/>
                  </a:cubicBezTo>
                  <a:cubicBezTo>
                    <a:pt x="2" y="3"/>
                    <a:pt x="2" y="3"/>
                    <a:pt x="2" y="3"/>
                  </a:cubicBezTo>
                  <a:cubicBezTo>
                    <a:pt x="2" y="11"/>
                    <a:pt x="2" y="11"/>
                    <a:pt x="2" y="11"/>
                  </a:cubicBezTo>
                  <a:lnTo>
                    <a:pt x="9" y="11"/>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grpSp>
      <p:cxnSp>
        <p:nvCxnSpPr>
          <p:cNvPr id="138" name="Google Shape;138;p31"/>
          <p:cNvCxnSpPr/>
          <p:nvPr/>
        </p:nvCxnSpPr>
        <p:spPr>
          <a:xfrm>
            <a:off x="6445188" y="1251074"/>
            <a:ext cx="5292855" cy="0"/>
          </a:xfrm>
          <a:prstGeom prst="straightConnector1">
            <a:avLst/>
          </a:prstGeom>
          <a:noFill/>
          <a:ln w="9525" cap="flat" cmpd="sng">
            <a:solidFill>
              <a:schemeClr val="lt2"/>
            </a:solidFill>
            <a:prstDash val="solid"/>
            <a:miter lim="800000"/>
            <a:headEnd type="none" w="sm" len="sm"/>
            <a:tailEnd type="none" w="sm" len="sm"/>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2_Division">
  <p:cSld name="2_Division">
    <p:spTree>
      <p:nvGrpSpPr>
        <p:cNvPr id="1" name="Shape 139"/>
        <p:cNvGrpSpPr/>
        <p:nvPr/>
      </p:nvGrpSpPr>
      <p:grpSpPr>
        <a:xfrm>
          <a:off x="0" y="0"/>
          <a:ext cx="0" cy="0"/>
          <a:chOff x="0" y="0"/>
          <a:chExt cx="0" cy="0"/>
        </a:xfrm>
      </p:grpSpPr>
      <p:pic>
        <p:nvPicPr>
          <p:cNvPr id="140" name="Google Shape;140;p32"/>
          <p:cNvPicPr preferRelativeResize="0"/>
          <p:nvPr/>
        </p:nvPicPr>
        <p:blipFill rotWithShape="1">
          <a:blip r:embed="rId2">
            <a:alphaModFix/>
          </a:blip>
          <a:srcRect/>
          <a:stretch/>
        </p:blipFill>
        <p:spPr>
          <a:xfrm>
            <a:off x="0" y="1"/>
            <a:ext cx="6858000" cy="6858000"/>
          </a:xfrm>
          <a:prstGeom prst="rect">
            <a:avLst/>
          </a:prstGeom>
          <a:noFill/>
          <a:ln>
            <a:noFill/>
          </a:ln>
        </p:spPr>
      </p:pic>
      <p:sp>
        <p:nvSpPr>
          <p:cNvPr id="141" name="Google Shape;141;p32"/>
          <p:cNvSpPr/>
          <p:nvPr/>
        </p:nvSpPr>
        <p:spPr>
          <a:xfrm>
            <a:off x="5850384" y="1"/>
            <a:ext cx="6341615" cy="6858000"/>
          </a:xfrm>
          <a:prstGeom prst="rect">
            <a:avLst/>
          </a:prstGeom>
          <a:gradFill>
            <a:gsLst>
              <a:gs pos="0">
                <a:srgbClr val="73992F"/>
              </a:gs>
              <a:gs pos="54000">
                <a:srgbClr val="73992F"/>
              </a:gs>
              <a:gs pos="100000">
                <a:schemeClr val="accent1"/>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Lato"/>
              <a:ea typeface="Lato"/>
              <a:cs typeface="Lato"/>
              <a:sym typeface="Lato"/>
            </a:endParaRPr>
          </a:p>
        </p:txBody>
      </p:sp>
      <p:sp>
        <p:nvSpPr>
          <p:cNvPr id="142" name="Google Shape;142;p32"/>
          <p:cNvSpPr txBox="1">
            <a:spLocks noGrp="1"/>
          </p:cNvSpPr>
          <p:nvPr>
            <p:ph type="ftr" idx="11"/>
          </p:nvPr>
        </p:nvSpPr>
        <p:spPr>
          <a:xfrm>
            <a:off x="5197840" y="6638792"/>
            <a:ext cx="1817489" cy="143629"/>
          </a:xfrm>
          <a:prstGeom prst="rect">
            <a:avLst/>
          </a:prstGeom>
          <a:noFill/>
          <a:ln>
            <a:noFill/>
          </a:ln>
        </p:spPr>
        <p:txBody>
          <a:bodyPr spcFirstLastPara="1" wrap="square" lIns="0" tIns="0" rIns="0" bIns="0" anchor="ctr" anchorCtr="0">
            <a:sp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3" name="Google Shape;143;p32"/>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lvl1pPr marL="0" lvl="0" indent="0" algn="r">
              <a:spcBef>
                <a:spcPts val="0"/>
              </a:spcBef>
              <a:buNone/>
              <a:defRPr sz="933">
                <a:solidFill>
                  <a:schemeClr val="lt2"/>
                </a:solidFill>
                <a:latin typeface="Lato"/>
                <a:ea typeface="Lato"/>
                <a:cs typeface="Lato"/>
                <a:sym typeface="Lato"/>
              </a:defRPr>
            </a:lvl1pPr>
            <a:lvl2pPr marL="0" lvl="1" indent="0" algn="r">
              <a:spcBef>
                <a:spcPts val="0"/>
              </a:spcBef>
              <a:buNone/>
              <a:defRPr sz="933">
                <a:solidFill>
                  <a:schemeClr val="lt2"/>
                </a:solidFill>
                <a:latin typeface="Lato"/>
                <a:ea typeface="Lato"/>
                <a:cs typeface="Lato"/>
                <a:sym typeface="Lato"/>
              </a:defRPr>
            </a:lvl2pPr>
            <a:lvl3pPr marL="0" lvl="2" indent="0" algn="r">
              <a:spcBef>
                <a:spcPts val="0"/>
              </a:spcBef>
              <a:buNone/>
              <a:defRPr sz="933">
                <a:solidFill>
                  <a:schemeClr val="lt2"/>
                </a:solidFill>
                <a:latin typeface="Lato"/>
                <a:ea typeface="Lato"/>
                <a:cs typeface="Lato"/>
                <a:sym typeface="Lato"/>
              </a:defRPr>
            </a:lvl3pPr>
            <a:lvl4pPr marL="0" lvl="3" indent="0" algn="r">
              <a:spcBef>
                <a:spcPts val="0"/>
              </a:spcBef>
              <a:buNone/>
              <a:defRPr sz="933">
                <a:solidFill>
                  <a:schemeClr val="lt2"/>
                </a:solidFill>
                <a:latin typeface="Lato"/>
                <a:ea typeface="Lato"/>
                <a:cs typeface="Lato"/>
                <a:sym typeface="Lato"/>
              </a:defRPr>
            </a:lvl4pPr>
            <a:lvl5pPr marL="0" lvl="4" indent="0" algn="r">
              <a:spcBef>
                <a:spcPts val="0"/>
              </a:spcBef>
              <a:buNone/>
              <a:defRPr sz="933">
                <a:solidFill>
                  <a:schemeClr val="lt2"/>
                </a:solidFill>
                <a:latin typeface="Lato"/>
                <a:ea typeface="Lato"/>
                <a:cs typeface="Lato"/>
                <a:sym typeface="Lato"/>
              </a:defRPr>
            </a:lvl5pPr>
            <a:lvl6pPr marL="0" lvl="5" indent="0" algn="r">
              <a:spcBef>
                <a:spcPts val="0"/>
              </a:spcBef>
              <a:buNone/>
              <a:defRPr sz="933">
                <a:solidFill>
                  <a:schemeClr val="lt2"/>
                </a:solidFill>
                <a:latin typeface="Lato"/>
                <a:ea typeface="Lato"/>
                <a:cs typeface="Lato"/>
                <a:sym typeface="Lato"/>
              </a:defRPr>
            </a:lvl6pPr>
            <a:lvl7pPr marL="0" lvl="6" indent="0" algn="r">
              <a:spcBef>
                <a:spcPts val="0"/>
              </a:spcBef>
              <a:buNone/>
              <a:defRPr sz="933">
                <a:solidFill>
                  <a:schemeClr val="lt2"/>
                </a:solidFill>
                <a:latin typeface="Lato"/>
                <a:ea typeface="Lato"/>
                <a:cs typeface="Lato"/>
                <a:sym typeface="Lato"/>
              </a:defRPr>
            </a:lvl7pPr>
            <a:lvl8pPr marL="0" lvl="7" indent="0" algn="r">
              <a:spcBef>
                <a:spcPts val="0"/>
              </a:spcBef>
              <a:buNone/>
              <a:defRPr sz="933">
                <a:solidFill>
                  <a:schemeClr val="lt2"/>
                </a:solidFill>
                <a:latin typeface="Lato"/>
                <a:ea typeface="Lato"/>
                <a:cs typeface="Lato"/>
                <a:sym typeface="Lato"/>
              </a:defRPr>
            </a:lvl8pPr>
            <a:lvl9pPr marL="0" lvl="8" indent="0" algn="r">
              <a:spcBef>
                <a:spcPts val="0"/>
              </a:spcBef>
              <a:buNone/>
              <a:defRPr sz="933">
                <a:solidFill>
                  <a:schemeClr val="lt2"/>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cxnSp>
        <p:nvCxnSpPr>
          <p:cNvPr id="144" name="Google Shape;144;p32"/>
          <p:cNvCxnSpPr/>
          <p:nvPr/>
        </p:nvCxnSpPr>
        <p:spPr>
          <a:xfrm>
            <a:off x="11294960" y="6596757"/>
            <a:ext cx="0" cy="185665"/>
          </a:xfrm>
          <a:prstGeom prst="straightConnector1">
            <a:avLst/>
          </a:prstGeom>
          <a:noFill/>
          <a:ln w="9525" cap="flat" cmpd="sng">
            <a:solidFill>
              <a:schemeClr val="lt2"/>
            </a:solidFill>
            <a:prstDash val="solid"/>
            <a:miter lim="800000"/>
            <a:headEnd type="none" w="sm" len="sm"/>
            <a:tailEnd type="none" w="sm" len="sm"/>
          </a:ln>
        </p:spPr>
      </p:cxnSp>
      <p:sp>
        <p:nvSpPr>
          <p:cNvPr id="145" name="Google Shape;145;p32"/>
          <p:cNvSpPr txBox="1">
            <a:spLocks noGrp="1"/>
          </p:cNvSpPr>
          <p:nvPr>
            <p:ph type="body" idx="1"/>
          </p:nvPr>
        </p:nvSpPr>
        <p:spPr>
          <a:xfrm>
            <a:off x="6490032" y="2485748"/>
            <a:ext cx="5132335" cy="1074199"/>
          </a:xfrm>
          <a:prstGeom prst="rect">
            <a:avLst/>
          </a:prstGeom>
          <a:noFill/>
          <a:ln>
            <a:noFill/>
          </a:ln>
        </p:spPr>
        <p:txBody>
          <a:bodyPr spcFirstLastPara="1" wrap="square" lIns="0" tIns="0" rIns="0" bIns="0" anchor="ctr" anchorCtr="0">
            <a:noAutofit/>
          </a:bodyPr>
          <a:lstStyle>
            <a:lvl1pPr marL="457200" lvl="0" indent="-228600" algn="l">
              <a:lnSpc>
                <a:spcPct val="110000"/>
              </a:lnSpc>
              <a:spcBef>
                <a:spcPts val="1600"/>
              </a:spcBef>
              <a:spcAft>
                <a:spcPts val="0"/>
              </a:spcAft>
              <a:buClr>
                <a:schemeClr val="lt1"/>
              </a:buClr>
              <a:buSzPts val="3200"/>
              <a:buFont typeface="Arial"/>
              <a:buNone/>
              <a:defRPr sz="3200">
                <a:solidFill>
                  <a:schemeClr val="lt1"/>
                </a:solidFill>
              </a:defRPr>
            </a:lvl1pPr>
            <a:lvl2pPr marL="914400" lvl="1" indent="-330200" algn="l">
              <a:lnSpc>
                <a:spcPct val="95000"/>
              </a:lnSpc>
              <a:spcBef>
                <a:spcPts val="500"/>
              </a:spcBef>
              <a:spcAft>
                <a:spcPts val="0"/>
              </a:spcAft>
              <a:buClr>
                <a:schemeClr val="lt1"/>
              </a:buClr>
              <a:buSzPts val="1600"/>
              <a:buChar char="•"/>
              <a:defRPr sz="1600">
                <a:solidFill>
                  <a:schemeClr val="lt1"/>
                </a:solidFill>
              </a:defRPr>
            </a:lvl2pPr>
            <a:lvl3pPr marL="1371600" lvl="2" indent="-317500" algn="l">
              <a:lnSpc>
                <a:spcPct val="95000"/>
              </a:lnSpc>
              <a:spcBef>
                <a:spcPts val="500"/>
              </a:spcBef>
              <a:spcAft>
                <a:spcPts val="0"/>
              </a:spcAft>
              <a:buClr>
                <a:schemeClr val="lt1"/>
              </a:buClr>
              <a:buSzPts val="1400"/>
              <a:buChar char="•"/>
              <a:defRPr sz="1400">
                <a:solidFill>
                  <a:schemeClr val="lt1"/>
                </a:solidFill>
              </a:defRPr>
            </a:lvl3pPr>
            <a:lvl4pPr marL="1828800" lvl="3" indent="-317500" algn="l">
              <a:lnSpc>
                <a:spcPct val="95000"/>
              </a:lnSpc>
              <a:spcBef>
                <a:spcPts val="500"/>
              </a:spcBef>
              <a:spcAft>
                <a:spcPts val="0"/>
              </a:spcAft>
              <a:buClr>
                <a:schemeClr val="lt1"/>
              </a:buClr>
              <a:buSzPts val="1400"/>
              <a:buChar char="•"/>
              <a:defRPr sz="1400">
                <a:solidFill>
                  <a:schemeClr val="lt1"/>
                </a:solidFill>
              </a:defRPr>
            </a:lvl4pPr>
            <a:lvl5pPr marL="2286000" lvl="4" indent="-317500" algn="l">
              <a:lnSpc>
                <a:spcPct val="95000"/>
              </a:lnSpc>
              <a:spcBef>
                <a:spcPts val="500"/>
              </a:spcBef>
              <a:spcAft>
                <a:spcPts val="0"/>
              </a:spcAft>
              <a:buClr>
                <a:schemeClr val="lt1"/>
              </a:buClr>
              <a:buSzPts val="1400"/>
              <a:buChar char="•"/>
              <a:defRPr sz="1400">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grpSp>
        <p:nvGrpSpPr>
          <p:cNvPr id="146" name="Google Shape;146;p32"/>
          <p:cNvGrpSpPr/>
          <p:nvPr/>
        </p:nvGrpSpPr>
        <p:grpSpPr>
          <a:xfrm>
            <a:off x="10324956" y="6592898"/>
            <a:ext cx="698591" cy="191911"/>
            <a:chOff x="1855788" y="3378201"/>
            <a:chExt cx="3709987" cy="1019175"/>
          </a:xfrm>
        </p:grpSpPr>
        <p:sp>
          <p:nvSpPr>
            <p:cNvPr id="147" name="Google Shape;147;p32"/>
            <p:cNvSpPr/>
            <p:nvPr/>
          </p:nvSpPr>
          <p:spPr>
            <a:xfrm>
              <a:off x="3676650" y="4197351"/>
              <a:ext cx="160337" cy="196850"/>
            </a:xfrm>
            <a:custGeom>
              <a:avLst/>
              <a:gdLst/>
              <a:ahLst/>
              <a:cxnLst/>
              <a:rect l="l" t="t" r="r" b="b"/>
              <a:pathLst>
                <a:path w="101" h="124" extrusionOk="0">
                  <a:moveTo>
                    <a:pt x="0" y="0"/>
                  </a:moveTo>
                  <a:lnTo>
                    <a:pt x="13" y="0"/>
                  </a:lnTo>
                  <a:lnTo>
                    <a:pt x="87" y="101"/>
                  </a:lnTo>
                  <a:lnTo>
                    <a:pt x="87" y="0"/>
                  </a:lnTo>
                  <a:lnTo>
                    <a:pt x="101" y="0"/>
                  </a:lnTo>
                  <a:lnTo>
                    <a:pt x="101" y="124"/>
                  </a:lnTo>
                  <a:lnTo>
                    <a:pt x="89" y="124"/>
                  </a:lnTo>
                  <a:lnTo>
                    <a:pt x="12" y="18"/>
                  </a:lnTo>
                  <a:lnTo>
                    <a:pt x="12" y="124"/>
                  </a:lnTo>
                  <a:lnTo>
                    <a:pt x="0" y="124"/>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48" name="Google Shape;148;p32"/>
            <p:cNvSpPr/>
            <p:nvPr/>
          </p:nvSpPr>
          <p:spPr>
            <a:xfrm>
              <a:off x="3886200" y="4197351"/>
              <a:ext cx="130175" cy="196850"/>
            </a:xfrm>
            <a:custGeom>
              <a:avLst/>
              <a:gdLst/>
              <a:ahLst/>
              <a:cxnLst/>
              <a:rect l="l" t="t" r="r" b="b"/>
              <a:pathLst>
                <a:path w="82" h="124" extrusionOk="0">
                  <a:moveTo>
                    <a:pt x="0" y="0"/>
                  </a:moveTo>
                  <a:lnTo>
                    <a:pt x="82" y="0"/>
                  </a:lnTo>
                  <a:lnTo>
                    <a:pt x="82" y="12"/>
                  </a:lnTo>
                  <a:lnTo>
                    <a:pt x="13" y="12"/>
                  </a:lnTo>
                  <a:lnTo>
                    <a:pt x="13" y="53"/>
                  </a:lnTo>
                  <a:lnTo>
                    <a:pt x="80" y="53"/>
                  </a:lnTo>
                  <a:lnTo>
                    <a:pt x="80" y="65"/>
                  </a:lnTo>
                  <a:lnTo>
                    <a:pt x="13" y="65"/>
                  </a:lnTo>
                  <a:lnTo>
                    <a:pt x="13" y="112"/>
                  </a:lnTo>
                  <a:lnTo>
                    <a:pt x="82" y="112"/>
                  </a:lnTo>
                  <a:lnTo>
                    <a:pt x="82" y="124"/>
                  </a:lnTo>
                  <a:lnTo>
                    <a:pt x="0" y="124"/>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49" name="Google Shape;149;p32"/>
            <p:cNvSpPr/>
            <p:nvPr/>
          </p:nvSpPr>
          <p:spPr>
            <a:xfrm>
              <a:off x="4048125" y="4197351"/>
              <a:ext cx="166687" cy="196850"/>
            </a:xfrm>
            <a:custGeom>
              <a:avLst/>
              <a:gdLst/>
              <a:ahLst/>
              <a:cxnLst/>
              <a:rect l="l" t="t" r="r" b="b"/>
              <a:pathLst>
                <a:path w="105" h="124" extrusionOk="0">
                  <a:moveTo>
                    <a:pt x="46" y="12"/>
                  </a:moveTo>
                  <a:lnTo>
                    <a:pt x="0" y="12"/>
                  </a:lnTo>
                  <a:lnTo>
                    <a:pt x="0" y="0"/>
                  </a:lnTo>
                  <a:lnTo>
                    <a:pt x="105" y="0"/>
                  </a:lnTo>
                  <a:lnTo>
                    <a:pt x="105" y="12"/>
                  </a:lnTo>
                  <a:lnTo>
                    <a:pt x="59" y="12"/>
                  </a:lnTo>
                  <a:lnTo>
                    <a:pt x="59" y="124"/>
                  </a:lnTo>
                  <a:lnTo>
                    <a:pt x="46" y="124"/>
                  </a:lnTo>
                  <a:lnTo>
                    <a:pt x="46" y="12"/>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50" name="Google Shape;150;p32"/>
            <p:cNvSpPr/>
            <p:nvPr/>
          </p:nvSpPr>
          <p:spPr>
            <a:xfrm>
              <a:off x="4241800" y="4197351"/>
              <a:ext cx="268287" cy="196850"/>
            </a:xfrm>
            <a:custGeom>
              <a:avLst/>
              <a:gdLst/>
              <a:ahLst/>
              <a:cxnLst/>
              <a:rect l="l" t="t" r="r" b="b"/>
              <a:pathLst>
                <a:path w="169" h="124" extrusionOk="0">
                  <a:moveTo>
                    <a:pt x="0" y="0"/>
                  </a:moveTo>
                  <a:lnTo>
                    <a:pt x="14" y="0"/>
                  </a:lnTo>
                  <a:lnTo>
                    <a:pt x="45" y="101"/>
                  </a:lnTo>
                  <a:lnTo>
                    <a:pt x="78" y="0"/>
                  </a:lnTo>
                  <a:lnTo>
                    <a:pt x="91" y="0"/>
                  </a:lnTo>
                  <a:lnTo>
                    <a:pt x="124" y="101"/>
                  </a:lnTo>
                  <a:lnTo>
                    <a:pt x="155" y="0"/>
                  </a:lnTo>
                  <a:lnTo>
                    <a:pt x="169" y="0"/>
                  </a:lnTo>
                  <a:lnTo>
                    <a:pt x="128" y="124"/>
                  </a:lnTo>
                  <a:lnTo>
                    <a:pt x="118" y="124"/>
                  </a:lnTo>
                  <a:lnTo>
                    <a:pt x="85" y="21"/>
                  </a:lnTo>
                  <a:lnTo>
                    <a:pt x="51" y="124"/>
                  </a:lnTo>
                  <a:lnTo>
                    <a:pt x="39" y="124"/>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51" name="Google Shape;151;p32"/>
            <p:cNvSpPr/>
            <p:nvPr/>
          </p:nvSpPr>
          <p:spPr>
            <a:xfrm>
              <a:off x="4527550" y="4192588"/>
              <a:ext cx="198437" cy="204788"/>
            </a:xfrm>
            <a:custGeom>
              <a:avLst/>
              <a:gdLst/>
              <a:ahLst/>
              <a:cxnLst/>
              <a:rect l="l" t="t" r="r" b="b"/>
              <a:pathLst>
                <a:path w="83" h="85" extrusionOk="0">
                  <a:moveTo>
                    <a:pt x="0" y="43"/>
                  </a:moveTo>
                  <a:cubicBezTo>
                    <a:pt x="0" y="13"/>
                    <a:pt x="15" y="0"/>
                    <a:pt x="42" y="0"/>
                  </a:cubicBezTo>
                  <a:cubicBezTo>
                    <a:pt x="68" y="0"/>
                    <a:pt x="83" y="13"/>
                    <a:pt x="83" y="43"/>
                  </a:cubicBezTo>
                  <a:cubicBezTo>
                    <a:pt x="83" y="72"/>
                    <a:pt x="68" y="85"/>
                    <a:pt x="42" y="85"/>
                  </a:cubicBezTo>
                  <a:cubicBezTo>
                    <a:pt x="15" y="85"/>
                    <a:pt x="0" y="72"/>
                    <a:pt x="0" y="43"/>
                  </a:cubicBezTo>
                  <a:close/>
                  <a:moveTo>
                    <a:pt x="74" y="43"/>
                  </a:moveTo>
                  <a:cubicBezTo>
                    <a:pt x="74" y="21"/>
                    <a:pt x="64" y="9"/>
                    <a:pt x="42" y="9"/>
                  </a:cubicBezTo>
                  <a:cubicBezTo>
                    <a:pt x="19" y="9"/>
                    <a:pt x="9" y="21"/>
                    <a:pt x="9" y="43"/>
                  </a:cubicBezTo>
                  <a:cubicBezTo>
                    <a:pt x="9" y="65"/>
                    <a:pt x="19" y="77"/>
                    <a:pt x="42" y="77"/>
                  </a:cubicBezTo>
                  <a:cubicBezTo>
                    <a:pt x="64" y="77"/>
                    <a:pt x="74" y="65"/>
                    <a:pt x="74" y="43"/>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52" name="Google Shape;152;p32"/>
            <p:cNvSpPr/>
            <p:nvPr/>
          </p:nvSpPr>
          <p:spPr>
            <a:xfrm>
              <a:off x="4768850" y="4197351"/>
              <a:ext cx="150812" cy="196850"/>
            </a:xfrm>
            <a:custGeom>
              <a:avLst/>
              <a:gdLst/>
              <a:ahLst/>
              <a:cxnLst/>
              <a:rect l="l" t="t" r="r" b="b"/>
              <a:pathLst>
                <a:path w="63" h="82" extrusionOk="0">
                  <a:moveTo>
                    <a:pt x="33" y="48"/>
                  </a:moveTo>
                  <a:cubicBezTo>
                    <a:pt x="8" y="48"/>
                    <a:pt x="8" y="48"/>
                    <a:pt x="8" y="48"/>
                  </a:cubicBezTo>
                  <a:cubicBezTo>
                    <a:pt x="8" y="82"/>
                    <a:pt x="8" y="82"/>
                    <a:pt x="8" y="82"/>
                  </a:cubicBezTo>
                  <a:cubicBezTo>
                    <a:pt x="0" y="82"/>
                    <a:pt x="0" y="82"/>
                    <a:pt x="0" y="82"/>
                  </a:cubicBezTo>
                  <a:cubicBezTo>
                    <a:pt x="0" y="0"/>
                    <a:pt x="0" y="0"/>
                    <a:pt x="0" y="0"/>
                  </a:cubicBezTo>
                  <a:cubicBezTo>
                    <a:pt x="35" y="0"/>
                    <a:pt x="35" y="0"/>
                    <a:pt x="35" y="0"/>
                  </a:cubicBezTo>
                  <a:cubicBezTo>
                    <a:pt x="54" y="0"/>
                    <a:pt x="63" y="7"/>
                    <a:pt x="63" y="24"/>
                  </a:cubicBezTo>
                  <a:cubicBezTo>
                    <a:pt x="63" y="38"/>
                    <a:pt x="56" y="46"/>
                    <a:pt x="42" y="48"/>
                  </a:cubicBezTo>
                  <a:cubicBezTo>
                    <a:pt x="61" y="82"/>
                    <a:pt x="61" y="82"/>
                    <a:pt x="61" y="82"/>
                  </a:cubicBezTo>
                  <a:cubicBezTo>
                    <a:pt x="52" y="82"/>
                    <a:pt x="52" y="82"/>
                    <a:pt x="52" y="82"/>
                  </a:cubicBezTo>
                  <a:lnTo>
                    <a:pt x="33" y="48"/>
                  </a:lnTo>
                  <a:close/>
                  <a:moveTo>
                    <a:pt x="35" y="40"/>
                  </a:moveTo>
                  <a:cubicBezTo>
                    <a:pt x="47" y="40"/>
                    <a:pt x="54" y="37"/>
                    <a:pt x="54" y="24"/>
                  </a:cubicBezTo>
                  <a:cubicBezTo>
                    <a:pt x="54" y="11"/>
                    <a:pt x="47" y="8"/>
                    <a:pt x="35" y="8"/>
                  </a:cubicBezTo>
                  <a:cubicBezTo>
                    <a:pt x="8" y="8"/>
                    <a:pt x="8" y="8"/>
                    <a:pt x="8" y="8"/>
                  </a:cubicBezTo>
                  <a:cubicBezTo>
                    <a:pt x="8" y="40"/>
                    <a:pt x="8" y="40"/>
                    <a:pt x="8" y="40"/>
                  </a:cubicBezTo>
                  <a:lnTo>
                    <a:pt x="35" y="4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53" name="Google Shape;153;p32"/>
            <p:cNvSpPr/>
            <p:nvPr/>
          </p:nvSpPr>
          <p:spPr>
            <a:xfrm>
              <a:off x="4962525" y="4197351"/>
              <a:ext cx="153987" cy="196850"/>
            </a:xfrm>
            <a:custGeom>
              <a:avLst/>
              <a:gdLst/>
              <a:ahLst/>
              <a:cxnLst/>
              <a:rect l="l" t="t" r="r" b="b"/>
              <a:pathLst>
                <a:path w="97" h="124" extrusionOk="0">
                  <a:moveTo>
                    <a:pt x="38" y="57"/>
                  </a:moveTo>
                  <a:lnTo>
                    <a:pt x="14" y="85"/>
                  </a:lnTo>
                  <a:lnTo>
                    <a:pt x="14" y="124"/>
                  </a:lnTo>
                  <a:lnTo>
                    <a:pt x="0" y="124"/>
                  </a:lnTo>
                  <a:lnTo>
                    <a:pt x="0" y="0"/>
                  </a:lnTo>
                  <a:lnTo>
                    <a:pt x="14" y="0"/>
                  </a:lnTo>
                  <a:lnTo>
                    <a:pt x="14" y="68"/>
                  </a:lnTo>
                  <a:lnTo>
                    <a:pt x="76" y="0"/>
                  </a:lnTo>
                  <a:lnTo>
                    <a:pt x="91" y="0"/>
                  </a:lnTo>
                  <a:lnTo>
                    <a:pt x="47" y="48"/>
                  </a:lnTo>
                  <a:lnTo>
                    <a:pt x="97" y="124"/>
                  </a:lnTo>
                  <a:lnTo>
                    <a:pt x="82" y="124"/>
                  </a:lnTo>
                  <a:lnTo>
                    <a:pt x="38" y="5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54" name="Google Shape;154;p32"/>
            <p:cNvSpPr/>
            <p:nvPr/>
          </p:nvSpPr>
          <p:spPr>
            <a:xfrm>
              <a:off x="5133975" y="4192588"/>
              <a:ext cx="160337" cy="204788"/>
            </a:xfrm>
            <a:custGeom>
              <a:avLst/>
              <a:gdLst/>
              <a:ahLst/>
              <a:cxnLst/>
              <a:rect l="l" t="t" r="r" b="b"/>
              <a:pathLst>
                <a:path w="67" h="85" extrusionOk="0">
                  <a:moveTo>
                    <a:pt x="0" y="75"/>
                  </a:moveTo>
                  <a:cubicBezTo>
                    <a:pt x="5" y="69"/>
                    <a:pt x="5" y="69"/>
                    <a:pt x="5" y="69"/>
                  </a:cubicBezTo>
                  <a:cubicBezTo>
                    <a:pt x="15" y="75"/>
                    <a:pt x="24" y="77"/>
                    <a:pt x="34" y="77"/>
                  </a:cubicBezTo>
                  <a:cubicBezTo>
                    <a:pt x="51" y="77"/>
                    <a:pt x="59" y="72"/>
                    <a:pt x="59" y="61"/>
                  </a:cubicBezTo>
                  <a:cubicBezTo>
                    <a:pt x="59" y="49"/>
                    <a:pt x="49" y="48"/>
                    <a:pt x="34" y="45"/>
                  </a:cubicBezTo>
                  <a:cubicBezTo>
                    <a:pt x="16" y="42"/>
                    <a:pt x="5" y="39"/>
                    <a:pt x="5" y="22"/>
                  </a:cubicBezTo>
                  <a:cubicBezTo>
                    <a:pt x="5" y="7"/>
                    <a:pt x="15" y="0"/>
                    <a:pt x="34" y="0"/>
                  </a:cubicBezTo>
                  <a:cubicBezTo>
                    <a:pt x="47" y="0"/>
                    <a:pt x="56" y="3"/>
                    <a:pt x="63" y="8"/>
                  </a:cubicBezTo>
                  <a:cubicBezTo>
                    <a:pt x="58" y="15"/>
                    <a:pt x="58" y="15"/>
                    <a:pt x="58" y="15"/>
                  </a:cubicBezTo>
                  <a:cubicBezTo>
                    <a:pt x="52" y="11"/>
                    <a:pt x="43" y="8"/>
                    <a:pt x="34" y="8"/>
                  </a:cubicBezTo>
                  <a:cubicBezTo>
                    <a:pt x="19" y="8"/>
                    <a:pt x="13" y="12"/>
                    <a:pt x="13" y="22"/>
                  </a:cubicBezTo>
                  <a:cubicBezTo>
                    <a:pt x="13" y="33"/>
                    <a:pt x="22" y="35"/>
                    <a:pt x="36" y="37"/>
                  </a:cubicBezTo>
                  <a:cubicBezTo>
                    <a:pt x="54" y="40"/>
                    <a:pt x="67" y="43"/>
                    <a:pt x="67" y="61"/>
                  </a:cubicBezTo>
                  <a:cubicBezTo>
                    <a:pt x="67" y="77"/>
                    <a:pt x="57" y="85"/>
                    <a:pt x="34" y="85"/>
                  </a:cubicBezTo>
                  <a:cubicBezTo>
                    <a:pt x="22" y="85"/>
                    <a:pt x="11" y="82"/>
                    <a:pt x="0" y="75"/>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55" name="Google Shape;155;p32"/>
            <p:cNvSpPr/>
            <p:nvPr/>
          </p:nvSpPr>
          <p:spPr>
            <a:xfrm>
              <a:off x="5213350" y="3379788"/>
              <a:ext cx="352425" cy="730250"/>
            </a:xfrm>
            <a:custGeom>
              <a:avLst/>
              <a:gdLst/>
              <a:ahLst/>
              <a:cxnLst/>
              <a:rect l="l" t="t" r="r" b="b"/>
              <a:pathLst>
                <a:path w="147" h="303" extrusionOk="0">
                  <a:moveTo>
                    <a:pt x="120" y="0"/>
                  </a:moveTo>
                  <a:cubicBezTo>
                    <a:pt x="5" y="0"/>
                    <a:pt x="0" y="52"/>
                    <a:pt x="0" y="125"/>
                  </a:cubicBezTo>
                  <a:cubicBezTo>
                    <a:pt x="0" y="303"/>
                    <a:pt x="0" y="303"/>
                    <a:pt x="0" y="303"/>
                  </a:cubicBezTo>
                  <a:cubicBezTo>
                    <a:pt x="27" y="303"/>
                    <a:pt x="27" y="303"/>
                    <a:pt x="27" y="303"/>
                  </a:cubicBezTo>
                  <a:cubicBezTo>
                    <a:pt x="27" y="125"/>
                    <a:pt x="27" y="125"/>
                    <a:pt x="27" y="125"/>
                  </a:cubicBezTo>
                  <a:cubicBezTo>
                    <a:pt x="27" y="70"/>
                    <a:pt x="25" y="26"/>
                    <a:pt x="120" y="26"/>
                  </a:cubicBezTo>
                  <a:cubicBezTo>
                    <a:pt x="130" y="26"/>
                    <a:pt x="139" y="26"/>
                    <a:pt x="147" y="27"/>
                  </a:cubicBezTo>
                  <a:cubicBezTo>
                    <a:pt x="147" y="1"/>
                    <a:pt x="147" y="1"/>
                    <a:pt x="147" y="1"/>
                  </a:cubicBezTo>
                  <a:cubicBezTo>
                    <a:pt x="139" y="1"/>
                    <a:pt x="130" y="0"/>
                    <a:pt x="120" y="0"/>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56" name="Google Shape;156;p32"/>
            <p:cNvSpPr/>
            <p:nvPr/>
          </p:nvSpPr>
          <p:spPr>
            <a:xfrm>
              <a:off x="2281238" y="3394076"/>
              <a:ext cx="582612" cy="730250"/>
            </a:xfrm>
            <a:custGeom>
              <a:avLst/>
              <a:gdLst/>
              <a:ahLst/>
              <a:cxnLst/>
              <a:rect l="l" t="t" r="r" b="b"/>
              <a:pathLst>
                <a:path w="243" h="303" extrusionOk="0">
                  <a:moveTo>
                    <a:pt x="0" y="181"/>
                  </a:moveTo>
                  <a:cubicBezTo>
                    <a:pt x="0" y="0"/>
                    <a:pt x="0" y="0"/>
                    <a:pt x="0" y="0"/>
                  </a:cubicBezTo>
                  <a:cubicBezTo>
                    <a:pt x="28" y="0"/>
                    <a:pt x="28" y="0"/>
                    <a:pt x="28" y="0"/>
                  </a:cubicBezTo>
                  <a:cubicBezTo>
                    <a:pt x="28" y="182"/>
                    <a:pt x="28" y="182"/>
                    <a:pt x="28" y="182"/>
                  </a:cubicBezTo>
                  <a:cubicBezTo>
                    <a:pt x="28" y="234"/>
                    <a:pt x="27" y="278"/>
                    <a:pt x="123" y="278"/>
                  </a:cubicBezTo>
                  <a:cubicBezTo>
                    <a:pt x="218" y="278"/>
                    <a:pt x="216" y="234"/>
                    <a:pt x="216" y="179"/>
                  </a:cubicBezTo>
                  <a:cubicBezTo>
                    <a:pt x="216" y="0"/>
                    <a:pt x="216" y="0"/>
                    <a:pt x="216" y="0"/>
                  </a:cubicBezTo>
                  <a:cubicBezTo>
                    <a:pt x="243" y="0"/>
                    <a:pt x="243" y="0"/>
                    <a:pt x="243" y="0"/>
                  </a:cubicBezTo>
                  <a:cubicBezTo>
                    <a:pt x="243" y="179"/>
                    <a:pt x="243" y="179"/>
                    <a:pt x="243" y="179"/>
                  </a:cubicBezTo>
                  <a:cubicBezTo>
                    <a:pt x="243" y="252"/>
                    <a:pt x="238" y="303"/>
                    <a:pt x="123" y="303"/>
                  </a:cubicBezTo>
                  <a:cubicBezTo>
                    <a:pt x="7" y="303"/>
                    <a:pt x="0" y="252"/>
                    <a:pt x="0" y="181"/>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57" name="Google Shape;157;p32"/>
            <p:cNvSpPr/>
            <p:nvPr/>
          </p:nvSpPr>
          <p:spPr>
            <a:xfrm>
              <a:off x="2973388" y="3379788"/>
              <a:ext cx="581025" cy="730250"/>
            </a:xfrm>
            <a:custGeom>
              <a:avLst/>
              <a:gdLst/>
              <a:ahLst/>
              <a:cxnLst/>
              <a:rect l="l" t="t" r="r" b="b"/>
              <a:pathLst>
                <a:path w="242" h="303" extrusionOk="0">
                  <a:moveTo>
                    <a:pt x="242" y="122"/>
                  </a:moveTo>
                  <a:cubicBezTo>
                    <a:pt x="242" y="303"/>
                    <a:pt x="242" y="303"/>
                    <a:pt x="242" y="303"/>
                  </a:cubicBezTo>
                  <a:cubicBezTo>
                    <a:pt x="215" y="303"/>
                    <a:pt x="215" y="303"/>
                    <a:pt x="215" y="303"/>
                  </a:cubicBezTo>
                  <a:cubicBezTo>
                    <a:pt x="215" y="122"/>
                    <a:pt x="215" y="122"/>
                    <a:pt x="215" y="122"/>
                  </a:cubicBezTo>
                  <a:cubicBezTo>
                    <a:pt x="215" y="70"/>
                    <a:pt x="215" y="26"/>
                    <a:pt x="120" y="26"/>
                  </a:cubicBezTo>
                  <a:cubicBezTo>
                    <a:pt x="25" y="26"/>
                    <a:pt x="27" y="70"/>
                    <a:pt x="27" y="125"/>
                  </a:cubicBezTo>
                  <a:cubicBezTo>
                    <a:pt x="27" y="303"/>
                    <a:pt x="27" y="303"/>
                    <a:pt x="27" y="303"/>
                  </a:cubicBezTo>
                  <a:cubicBezTo>
                    <a:pt x="0" y="303"/>
                    <a:pt x="0" y="303"/>
                    <a:pt x="0" y="303"/>
                  </a:cubicBezTo>
                  <a:cubicBezTo>
                    <a:pt x="0" y="125"/>
                    <a:pt x="0" y="125"/>
                    <a:pt x="0" y="125"/>
                  </a:cubicBezTo>
                  <a:cubicBezTo>
                    <a:pt x="0" y="52"/>
                    <a:pt x="5" y="0"/>
                    <a:pt x="120" y="0"/>
                  </a:cubicBezTo>
                  <a:cubicBezTo>
                    <a:pt x="235" y="0"/>
                    <a:pt x="242" y="52"/>
                    <a:pt x="242" y="12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58" name="Google Shape;158;p32"/>
            <p:cNvSpPr/>
            <p:nvPr/>
          </p:nvSpPr>
          <p:spPr>
            <a:xfrm>
              <a:off x="3676650" y="3397251"/>
              <a:ext cx="61912" cy="712788"/>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59" name="Google Shape;159;p32"/>
            <p:cNvSpPr/>
            <p:nvPr/>
          </p:nvSpPr>
          <p:spPr>
            <a:xfrm>
              <a:off x="3857625" y="3397251"/>
              <a:ext cx="573087" cy="712788"/>
            </a:xfrm>
            <a:custGeom>
              <a:avLst/>
              <a:gdLst/>
              <a:ahLst/>
              <a:cxnLst/>
              <a:rect l="l" t="t" r="r" b="b"/>
              <a:pathLst>
                <a:path w="239" h="296" extrusionOk="0">
                  <a:moveTo>
                    <a:pt x="0" y="0"/>
                  </a:moveTo>
                  <a:cubicBezTo>
                    <a:pt x="139" y="0"/>
                    <a:pt x="139" y="0"/>
                    <a:pt x="139" y="0"/>
                  </a:cubicBezTo>
                  <a:cubicBezTo>
                    <a:pt x="208" y="0"/>
                    <a:pt x="239" y="34"/>
                    <a:pt x="239" y="95"/>
                  </a:cubicBezTo>
                  <a:cubicBezTo>
                    <a:pt x="239" y="156"/>
                    <a:pt x="208" y="193"/>
                    <a:pt x="139" y="193"/>
                  </a:cubicBezTo>
                  <a:cubicBezTo>
                    <a:pt x="27" y="193"/>
                    <a:pt x="27" y="193"/>
                    <a:pt x="27" y="193"/>
                  </a:cubicBezTo>
                  <a:cubicBezTo>
                    <a:pt x="27" y="296"/>
                    <a:pt x="27" y="296"/>
                    <a:pt x="27" y="296"/>
                  </a:cubicBezTo>
                  <a:cubicBezTo>
                    <a:pt x="0" y="296"/>
                    <a:pt x="0" y="296"/>
                    <a:pt x="0" y="296"/>
                  </a:cubicBezTo>
                  <a:lnTo>
                    <a:pt x="0" y="0"/>
                  </a:lnTo>
                  <a:close/>
                  <a:moveTo>
                    <a:pt x="139" y="167"/>
                  </a:moveTo>
                  <a:cubicBezTo>
                    <a:pt x="187" y="167"/>
                    <a:pt x="211" y="143"/>
                    <a:pt x="211" y="96"/>
                  </a:cubicBezTo>
                  <a:cubicBezTo>
                    <a:pt x="211" y="49"/>
                    <a:pt x="185" y="26"/>
                    <a:pt x="138" y="26"/>
                  </a:cubicBezTo>
                  <a:cubicBezTo>
                    <a:pt x="27" y="26"/>
                    <a:pt x="27" y="26"/>
                    <a:pt x="27" y="26"/>
                  </a:cubicBezTo>
                  <a:cubicBezTo>
                    <a:pt x="27" y="167"/>
                    <a:pt x="27" y="167"/>
                    <a:pt x="27" y="167"/>
                  </a:cubicBezTo>
                  <a:lnTo>
                    <a:pt x="139" y="167"/>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60" name="Google Shape;160;p32"/>
            <p:cNvSpPr/>
            <p:nvPr/>
          </p:nvSpPr>
          <p:spPr>
            <a:xfrm>
              <a:off x="4505325" y="3378201"/>
              <a:ext cx="614362" cy="746125"/>
            </a:xfrm>
            <a:custGeom>
              <a:avLst/>
              <a:gdLst/>
              <a:ahLst/>
              <a:cxnLst/>
              <a:rect l="l" t="t" r="r" b="b"/>
              <a:pathLst>
                <a:path w="256" h="310" extrusionOk="0">
                  <a:moveTo>
                    <a:pt x="0" y="155"/>
                  </a:moveTo>
                  <a:cubicBezTo>
                    <a:pt x="0" y="68"/>
                    <a:pt x="25" y="0"/>
                    <a:pt x="137" y="0"/>
                  </a:cubicBezTo>
                  <a:cubicBezTo>
                    <a:pt x="252" y="0"/>
                    <a:pt x="256" y="78"/>
                    <a:pt x="256" y="160"/>
                  </a:cubicBezTo>
                  <a:cubicBezTo>
                    <a:pt x="27" y="160"/>
                    <a:pt x="27" y="160"/>
                    <a:pt x="27" y="160"/>
                  </a:cubicBezTo>
                  <a:cubicBezTo>
                    <a:pt x="27" y="232"/>
                    <a:pt x="45" y="286"/>
                    <a:pt x="139" y="286"/>
                  </a:cubicBezTo>
                  <a:cubicBezTo>
                    <a:pt x="189" y="286"/>
                    <a:pt x="212" y="272"/>
                    <a:pt x="236" y="254"/>
                  </a:cubicBezTo>
                  <a:cubicBezTo>
                    <a:pt x="251" y="274"/>
                    <a:pt x="251" y="274"/>
                    <a:pt x="251" y="274"/>
                  </a:cubicBezTo>
                  <a:cubicBezTo>
                    <a:pt x="224" y="294"/>
                    <a:pt x="192" y="310"/>
                    <a:pt x="139" y="310"/>
                  </a:cubicBezTo>
                  <a:cubicBezTo>
                    <a:pt x="22" y="310"/>
                    <a:pt x="0" y="242"/>
                    <a:pt x="0" y="155"/>
                  </a:cubicBezTo>
                  <a:close/>
                  <a:moveTo>
                    <a:pt x="27" y="135"/>
                  </a:moveTo>
                  <a:cubicBezTo>
                    <a:pt x="229" y="135"/>
                    <a:pt x="229" y="135"/>
                    <a:pt x="229" y="135"/>
                  </a:cubicBezTo>
                  <a:cubicBezTo>
                    <a:pt x="226" y="76"/>
                    <a:pt x="223" y="25"/>
                    <a:pt x="136" y="25"/>
                  </a:cubicBezTo>
                  <a:cubicBezTo>
                    <a:pt x="53" y="25"/>
                    <a:pt x="30" y="70"/>
                    <a:pt x="27" y="135"/>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61" name="Google Shape;161;p32"/>
            <p:cNvSpPr/>
            <p:nvPr/>
          </p:nvSpPr>
          <p:spPr>
            <a:xfrm>
              <a:off x="1855788" y="3394076"/>
              <a:ext cx="312737" cy="873125"/>
            </a:xfrm>
            <a:custGeom>
              <a:avLst/>
              <a:gdLst/>
              <a:ahLst/>
              <a:cxnLst/>
              <a:rect l="l" t="t" r="r" b="b"/>
              <a:pathLst>
                <a:path w="130" h="362" extrusionOk="0">
                  <a:moveTo>
                    <a:pt x="10" y="362"/>
                  </a:moveTo>
                  <a:cubicBezTo>
                    <a:pt x="126" y="362"/>
                    <a:pt x="130" y="310"/>
                    <a:pt x="130" y="237"/>
                  </a:cubicBezTo>
                  <a:cubicBezTo>
                    <a:pt x="130" y="0"/>
                    <a:pt x="130" y="0"/>
                    <a:pt x="130" y="0"/>
                  </a:cubicBezTo>
                  <a:cubicBezTo>
                    <a:pt x="103" y="0"/>
                    <a:pt x="103" y="0"/>
                    <a:pt x="103" y="0"/>
                  </a:cubicBezTo>
                  <a:cubicBezTo>
                    <a:pt x="103" y="237"/>
                    <a:pt x="103" y="237"/>
                    <a:pt x="103" y="237"/>
                  </a:cubicBezTo>
                  <a:cubicBezTo>
                    <a:pt x="103" y="292"/>
                    <a:pt x="105" y="336"/>
                    <a:pt x="10" y="336"/>
                  </a:cubicBezTo>
                  <a:cubicBezTo>
                    <a:pt x="7" y="336"/>
                    <a:pt x="3" y="336"/>
                    <a:pt x="0" y="336"/>
                  </a:cubicBezTo>
                  <a:cubicBezTo>
                    <a:pt x="0" y="361"/>
                    <a:pt x="0" y="361"/>
                    <a:pt x="0" y="361"/>
                  </a:cubicBezTo>
                  <a:cubicBezTo>
                    <a:pt x="3" y="362"/>
                    <a:pt x="7" y="362"/>
                    <a:pt x="10" y="36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62" name="Google Shape;162;p32"/>
            <p:cNvSpPr/>
            <p:nvPr/>
          </p:nvSpPr>
          <p:spPr>
            <a:xfrm>
              <a:off x="5373688" y="4022726"/>
              <a:ext cx="90487" cy="92075"/>
            </a:xfrm>
            <a:custGeom>
              <a:avLst/>
              <a:gdLst/>
              <a:ahLst/>
              <a:cxnLst/>
              <a:rect l="l" t="t" r="r" b="b"/>
              <a:pathLst>
                <a:path w="38" h="38" extrusionOk="0">
                  <a:moveTo>
                    <a:pt x="19" y="38"/>
                  </a:moveTo>
                  <a:cubicBezTo>
                    <a:pt x="9" y="38"/>
                    <a:pt x="0" y="29"/>
                    <a:pt x="0" y="19"/>
                  </a:cubicBezTo>
                  <a:cubicBezTo>
                    <a:pt x="0" y="8"/>
                    <a:pt x="9" y="0"/>
                    <a:pt x="19" y="0"/>
                  </a:cubicBezTo>
                  <a:cubicBezTo>
                    <a:pt x="30" y="0"/>
                    <a:pt x="38" y="8"/>
                    <a:pt x="38" y="19"/>
                  </a:cubicBezTo>
                  <a:cubicBezTo>
                    <a:pt x="38" y="29"/>
                    <a:pt x="30" y="38"/>
                    <a:pt x="19" y="38"/>
                  </a:cubicBezTo>
                  <a:close/>
                  <a:moveTo>
                    <a:pt x="19" y="2"/>
                  </a:moveTo>
                  <a:cubicBezTo>
                    <a:pt x="10" y="2"/>
                    <a:pt x="3" y="10"/>
                    <a:pt x="3" y="19"/>
                  </a:cubicBezTo>
                  <a:cubicBezTo>
                    <a:pt x="3" y="28"/>
                    <a:pt x="10" y="35"/>
                    <a:pt x="19" y="35"/>
                  </a:cubicBezTo>
                  <a:cubicBezTo>
                    <a:pt x="28" y="35"/>
                    <a:pt x="36" y="28"/>
                    <a:pt x="36" y="19"/>
                  </a:cubicBezTo>
                  <a:cubicBezTo>
                    <a:pt x="36" y="10"/>
                    <a:pt x="28" y="2"/>
                    <a:pt x="19" y="2"/>
                  </a:cubicBez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163" name="Google Shape;163;p32"/>
            <p:cNvSpPr/>
            <p:nvPr/>
          </p:nvSpPr>
          <p:spPr>
            <a:xfrm>
              <a:off x="5402263" y="4041776"/>
              <a:ext cx="41275" cy="53975"/>
            </a:xfrm>
            <a:custGeom>
              <a:avLst/>
              <a:gdLst/>
              <a:ahLst/>
              <a:cxnLst/>
              <a:rect l="l" t="t" r="r" b="b"/>
              <a:pathLst>
                <a:path w="17" h="22" extrusionOk="0">
                  <a:moveTo>
                    <a:pt x="8" y="13"/>
                  </a:moveTo>
                  <a:cubicBezTo>
                    <a:pt x="2" y="13"/>
                    <a:pt x="2" y="13"/>
                    <a:pt x="2" y="13"/>
                  </a:cubicBezTo>
                  <a:cubicBezTo>
                    <a:pt x="2" y="22"/>
                    <a:pt x="2" y="22"/>
                    <a:pt x="2" y="22"/>
                  </a:cubicBezTo>
                  <a:cubicBezTo>
                    <a:pt x="0" y="22"/>
                    <a:pt x="0" y="22"/>
                    <a:pt x="0" y="22"/>
                  </a:cubicBezTo>
                  <a:cubicBezTo>
                    <a:pt x="0" y="0"/>
                    <a:pt x="0" y="0"/>
                    <a:pt x="0" y="0"/>
                  </a:cubicBezTo>
                  <a:cubicBezTo>
                    <a:pt x="9" y="0"/>
                    <a:pt x="9" y="0"/>
                    <a:pt x="9" y="0"/>
                  </a:cubicBezTo>
                  <a:cubicBezTo>
                    <a:pt x="15" y="0"/>
                    <a:pt x="17" y="2"/>
                    <a:pt x="17" y="7"/>
                  </a:cubicBezTo>
                  <a:cubicBezTo>
                    <a:pt x="17" y="10"/>
                    <a:pt x="15" y="12"/>
                    <a:pt x="12" y="13"/>
                  </a:cubicBezTo>
                  <a:cubicBezTo>
                    <a:pt x="16" y="22"/>
                    <a:pt x="16" y="22"/>
                    <a:pt x="16" y="22"/>
                  </a:cubicBezTo>
                  <a:cubicBezTo>
                    <a:pt x="13" y="22"/>
                    <a:pt x="13" y="22"/>
                    <a:pt x="13" y="22"/>
                  </a:cubicBezTo>
                  <a:lnTo>
                    <a:pt x="8" y="13"/>
                  </a:lnTo>
                  <a:close/>
                  <a:moveTo>
                    <a:pt x="9" y="11"/>
                  </a:moveTo>
                  <a:cubicBezTo>
                    <a:pt x="12" y="11"/>
                    <a:pt x="14" y="10"/>
                    <a:pt x="14" y="7"/>
                  </a:cubicBezTo>
                  <a:cubicBezTo>
                    <a:pt x="14" y="4"/>
                    <a:pt x="12" y="3"/>
                    <a:pt x="9" y="3"/>
                  </a:cubicBezTo>
                  <a:cubicBezTo>
                    <a:pt x="2" y="3"/>
                    <a:pt x="2" y="3"/>
                    <a:pt x="2" y="3"/>
                  </a:cubicBezTo>
                  <a:cubicBezTo>
                    <a:pt x="2" y="11"/>
                    <a:pt x="2" y="11"/>
                    <a:pt x="2" y="11"/>
                  </a:cubicBezTo>
                  <a:lnTo>
                    <a:pt x="9" y="11"/>
                  </a:lnTo>
                  <a:close/>
                </a:path>
              </a:pathLst>
            </a:cu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64"/>
        <p:cNvGrpSpPr/>
        <p:nvPr/>
      </p:nvGrpSpPr>
      <p:grpSpPr>
        <a:xfrm>
          <a:off x="0" y="0"/>
          <a:ext cx="0" cy="0"/>
          <a:chOff x="0" y="0"/>
          <a:chExt cx="0" cy="0"/>
        </a:xfrm>
      </p:grpSpPr>
      <p:sp>
        <p:nvSpPr>
          <p:cNvPr id="165" name="Google Shape;165;p33"/>
          <p:cNvSpPr txBox="1">
            <a:spLocks noGrp="1"/>
          </p:cNvSpPr>
          <p:nvPr>
            <p:ph type="title"/>
          </p:nvPr>
        </p:nvSpPr>
        <p:spPr>
          <a:xfrm>
            <a:off x="665791" y="219197"/>
            <a:ext cx="10992810" cy="856407"/>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6" name="Google Shape;166;p33"/>
          <p:cNvSpPr txBox="1">
            <a:spLocks noGrp="1"/>
          </p:cNvSpPr>
          <p:nvPr>
            <p:ph type="ftr" idx="11"/>
          </p:nvPr>
        </p:nvSpPr>
        <p:spPr>
          <a:xfrm>
            <a:off x="5197840" y="6638792"/>
            <a:ext cx="1817489" cy="143629"/>
          </a:xfrm>
          <a:prstGeom prst="rect">
            <a:avLst/>
          </a:prstGeom>
          <a:noFill/>
          <a:ln>
            <a:noFill/>
          </a:ln>
        </p:spPr>
        <p:txBody>
          <a:bodyPr spcFirstLastPara="1" wrap="square" lIns="0" tIns="0" rIns="0" bIns="0" anchor="ctr" anchorCtr="0">
            <a:sp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7" name="Google Shape;167;p33"/>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Subtitle">
  <p:cSld name="Title and Subtitle">
    <p:spTree>
      <p:nvGrpSpPr>
        <p:cNvPr id="1" name="Shape 168"/>
        <p:cNvGrpSpPr/>
        <p:nvPr/>
      </p:nvGrpSpPr>
      <p:grpSpPr>
        <a:xfrm>
          <a:off x="0" y="0"/>
          <a:ext cx="0" cy="0"/>
          <a:chOff x="0" y="0"/>
          <a:chExt cx="0" cy="0"/>
        </a:xfrm>
      </p:grpSpPr>
      <p:sp>
        <p:nvSpPr>
          <p:cNvPr id="169" name="Google Shape;169;p34"/>
          <p:cNvSpPr txBox="1">
            <a:spLocks noGrp="1"/>
          </p:cNvSpPr>
          <p:nvPr>
            <p:ph type="title"/>
          </p:nvPr>
        </p:nvSpPr>
        <p:spPr>
          <a:xfrm>
            <a:off x="665791" y="219197"/>
            <a:ext cx="10992810" cy="856407"/>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0" name="Google Shape;170;p34"/>
          <p:cNvSpPr txBox="1">
            <a:spLocks noGrp="1"/>
          </p:cNvSpPr>
          <p:nvPr>
            <p:ph type="ftr" idx="11"/>
          </p:nvPr>
        </p:nvSpPr>
        <p:spPr>
          <a:xfrm>
            <a:off x="5197840" y="6638792"/>
            <a:ext cx="1817489" cy="143629"/>
          </a:xfrm>
          <a:prstGeom prst="rect">
            <a:avLst/>
          </a:prstGeom>
          <a:noFill/>
          <a:ln>
            <a:noFill/>
          </a:ln>
        </p:spPr>
        <p:txBody>
          <a:bodyPr spcFirstLastPara="1" wrap="square" lIns="0" tIns="0" rIns="0" bIns="0" anchor="ctr" anchorCtr="0">
            <a:sp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1" name="Google Shape;171;p34"/>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72" name="Google Shape;172;p34"/>
          <p:cNvSpPr txBox="1">
            <a:spLocks noGrp="1"/>
          </p:cNvSpPr>
          <p:nvPr>
            <p:ph type="body" idx="1"/>
          </p:nvPr>
        </p:nvSpPr>
        <p:spPr>
          <a:xfrm>
            <a:off x="664322" y="1368564"/>
            <a:ext cx="11023911" cy="460439"/>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1600"/>
              </a:spcBef>
              <a:spcAft>
                <a:spcPts val="0"/>
              </a:spcAft>
              <a:buClr>
                <a:schemeClr val="dk1"/>
              </a:buClr>
              <a:buSzPts val="1800"/>
              <a:buNone/>
              <a:defRPr sz="1800">
                <a:solidFill>
                  <a:schemeClr val="dk1"/>
                </a:solidFill>
              </a:defRPr>
            </a:lvl1pPr>
            <a:lvl2pPr marL="914400" lvl="1" indent="-342900" algn="l">
              <a:lnSpc>
                <a:spcPct val="95000"/>
              </a:lnSpc>
              <a:spcBef>
                <a:spcPts val="500"/>
              </a:spcBef>
              <a:spcAft>
                <a:spcPts val="0"/>
              </a:spcAft>
              <a:buClr>
                <a:schemeClr val="dk1"/>
              </a:buClr>
              <a:buSzPts val="1800"/>
              <a:buChar char="•"/>
              <a:defRPr/>
            </a:lvl2pPr>
            <a:lvl3pPr marL="1371600" lvl="2" indent="-342900" algn="l">
              <a:lnSpc>
                <a:spcPct val="95000"/>
              </a:lnSpc>
              <a:spcBef>
                <a:spcPts val="500"/>
              </a:spcBef>
              <a:spcAft>
                <a:spcPts val="0"/>
              </a:spcAft>
              <a:buClr>
                <a:schemeClr val="dk1"/>
              </a:buClr>
              <a:buSzPts val="1800"/>
              <a:buChar char="•"/>
              <a:defRPr/>
            </a:lvl3pPr>
            <a:lvl4pPr marL="1828800" lvl="3" indent="-342900" algn="l">
              <a:lnSpc>
                <a:spcPct val="95000"/>
              </a:lnSpc>
              <a:spcBef>
                <a:spcPts val="500"/>
              </a:spcBef>
              <a:spcAft>
                <a:spcPts val="0"/>
              </a:spcAft>
              <a:buClr>
                <a:schemeClr val="dk1"/>
              </a:buClr>
              <a:buSzPts val="1800"/>
              <a:buChar char="•"/>
              <a:defRPr/>
            </a:lvl4pPr>
            <a:lvl5pPr marL="2286000" lvl="4" indent="-342900" algn="l">
              <a:lnSpc>
                <a:spcPct val="95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ubtitle and Content">
  <p:cSld name="Title Subtitle and Content">
    <p:spTree>
      <p:nvGrpSpPr>
        <p:cNvPr id="1" name="Shape 173"/>
        <p:cNvGrpSpPr/>
        <p:nvPr/>
      </p:nvGrpSpPr>
      <p:grpSpPr>
        <a:xfrm>
          <a:off x="0" y="0"/>
          <a:ext cx="0" cy="0"/>
          <a:chOff x="0" y="0"/>
          <a:chExt cx="0" cy="0"/>
        </a:xfrm>
      </p:grpSpPr>
      <p:sp>
        <p:nvSpPr>
          <p:cNvPr id="174" name="Google Shape;174;p35"/>
          <p:cNvSpPr txBox="1">
            <a:spLocks noGrp="1"/>
          </p:cNvSpPr>
          <p:nvPr>
            <p:ph type="title"/>
          </p:nvPr>
        </p:nvSpPr>
        <p:spPr>
          <a:xfrm>
            <a:off x="665791" y="219197"/>
            <a:ext cx="10992810" cy="856407"/>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5" name="Google Shape;175;p35"/>
          <p:cNvSpPr txBox="1">
            <a:spLocks noGrp="1"/>
          </p:cNvSpPr>
          <p:nvPr>
            <p:ph type="body" idx="1"/>
          </p:nvPr>
        </p:nvSpPr>
        <p:spPr>
          <a:xfrm>
            <a:off x="665791" y="2102504"/>
            <a:ext cx="11080606" cy="2057481"/>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1600"/>
              </a:spcBef>
              <a:spcAft>
                <a:spcPts val="0"/>
              </a:spcAft>
              <a:buClr>
                <a:schemeClr val="dk1"/>
              </a:buClr>
              <a:buSzPts val="1800"/>
              <a:buNone/>
              <a:defRPr/>
            </a:lvl1pPr>
            <a:lvl2pPr marL="914400" lvl="1" indent="-342900" algn="l">
              <a:lnSpc>
                <a:spcPct val="95000"/>
              </a:lnSpc>
              <a:spcBef>
                <a:spcPts val="500"/>
              </a:spcBef>
              <a:spcAft>
                <a:spcPts val="0"/>
              </a:spcAft>
              <a:buClr>
                <a:schemeClr val="dk1"/>
              </a:buClr>
              <a:buSzPts val="1800"/>
              <a:buChar char="•"/>
              <a:defRPr/>
            </a:lvl2pPr>
            <a:lvl3pPr marL="1371600" lvl="2" indent="-342900" algn="l">
              <a:lnSpc>
                <a:spcPct val="95000"/>
              </a:lnSpc>
              <a:spcBef>
                <a:spcPts val="500"/>
              </a:spcBef>
              <a:spcAft>
                <a:spcPts val="0"/>
              </a:spcAft>
              <a:buClr>
                <a:schemeClr val="dk1"/>
              </a:buClr>
              <a:buSzPts val="1800"/>
              <a:buChar char="•"/>
              <a:defRPr/>
            </a:lvl3pPr>
            <a:lvl4pPr marL="1828800" lvl="3" indent="-342900" algn="l">
              <a:lnSpc>
                <a:spcPct val="95000"/>
              </a:lnSpc>
              <a:spcBef>
                <a:spcPts val="500"/>
              </a:spcBef>
              <a:spcAft>
                <a:spcPts val="0"/>
              </a:spcAft>
              <a:buClr>
                <a:schemeClr val="dk1"/>
              </a:buClr>
              <a:buSzPts val="1800"/>
              <a:buChar char="•"/>
              <a:defRPr/>
            </a:lvl4pPr>
            <a:lvl5pPr marL="2286000" lvl="4" indent="-342900" algn="l">
              <a:lnSpc>
                <a:spcPct val="95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6" name="Google Shape;176;p35"/>
          <p:cNvSpPr txBox="1">
            <a:spLocks noGrp="1"/>
          </p:cNvSpPr>
          <p:nvPr>
            <p:ph type="ftr" idx="11"/>
          </p:nvPr>
        </p:nvSpPr>
        <p:spPr>
          <a:xfrm>
            <a:off x="5197840" y="6638792"/>
            <a:ext cx="1817489" cy="143629"/>
          </a:xfrm>
          <a:prstGeom prst="rect">
            <a:avLst/>
          </a:prstGeom>
          <a:noFill/>
          <a:ln>
            <a:noFill/>
          </a:ln>
        </p:spPr>
        <p:txBody>
          <a:bodyPr spcFirstLastPara="1" wrap="square" lIns="0" tIns="0" rIns="0" bIns="0" anchor="ctr" anchorCtr="0">
            <a:sp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7" name="Google Shape;177;p35"/>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78" name="Google Shape;178;p35"/>
          <p:cNvSpPr txBox="1">
            <a:spLocks noGrp="1"/>
          </p:cNvSpPr>
          <p:nvPr>
            <p:ph type="body" idx="2"/>
          </p:nvPr>
        </p:nvSpPr>
        <p:spPr>
          <a:xfrm>
            <a:off x="664322" y="1368564"/>
            <a:ext cx="11023911" cy="460439"/>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1600"/>
              </a:spcBef>
              <a:spcAft>
                <a:spcPts val="0"/>
              </a:spcAft>
              <a:buClr>
                <a:schemeClr val="dk1"/>
              </a:buClr>
              <a:buSzPts val="1800"/>
              <a:buNone/>
              <a:defRPr sz="1800">
                <a:solidFill>
                  <a:schemeClr val="dk1"/>
                </a:solidFill>
              </a:defRPr>
            </a:lvl1pPr>
            <a:lvl2pPr marL="914400" lvl="1" indent="-342900" algn="l">
              <a:lnSpc>
                <a:spcPct val="95000"/>
              </a:lnSpc>
              <a:spcBef>
                <a:spcPts val="500"/>
              </a:spcBef>
              <a:spcAft>
                <a:spcPts val="0"/>
              </a:spcAft>
              <a:buClr>
                <a:schemeClr val="dk1"/>
              </a:buClr>
              <a:buSzPts val="1800"/>
              <a:buChar char="•"/>
              <a:defRPr/>
            </a:lvl2pPr>
            <a:lvl3pPr marL="1371600" lvl="2" indent="-342900" algn="l">
              <a:lnSpc>
                <a:spcPct val="95000"/>
              </a:lnSpc>
              <a:spcBef>
                <a:spcPts val="500"/>
              </a:spcBef>
              <a:spcAft>
                <a:spcPts val="0"/>
              </a:spcAft>
              <a:buClr>
                <a:schemeClr val="dk1"/>
              </a:buClr>
              <a:buSzPts val="1800"/>
              <a:buChar char="•"/>
              <a:defRPr/>
            </a:lvl3pPr>
            <a:lvl4pPr marL="1828800" lvl="3" indent="-342900" algn="l">
              <a:lnSpc>
                <a:spcPct val="95000"/>
              </a:lnSpc>
              <a:spcBef>
                <a:spcPts val="500"/>
              </a:spcBef>
              <a:spcAft>
                <a:spcPts val="0"/>
              </a:spcAft>
              <a:buClr>
                <a:schemeClr val="dk1"/>
              </a:buClr>
              <a:buSzPts val="1800"/>
              <a:buChar char="•"/>
              <a:defRPr/>
            </a:lvl4pPr>
            <a:lvl5pPr marL="2286000" lvl="4" indent="-342900" algn="l">
              <a:lnSpc>
                <a:spcPct val="95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on Bullet Content">
  <p:cSld name="Non Bullet Content">
    <p:spTree>
      <p:nvGrpSpPr>
        <p:cNvPr id="1" name="Shape 179"/>
        <p:cNvGrpSpPr/>
        <p:nvPr/>
      </p:nvGrpSpPr>
      <p:grpSpPr>
        <a:xfrm>
          <a:off x="0" y="0"/>
          <a:ext cx="0" cy="0"/>
          <a:chOff x="0" y="0"/>
          <a:chExt cx="0" cy="0"/>
        </a:xfrm>
      </p:grpSpPr>
      <p:sp>
        <p:nvSpPr>
          <p:cNvPr id="180" name="Google Shape;180;p36"/>
          <p:cNvSpPr txBox="1">
            <a:spLocks noGrp="1"/>
          </p:cNvSpPr>
          <p:nvPr>
            <p:ph type="title"/>
          </p:nvPr>
        </p:nvSpPr>
        <p:spPr>
          <a:xfrm>
            <a:off x="665791" y="219197"/>
            <a:ext cx="10992810" cy="856407"/>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1" name="Google Shape;181;p36"/>
          <p:cNvSpPr txBox="1">
            <a:spLocks noGrp="1"/>
          </p:cNvSpPr>
          <p:nvPr>
            <p:ph type="body" idx="1"/>
          </p:nvPr>
        </p:nvSpPr>
        <p:spPr>
          <a:xfrm>
            <a:off x="661519" y="1605010"/>
            <a:ext cx="10997082" cy="4320005"/>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1600"/>
              </a:spcBef>
              <a:spcAft>
                <a:spcPts val="0"/>
              </a:spcAft>
              <a:buClr>
                <a:schemeClr val="dk1"/>
              </a:buClr>
              <a:buSzPts val="1800"/>
              <a:buNone/>
              <a:defRPr/>
            </a:lvl1pPr>
            <a:lvl2pPr marL="914400" lvl="1" indent="-342900" algn="l">
              <a:lnSpc>
                <a:spcPct val="95000"/>
              </a:lnSpc>
              <a:spcBef>
                <a:spcPts val="500"/>
              </a:spcBef>
              <a:spcAft>
                <a:spcPts val="0"/>
              </a:spcAft>
              <a:buClr>
                <a:schemeClr val="dk1"/>
              </a:buClr>
              <a:buSzPts val="1800"/>
              <a:buChar char="•"/>
              <a:defRPr/>
            </a:lvl2pPr>
            <a:lvl3pPr marL="1371600" lvl="2" indent="-342900" algn="l">
              <a:lnSpc>
                <a:spcPct val="95000"/>
              </a:lnSpc>
              <a:spcBef>
                <a:spcPts val="500"/>
              </a:spcBef>
              <a:spcAft>
                <a:spcPts val="0"/>
              </a:spcAft>
              <a:buClr>
                <a:schemeClr val="dk1"/>
              </a:buClr>
              <a:buSzPts val="1800"/>
              <a:buChar char="•"/>
              <a:defRPr/>
            </a:lvl3pPr>
            <a:lvl4pPr marL="1828800" lvl="3" indent="-342900" algn="l">
              <a:lnSpc>
                <a:spcPct val="95000"/>
              </a:lnSpc>
              <a:spcBef>
                <a:spcPts val="500"/>
              </a:spcBef>
              <a:spcAft>
                <a:spcPts val="0"/>
              </a:spcAft>
              <a:buClr>
                <a:schemeClr val="dk1"/>
              </a:buClr>
              <a:buSzPts val="1800"/>
              <a:buChar char="•"/>
              <a:defRPr/>
            </a:lvl4pPr>
            <a:lvl5pPr marL="2286000" lvl="4" indent="-342900" algn="l">
              <a:lnSpc>
                <a:spcPct val="95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2" name="Google Shape;182;p36"/>
          <p:cNvSpPr txBox="1">
            <a:spLocks noGrp="1"/>
          </p:cNvSpPr>
          <p:nvPr>
            <p:ph type="ftr" idx="11"/>
          </p:nvPr>
        </p:nvSpPr>
        <p:spPr>
          <a:xfrm>
            <a:off x="5197840" y="6638792"/>
            <a:ext cx="1817489" cy="143629"/>
          </a:xfrm>
          <a:prstGeom prst="rect">
            <a:avLst/>
          </a:prstGeom>
          <a:noFill/>
          <a:ln>
            <a:noFill/>
          </a:ln>
        </p:spPr>
        <p:txBody>
          <a:bodyPr spcFirstLastPara="1" wrap="square" lIns="0" tIns="0" rIns="0" bIns="0" anchor="ctr" anchorCtr="0">
            <a:sp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3" name="Google Shape;183;p36"/>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184"/>
        <p:cNvGrpSpPr/>
        <p:nvPr/>
      </p:nvGrpSpPr>
      <p:grpSpPr>
        <a:xfrm>
          <a:off x="0" y="0"/>
          <a:ext cx="0" cy="0"/>
          <a:chOff x="0" y="0"/>
          <a:chExt cx="0" cy="0"/>
        </a:xfrm>
      </p:grpSpPr>
      <p:sp>
        <p:nvSpPr>
          <p:cNvPr id="185" name="Google Shape;185;p37"/>
          <p:cNvSpPr txBox="1">
            <a:spLocks noGrp="1"/>
          </p:cNvSpPr>
          <p:nvPr>
            <p:ph type="ftr" idx="11"/>
          </p:nvPr>
        </p:nvSpPr>
        <p:spPr>
          <a:xfrm>
            <a:off x="5197840" y="6638792"/>
            <a:ext cx="1817489" cy="143629"/>
          </a:xfrm>
          <a:prstGeom prst="rect">
            <a:avLst/>
          </a:prstGeom>
          <a:noFill/>
          <a:ln>
            <a:noFill/>
          </a:ln>
        </p:spPr>
        <p:txBody>
          <a:bodyPr spcFirstLastPara="1" wrap="square" lIns="0" tIns="0" rIns="0" bIns="0" anchor="ctr" anchorCtr="0">
            <a:sp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6" name="Google Shape;186;p37"/>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87" name="Google Shape;187;p37"/>
          <p:cNvSpPr/>
          <p:nvPr/>
        </p:nvSpPr>
        <p:spPr>
          <a:xfrm>
            <a:off x="0" y="0"/>
            <a:ext cx="12192000" cy="1766277"/>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Lato"/>
              <a:ea typeface="Lato"/>
              <a:cs typeface="Lato"/>
              <a:sym typeface="Lato"/>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image and content">
  <p:cSld name="image and content">
    <p:spTree>
      <p:nvGrpSpPr>
        <p:cNvPr id="1" name="Shape 188"/>
        <p:cNvGrpSpPr/>
        <p:nvPr/>
      </p:nvGrpSpPr>
      <p:grpSpPr>
        <a:xfrm>
          <a:off x="0" y="0"/>
          <a:ext cx="0" cy="0"/>
          <a:chOff x="0" y="0"/>
          <a:chExt cx="0" cy="0"/>
        </a:xfrm>
      </p:grpSpPr>
      <p:sp>
        <p:nvSpPr>
          <p:cNvPr id="189" name="Google Shape;189;p38"/>
          <p:cNvSpPr/>
          <p:nvPr/>
        </p:nvSpPr>
        <p:spPr>
          <a:xfrm>
            <a:off x="3927566" y="293829"/>
            <a:ext cx="687132" cy="634496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Lato"/>
              <a:ea typeface="Lato"/>
              <a:cs typeface="Lato"/>
              <a:sym typeface="Lato"/>
            </a:endParaRPr>
          </a:p>
        </p:txBody>
      </p:sp>
      <p:sp>
        <p:nvSpPr>
          <p:cNvPr id="190" name="Google Shape;190;p38"/>
          <p:cNvSpPr txBox="1">
            <a:spLocks noGrp="1"/>
          </p:cNvSpPr>
          <p:nvPr>
            <p:ph type="ftr" idx="11"/>
          </p:nvPr>
        </p:nvSpPr>
        <p:spPr>
          <a:xfrm>
            <a:off x="5197840" y="6638792"/>
            <a:ext cx="1817489" cy="143629"/>
          </a:xfrm>
          <a:prstGeom prst="rect">
            <a:avLst/>
          </a:prstGeom>
          <a:noFill/>
          <a:ln>
            <a:noFill/>
          </a:ln>
        </p:spPr>
        <p:txBody>
          <a:bodyPr spcFirstLastPara="1" wrap="square" lIns="0" tIns="0" rIns="0" bIns="0" anchor="ctr" anchorCtr="0">
            <a:sp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1" name="Google Shape;191;p38"/>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lvl1pPr marL="0" lvl="0" indent="0" algn="r">
              <a:spcBef>
                <a:spcPts val="0"/>
              </a:spcBef>
              <a:buNone/>
              <a:defRPr sz="933">
                <a:solidFill>
                  <a:srgbClr val="BFBFBF"/>
                </a:solidFill>
                <a:latin typeface="Lato"/>
                <a:ea typeface="Lato"/>
                <a:cs typeface="Lato"/>
                <a:sym typeface="Lato"/>
              </a:defRPr>
            </a:lvl1pPr>
            <a:lvl2pPr marL="0" lvl="1" indent="0" algn="r">
              <a:spcBef>
                <a:spcPts val="0"/>
              </a:spcBef>
              <a:buNone/>
              <a:defRPr sz="933">
                <a:solidFill>
                  <a:srgbClr val="BFBFBF"/>
                </a:solidFill>
                <a:latin typeface="Lato"/>
                <a:ea typeface="Lato"/>
                <a:cs typeface="Lato"/>
                <a:sym typeface="Lato"/>
              </a:defRPr>
            </a:lvl2pPr>
            <a:lvl3pPr marL="0" lvl="2" indent="0" algn="r">
              <a:spcBef>
                <a:spcPts val="0"/>
              </a:spcBef>
              <a:buNone/>
              <a:defRPr sz="933">
                <a:solidFill>
                  <a:srgbClr val="BFBFBF"/>
                </a:solidFill>
                <a:latin typeface="Lato"/>
                <a:ea typeface="Lato"/>
                <a:cs typeface="Lato"/>
                <a:sym typeface="Lato"/>
              </a:defRPr>
            </a:lvl3pPr>
            <a:lvl4pPr marL="0" lvl="3" indent="0" algn="r">
              <a:spcBef>
                <a:spcPts val="0"/>
              </a:spcBef>
              <a:buNone/>
              <a:defRPr sz="933">
                <a:solidFill>
                  <a:srgbClr val="BFBFBF"/>
                </a:solidFill>
                <a:latin typeface="Lato"/>
                <a:ea typeface="Lato"/>
                <a:cs typeface="Lato"/>
                <a:sym typeface="Lato"/>
              </a:defRPr>
            </a:lvl4pPr>
            <a:lvl5pPr marL="0" lvl="4" indent="0" algn="r">
              <a:spcBef>
                <a:spcPts val="0"/>
              </a:spcBef>
              <a:buNone/>
              <a:defRPr sz="933">
                <a:solidFill>
                  <a:srgbClr val="BFBFBF"/>
                </a:solidFill>
                <a:latin typeface="Lato"/>
                <a:ea typeface="Lato"/>
                <a:cs typeface="Lato"/>
                <a:sym typeface="Lato"/>
              </a:defRPr>
            </a:lvl5pPr>
            <a:lvl6pPr marL="0" lvl="5" indent="0" algn="r">
              <a:spcBef>
                <a:spcPts val="0"/>
              </a:spcBef>
              <a:buNone/>
              <a:defRPr sz="933">
                <a:solidFill>
                  <a:srgbClr val="BFBFBF"/>
                </a:solidFill>
                <a:latin typeface="Lato"/>
                <a:ea typeface="Lato"/>
                <a:cs typeface="Lato"/>
                <a:sym typeface="Lato"/>
              </a:defRPr>
            </a:lvl6pPr>
            <a:lvl7pPr marL="0" lvl="6" indent="0" algn="r">
              <a:spcBef>
                <a:spcPts val="0"/>
              </a:spcBef>
              <a:buNone/>
              <a:defRPr sz="933">
                <a:solidFill>
                  <a:srgbClr val="BFBFBF"/>
                </a:solidFill>
                <a:latin typeface="Lato"/>
                <a:ea typeface="Lato"/>
                <a:cs typeface="Lato"/>
                <a:sym typeface="Lato"/>
              </a:defRPr>
            </a:lvl7pPr>
            <a:lvl8pPr marL="0" lvl="7" indent="0" algn="r">
              <a:spcBef>
                <a:spcPts val="0"/>
              </a:spcBef>
              <a:buNone/>
              <a:defRPr sz="933">
                <a:solidFill>
                  <a:srgbClr val="BFBFBF"/>
                </a:solidFill>
                <a:latin typeface="Lato"/>
                <a:ea typeface="Lato"/>
                <a:cs typeface="Lato"/>
                <a:sym typeface="Lato"/>
              </a:defRPr>
            </a:lvl8pPr>
            <a:lvl9pPr marL="0" lvl="8" indent="0" algn="r">
              <a:spcBef>
                <a:spcPts val="0"/>
              </a:spcBef>
              <a:buNone/>
              <a:defRPr sz="933">
                <a:solidFill>
                  <a:srgbClr val="BFBFBF"/>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cxnSp>
        <p:nvCxnSpPr>
          <p:cNvPr id="192" name="Google Shape;192;p38"/>
          <p:cNvCxnSpPr/>
          <p:nvPr/>
        </p:nvCxnSpPr>
        <p:spPr>
          <a:xfrm>
            <a:off x="11294960" y="6596757"/>
            <a:ext cx="0" cy="185665"/>
          </a:xfrm>
          <a:prstGeom prst="straightConnector1">
            <a:avLst/>
          </a:prstGeom>
          <a:noFill/>
          <a:ln w="9525" cap="flat" cmpd="sng">
            <a:solidFill>
              <a:schemeClr val="lt2"/>
            </a:solidFill>
            <a:prstDash val="solid"/>
            <a:miter lim="800000"/>
            <a:headEnd type="none" w="sm" len="sm"/>
            <a:tailEnd type="none" w="sm" len="sm"/>
          </a:ln>
        </p:spPr>
      </p:cxnSp>
      <p:sp>
        <p:nvSpPr>
          <p:cNvPr id="193" name="Google Shape;193;p38"/>
          <p:cNvSpPr txBox="1">
            <a:spLocks noGrp="1"/>
          </p:cNvSpPr>
          <p:nvPr>
            <p:ph type="body" idx="1"/>
          </p:nvPr>
        </p:nvSpPr>
        <p:spPr>
          <a:xfrm>
            <a:off x="4693073" y="1901816"/>
            <a:ext cx="6929293" cy="4357384"/>
          </a:xfrm>
          <a:prstGeom prst="rect">
            <a:avLst/>
          </a:prstGeom>
          <a:noFill/>
          <a:ln>
            <a:noFill/>
          </a:ln>
        </p:spPr>
        <p:txBody>
          <a:bodyPr spcFirstLastPara="1" wrap="square" lIns="0" tIns="0" rIns="0" bIns="0" anchor="t" anchorCtr="0">
            <a:noAutofit/>
          </a:bodyPr>
          <a:lstStyle>
            <a:lvl1pPr marL="457200" lvl="0" indent="-355600" algn="l">
              <a:lnSpc>
                <a:spcPct val="110000"/>
              </a:lnSpc>
              <a:spcBef>
                <a:spcPts val="1600"/>
              </a:spcBef>
              <a:spcAft>
                <a:spcPts val="0"/>
              </a:spcAft>
              <a:buClr>
                <a:schemeClr val="dk1"/>
              </a:buClr>
              <a:buSzPts val="2000"/>
              <a:buFont typeface="Arial"/>
              <a:buChar char="•"/>
              <a:defRPr sz="2000">
                <a:solidFill>
                  <a:schemeClr val="dk1"/>
                </a:solidFill>
              </a:defRPr>
            </a:lvl1pPr>
            <a:lvl2pPr marL="914400" lvl="1" indent="-330200" algn="l">
              <a:lnSpc>
                <a:spcPct val="95000"/>
              </a:lnSpc>
              <a:spcBef>
                <a:spcPts val="500"/>
              </a:spcBef>
              <a:spcAft>
                <a:spcPts val="0"/>
              </a:spcAft>
              <a:buClr>
                <a:schemeClr val="dk1"/>
              </a:buClr>
              <a:buSzPts val="1600"/>
              <a:buChar char="•"/>
              <a:defRPr sz="1600">
                <a:solidFill>
                  <a:schemeClr val="dk1"/>
                </a:solidFill>
              </a:defRPr>
            </a:lvl2pPr>
            <a:lvl3pPr marL="1371600" lvl="2" indent="-317500" algn="l">
              <a:lnSpc>
                <a:spcPct val="95000"/>
              </a:lnSpc>
              <a:spcBef>
                <a:spcPts val="500"/>
              </a:spcBef>
              <a:spcAft>
                <a:spcPts val="0"/>
              </a:spcAft>
              <a:buClr>
                <a:schemeClr val="dk1"/>
              </a:buClr>
              <a:buSzPts val="1400"/>
              <a:buChar char="•"/>
              <a:defRPr sz="1400">
                <a:solidFill>
                  <a:schemeClr val="dk1"/>
                </a:solidFill>
              </a:defRPr>
            </a:lvl3pPr>
            <a:lvl4pPr marL="1828800" lvl="3" indent="-317500" algn="l">
              <a:lnSpc>
                <a:spcPct val="95000"/>
              </a:lnSpc>
              <a:spcBef>
                <a:spcPts val="500"/>
              </a:spcBef>
              <a:spcAft>
                <a:spcPts val="0"/>
              </a:spcAft>
              <a:buClr>
                <a:schemeClr val="dk1"/>
              </a:buClr>
              <a:buSzPts val="1400"/>
              <a:buChar char="•"/>
              <a:defRPr sz="1400">
                <a:solidFill>
                  <a:schemeClr val="dk1"/>
                </a:solidFill>
              </a:defRPr>
            </a:lvl4pPr>
            <a:lvl5pPr marL="2286000" lvl="4" indent="-317500" algn="l">
              <a:lnSpc>
                <a:spcPct val="95000"/>
              </a:lnSpc>
              <a:spcBef>
                <a:spcPts val="500"/>
              </a:spcBef>
              <a:spcAft>
                <a:spcPts val="0"/>
              </a:spcAft>
              <a:buClr>
                <a:schemeClr val="dk1"/>
              </a:buClr>
              <a:buSzPts val="1400"/>
              <a:buChar char="•"/>
              <a:defRPr sz="1400">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4" name="Google Shape;194;p38"/>
          <p:cNvSpPr>
            <a:spLocks noGrp="1"/>
          </p:cNvSpPr>
          <p:nvPr>
            <p:ph type="pic" idx="2"/>
          </p:nvPr>
        </p:nvSpPr>
        <p:spPr>
          <a:xfrm>
            <a:off x="0" y="0"/>
            <a:ext cx="4189413" cy="6858000"/>
          </a:xfrm>
          <a:prstGeom prst="rect">
            <a:avLst/>
          </a:prstGeom>
          <a:solidFill>
            <a:srgbClr val="F2F2F2"/>
          </a:solidFill>
          <a:ln>
            <a:noFill/>
          </a:ln>
        </p:spPr>
        <p:txBody>
          <a:bodyPr spcFirstLastPara="1" wrap="square" lIns="0" tIns="0" rIns="0" bIns="0" anchor="t" anchorCtr="0">
            <a:noAutofit/>
          </a:bodyPr>
          <a:lstStyle>
            <a:lvl1pPr marR="0" lvl="0" algn="l" rtl="0">
              <a:lnSpc>
                <a:spcPct val="110000"/>
              </a:lnSpc>
              <a:spcBef>
                <a:spcPts val="1600"/>
              </a:spcBef>
              <a:spcAft>
                <a:spcPts val="0"/>
              </a:spcAft>
              <a:buClr>
                <a:schemeClr val="dk1"/>
              </a:buClr>
              <a:buSzPts val="1400"/>
              <a:buFont typeface="Arial"/>
              <a:buNone/>
              <a:defRPr sz="1400" b="0" i="0" u="none" strike="noStrike" cap="none">
                <a:solidFill>
                  <a:schemeClr val="dk1"/>
                </a:solidFill>
                <a:latin typeface="Lato"/>
                <a:ea typeface="Lato"/>
                <a:cs typeface="Lato"/>
                <a:sym typeface="Lato"/>
              </a:defRPr>
            </a:lvl1pPr>
            <a:lvl2pPr marR="0" lvl="1" algn="l" rtl="0">
              <a:lnSpc>
                <a:spcPct val="95000"/>
              </a:lnSpc>
              <a:spcBef>
                <a:spcPts val="500"/>
              </a:spcBef>
              <a:spcAft>
                <a:spcPts val="0"/>
              </a:spcAft>
              <a:buClr>
                <a:schemeClr val="dk1"/>
              </a:buClr>
              <a:buSzPts val="1400"/>
              <a:buFont typeface="Arial"/>
              <a:buChar char="•"/>
              <a:defRPr sz="1400" b="0" i="0" u="none" strike="noStrike" cap="none">
                <a:solidFill>
                  <a:schemeClr val="dk1"/>
                </a:solidFill>
                <a:latin typeface="Lato"/>
                <a:ea typeface="Lato"/>
                <a:cs typeface="Lato"/>
                <a:sym typeface="Lato"/>
              </a:defRPr>
            </a:lvl2pPr>
            <a:lvl3pPr marR="0" lvl="2" algn="l" rtl="0">
              <a:lnSpc>
                <a:spcPct val="95000"/>
              </a:lnSpc>
              <a:spcBef>
                <a:spcPts val="500"/>
              </a:spcBef>
              <a:spcAft>
                <a:spcPts val="0"/>
              </a:spcAft>
              <a:buClr>
                <a:schemeClr val="dk1"/>
              </a:buClr>
              <a:buSzPts val="1200"/>
              <a:buFont typeface="Arial"/>
              <a:buChar char="•"/>
              <a:defRPr sz="1200" b="0" i="0" u="none" strike="noStrike" cap="none">
                <a:solidFill>
                  <a:schemeClr val="dk1"/>
                </a:solidFill>
                <a:latin typeface="Lato"/>
                <a:ea typeface="Lato"/>
                <a:cs typeface="Lato"/>
                <a:sym typeface="Lato"/>
              </a:defRPr>
            </a:lvl3pPr>
            <a:lvl4pPr marR="0" lvl="3" algn="l" rtl="0">
              <a:lnSpc>
                <a:spcPct val="95000"/>
              </a:lnSpc>
              <a:spcBef>
                <a:spcPts val="500"/>
              </a:spcBef>
              <a:spcAft>
                <a:spcPts val="0"/>
              </a:spcAft>
              <a:buClr>
                <a:schemeClr val="dk1"/>
              </a:buClr>
              <a:buSzPts val="1200"/>
              <a:buFont typeface="Arial"/>
              <a:buChar char="•"/>
              <a:defRPr sz="1200" b="0" i="0" u="none" strike="noStrike" cap="none">
                <a:solidFill>
                  <a:schemeClr val="dk1"/>
                </a:solidFill>
                <a:latin typeface="Lato"/>
                <a:ea typeface="Lato"/>
                <a:cs typeface="Lato"/>
                <a:sym typeface="Lato"/>
              </a:defRPr>
            </a:lvl4pPr>
            <a:lvl5pPr marR="0" lvl="4" algn="l" rtl="0">
              <a:lnSpc>
                <a:spcPct val="95000"/>
              </a:lnSpc>
              <a:spcBef>
                <a:spcPts val="500"/>
              </a:spcBef>
              <a:spcAft>
                <a:spcPts val="0"/>
              </a:spcAft>
              <a:buClr>
                <a:schemeClr val="dk1"/>
              </a:buClr>
              <a:buSzPts val="1200"/>
              <a:buFont typeface="Arial"/>
              <a:buChar char="•"/>
              <a:defRPr sz="1200" b="0" i="0" u="none" strike="noStrike" cap="none">
                <a:solidFill>
                  <a:schemeClr val="dk1"/>
                </a:solidFill>
                <a:latin typeface="Lato"/>
                <a:ea typeface="Lato"/>
                <a:cs typeface="Lato"/>
                <a:sym typeface="La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9pPr>
          </a:lstStyle>
          <a:p>
            <a:endParaRPr/>
          </a:p>
        </p:txBody>
      </p:sp>
      <p:sp>
        <p:nvSpPr>
          <p:cNvPr id="195" name="Google Shape;195;p38"/>
          <p:cNvSpPr txBox="1">
            <a:spLocks noGrp="1"/>
          </p:cNvSpPr>
          <p:nvPr>
            <p:ph type="title"/>
          </p:nvPr>
        </p:nvSpPr>
        <p:spPr>
          <a:xfrm>
            <a:off x="4614697" y="219197"/>
            <a:ext cx="7043903" cy="856407"/>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right graphic">
  <p:cSld name="right graphic">
    <p:spTree>
      <p:nvGrpSpPr>
        <p:cNvPr id="1" name="Shape 196"/>
        <p:cNvGrpSpPr/>
        <p:nvPr/>
      </p:nvGrpSpPr>
      <p:grpSpPr>
        <a:xfrm>
          <a:off x="0" y="0"/>
          <a:ext cx="0" cy="0"/>
          <a:chOff x="0" y="0"/>
          <a:chExt cx="0" cy="0"/>
        </a:xfrm>
      </p:grpSpPr>
      <p:sp>
        <p:nvSpPr>
          <p:cNvPr id="197" name="Google Shape;197;p39"/>
          <p:cNvSpPr txBox="1">
            <a:spLocks noGrp="1"/>
          </p:cNvSpPr>
          <p:nvPr>
            <p:ph type="title"/>
          </p:nvPr>
        </p:nvSpPr>
        <p:spPr>
          <a:xfrm>
            <a:off x="665791" y="219197"/>
            <a:ext cx="10992810" cy="856407"/>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8" name="Google Shape;198;p39"/>
          <p:cNvSpPr txBox="1">
            <a:spLocks noGrp="1"/>
          </p:cNvSpPr>
          <p:nvPr>
            <p:ph type="body" idx="1"/>
          </p:nvPr>
        </p:nvSpPr>
        <p:spPr>
          <a:xfrm>
            <a:off x="661519" y="2047630"/>
            <a:ext cx="4790375" cy="4180641"/>
          </a:xfrm>
          <a:prstGeom prst="rect">
            <a:avLst/>
          </a:prstGeom>
          <a:noFill/>
          <a:ln>
            <a:noFill/>
          </a:ln>
        </p:spPr>
        <p:txBody>
          <a:bodyPr spcFirstLastPara="1" wrap="square" lIns="0" tIns="0" rIns="0" bIns="0" anchor="t" anchorCtr="0">
            <a:noAutofit/>
          </a:bodyPr>
          <a:lstStyle>
            <a:lvl1pPr marL="457200" lvl="0" indent="-317500" algn="l">
              <a:lnSpc>
                <a:spcPct val="110000"/>
              </a:lnSpc>
              <a:spcBef>
                <a:spcPts val="1600"/>
              </a:spcBef>
              <a:spcAft>
                <a:spcPts val="0"/>
              </a:spcAft>
              <a:buClr>
                <a:schemeClr val="dk1"/>
              </a:buClr>
              <a:buSzPts val="1400"/>
              <a:buFont typeface="Arial"/>
              <a:buChar char="•"/>
              <a:defRPr/>
            </a:lvl1pPr>
            <a:lvl2pPr marL="914400" lvl="1" indent="-317500" algn="l">
              <a:lnSpc>
                <a:spcPct val="95000"/>
              </a:lnSpc>
              <a:spcBef>
                <a:spcPts val="500"/>
              </a:spcBef>
              <a:spcAft>
                <a:spcPts val="0"/>
              </a:spcAft>
              <a:buClr>
                <a:schemeClr val="dk1"/>
              </a:buClr>
              <a:buSzPts val="1400"/>
              <a:buFont typeface="Lato"/>
              <a:buChar char="–"/>
              <a:defRPr/>
            </a:lvl2pPr>
            <a:lvl3pPr marL="1371600" lvl="2" indent="-304800" algn="l">
              <a:lnSpc>
                <a:spcPct val="95000"/>
              </a:lnSpc>
              <a:spcBef>
                <a:spcPts val="500"/>
              </a:spcBef>
              <a:spcAft>
                <a:spcPts val="0"/>
              </a:spcAft>
              <a:buClr>
                <a:schemeClr val="dk1"/>
              </a:buClr>
              <a:buSzPts val="1200"/>
              <a:buChar char="•"/>
              <a:defRPr/>
            </a:lvl3pPr>
            <a:lvl4pPr marL="1828800" lvl="3" indent="-295275" algn="l">
              <a:lnSpc>
                <a:spcPct val="95000"/>
              </a:lnSpc>
              <a:spcBef>
                <a:spcPts val="500"/>
              </a:spcBef>
              <a:spcAft>
                <a:spcPts val="0"/>
              </a:spcAft>
              <a:buClr>
                <a:schemeClr val="dk1"/>
              </a:buClr>
              <a:buSzPts val="1050"/>
              <a:buChar char="•"/>
              <a:defRPr sz="1050"/>
            </a:lvl4pPr>
            <a:lvl5pPr marL="2286000" lvl="4" indent="-295275" algn="l">
              <a:lnSpc>
                <a:spcPct val="95000"/>
              </a:lnSpc>
              <a:spcBef>
                <a:spcPts val="500"/>
              </a:spcBef>
              <a:spcAft>
                <a:spcPts val="0"/>
              </a:spcAft>
              <a:buClr>
                <a:schemeClr val="dk1"/>
              </a:buClr>
              <a:buSzPts val="1050"/>
              <a:buChar char="•"/>
              <a:defRPr sz="105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9" name="Google Shape;199;p39"/>
          <p:cNvSpPr txBox="1">
            <a:spLocks noGrp="1"/>
          </p:cNvSpPr>
          <p:nvPr>
            <p:ph type="ftr" idx="11"/>
          </p:nvPr>
        </p:nvSpPr>
        <p:spPr>
          <a:xfrm>
            <a:off x="5197840" y="6638792"/>
            <a:ext cx="1817489" cy="143629"/>
          </a:xfrm>
          <a:prstGeom prst="rect">
            <a:avLst/>
          </a:prstGeom>
          <a:noFill/>
          <a:ln>
            <a:noFill/>
          </a:ln>
        </p:spPr>
        <p:txBody>
          <a:bodyPr spcFirstLastPara="1" wrap="square" lIns="0" tIns="0" rIns="0" bIns="0" anchor="ctr" anchorCtr="0">
            <a:sp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0" name="Google Shape;200;p39"/>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1" name="Google Shape;201;p39"/>
          <p:cNvSpPr txBox="1">
            <a:spLocks noGrp="1"/>
          </p:cNvSpPr>
          <p:nvPr>
            <p:ph type="body" idx="2"/>
          </p:nvPr>
        </p:nvSpPr>
        <p:spPr>
          <a:xfrm>
            <a:off x="647700" y="1657350"/>
            <a:ext cx="4803775" cy="320675"/>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1600"/>
              </a:spcBef>
              <a:spcAft>
                <a:spcPts val="0"/>
              </a:spcAft>
              <a:buClr>
                <a:schemeClr val="accent1"/>
              </a:buClr>
              <a:buSzPts val="1600"/>
              <a:buNone/>
              <a:defRPr sz="1600" b="1">
                <a:solidFill>
                  <a:schemeClr val="accent1"/>
                </a:solidFill>
              </a:defRPr>
            </a:lvl1pPr>
            <a:lvl2pPr marL="914400" lvl="1" indent="-228600" algn="l">
              <a:lnSpc>
                <a:spcPct val="95000"/>
              </a:lnSpc>
              <a:spcBef>
                <a:spcPts val="500"/>
              </a:spcBef>
              <a:spcAft>
                <a:spcPts val="0"/>
              </a:spcAft>
              <a:buClr>
                <a:schemeClr val="dk1"/>
              </a:buClr>
              <a:buSzPts val="1400"/>
              <a:buNone/>
              <a:defRPr/>
            </a:lvl2pPr>
            <a:lvl3pPr marL="1371600" lvl="2" indent="-342900" algn="l">
              <a:lnSpc>
                <a:spcPct val="95000"/>
              </a:lnSpc>
              <a:spcBef>
                <a:spcPts val="500"/>
              </a:spcBef>
              <a:spcAft>
                <a:spcPts val="0"/>
              </a:spcAft>
              <a:buClr>
                <a:schemeClr val="dk1"/>
              </a:buClr>
              <a:buSzPts val="1800"/>
              <a:buChar char="•"/>
              <a:defRPr/>
            </a:lvl3pPr>
            <a:lvl4pPr marL="1828800" lvl="3" indent="-342900" algn="l">
              <a:lnSpc>
                <a:spcPct val="95000"/>
              </a:lnSpc>
              <a:spcBef>
                <a:spcPts val="500"/>
              </a:spcBef>
              <a:spcAft>
                <a:spcPts val="0"/>
              </a:spcAft>
              <a:buClr>
                <a:schemeClr val="dk1"/>
              </a:buClr>
              <a:buSzPts val="1800"/>
              <a:buChar char="•"/>
              <a:defRPr/>
            </a:lvl4pPr>
            <a:lvl5pPr marL="2286000" lvl="4" indent="-342900" algn="l">
              <a:lnSpc>
                <a:spcPct val="95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2" name="Google Shape;202;p39"/>
          <p:cNvSpPr txBox="1">
            <a:spLocks noGrp="1"/>
          </p:cNvSpPr>
          <p:nvPr>
            <p:ph type="body" idx="3"/>
          </p:nvPr>
        </p:nvSpPr>
        <p:spPr>
          <a:xfrm>
            <a:off x="6858000" y="1657350"/>
            <a:ext cx="4803775" cy="320675"/>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1600"/>
              </a:spcBef>
              <a:spcAft>
                <a:spcPts val="0"/>
              </a:spcAft>
              <a:buClr>
                <a:schemeClr val="accent1"/>
              </a:buClr>
              <a:buSzPts val="1600"/>
              <a:buNone/>
              <a:defRPr sz="1600" b="1">
                <a:solidFill>
                  <a:schemeClr val="accent1"/>
                </a:solidFill>
              </a:defRPr>
            </a:lvl1pPr>
            <a:lvl2pPr marL="914400" lvl="1" indent="-228600" algn="l">
              <a:lnSpc>
                <a:spcPct val="95000"/>
              </a:lnSpc>
              <a:spcBef>
                <a:spcPts val="500"/>
              </a:spcBef>
              <a:spcAft>
                <a:spcPts val="0"/>
              </a:spcAft>
              <a:buClr>
                <a:schemeClr val="dk1"/>
              </a:buClr>
              <a:buSzPts val="1400"/>
              <a:buNone/>
              <a:defRPr/>
            </a:lvl2pPr>
            <a:lvl3pPr marL="1371600" lvl="2" indent="-342900" algn="l">
              <a:lnSpc>
                <a:spcPct val="95000"/>
              </a:lnSpc>
              <a:spcBef>
                <a:spcPts val="500"/>
              </a:spcBef>
              <a:spcAft>
                <a:spcPts val="0"/>
              </a:spcAft>
              <a:buClr>
                <a:schemeClr val="dk1"/>
              </a:buClr>
              <a:buSzPts val="1800"/>
              <a:buChar char="•"/>
              <a:defRPr/>
            </a:lvl3pPr>
            <a:lvl4pPr marL="1828800" lvl="3" indent="-342900" algn="l">
              <a:lnSpc>
                <a:spcPct val="95000"/>
              </a:lnSpc>
              <a:spcBef>
                <a:spcPts val="500"/>
              </a:spcBef>
              <a:spcAft>
                <a:spcPts val="0"/>
              </a:spcAft>
              <a:buClr>
                <a:schemeClr val="dk1"/>
              </a:buClr>
              <a:buSzPts val="1800"/>
              <a:buChar char="•"/>
              <a:defRPr/>
            </a:lvl4pPr>
            <a:lvl5pPr marL="2286000" lvl="4" indent="-342900" algn="l">
              <a:lnSpc>
                <a:spcPct val="95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left graphic">
  <p:cSld name="left graphic">
    <p:spTree>
      <p:nvGrpSpPr>
        <p:cNvPr id="1" name="Shape 203"/>
        <p:cNvGrpSpPr/>
        <p:nvPr/>
      </p:nvGrpSpPr>
      <p:grpSpPr>
        <a:xfrm>
          <a:off x="0" y="0"/>
          <a:ext cx="0" cy="0"/>
          <a:chOff x="0" y="0"/>
          <a:chExt cx="0" cy="0"/>
        </a:xfrm>
      </p:grpSpPr>
      <p:sp>
        <p:nvSpPr>
          <p:cNvPr id="204" name="Google Shape;204;p40"/>
          <p:cNvSpPr txBox="1">
            <a:spLocks noGrp="1"/>
          </p:cNvSpPr>
          <p:nvPr>
            <p:ph type="title"/>
          </p:nvPr>
        </p:nvSpPr>
        <p:spPr>
          <a:xfrm>
            <a:off x="665791" y="219197"/>
            <a:ext cx="10992810" cy="856407"/>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5" name="Google Shape;205;p40"/>
          <p:cNvSpPr txBox="1">
            <a:spLocks noGrp="1"/>
          </p:cNvSpPr>
          <p:nvPr>
            <p:ph type="ftr" idx="11"/>
          </p:nvPr>
        </p:nvSpPr>
        <p:spPr>
          <a:xfrm>
            <a:off x="5197840" y="6638792"/>
            <a:ext cx="1817489" cy="143629"/>
          </a:xfrm>
          <a:prstGeom prst="rect">
            <a:avLst/>
          </a:prstGeom>
          <a:noFill/>
          <a:ln>
            <a:noFill/>
          </a:ln>
        </p:spPr>
        <p:txBody>
          <a:bodyPr spcFirstLastPara="1" wrap="square" lIns="0" tIns="0" rIns="0" bIns="0" anchor="ctr" anchorCtr="0">
            <a:sp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40"/>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7" name="Google Shape;207;p40"/>
          <p:cNvSpPr txBox="1">
            <a:spLocks noGrp="1"/>
          </p:cNvSpPr>
          <p:nvPr>
            <p:ph type="body" idx="1"/>
          </p:nvPr>
        </p:nvSpPr>
        <p:spPr>
          <a:xfrm>
            <a:off x="6858000" y="2047630"/>
            <a:ext cx="4790375" cy="4180641"/>
          </a:xfrm>
          <a:prstGeom prst="rect">
            <a:avLst/>
          </a:prstGeom>
          <a:noFill/>
          <a:ln>
            <a:noFill/>
          </a:ln>
        </p:spPr>
        <p:txBody>
          <a:bodyPr spcFirstLastPara="1" wrap="square" lIns="0" tIns="0" rIns="0" bIns="0" anchor="t" anchorCtr="0">
            <a:noAutofit/>
          </a:bodyPr>
          <a:lstStyle>
            <a:lvl1pPr marL="457200" lvl="0" indent="-317500" algn="l">
              <a:lnSpc>
                <a:spcPct val="110000"/>
              </a:lnSpc>
              <a:spcBef>
                <a:spcPts val="1600"/>
              </a:spcBef>
              <a:spcAft>
                <a:spcPts val="0"/>
              </a:spcAft>
              <a:buClr>
                <a:schemeClr val="dk1"/>
              </a:buClr>
              <a:buSzPts val="1400"/>
              <a:buFont typeface="Arial"/>
              <a:buChar char="•"/>
              <a:defRPr/>
            </a:lvl1pPr>
            <a:lvl2pPr marL="914400" lvl="1" indent="-317500" algn="l">
              <a:lnSpc>
                <a:spcPct val="95000"/>
              </a:lnSpc>
              <a:spcBef>
                <a:spcPts val="500"/>
              </a:spcBef>
              <a:spcAft>
                <a:spcPts val="0"/>
              </a:spcAft>
              <a:buClr>
                <a:schemeClr val="dk1"/>
              </a:buClr>
              <a:buSzPts val="1400"/>
              <a:buFont typeface="Lato"/>
              <a:buChar char="–"/>
              <a:defRPr/>
            </a:lvl2pPr>
            <a:lvl3pPr marL="1371600" lvl="2" indent="-304800" algn="l">
              <a:lnSpc>
                <a:spcPct val="95000"/>
              </a:lnSpc>
              <a:spcBef>
                <a:spcPts val="500"/>
              </a:spcBef>
              <a:spcAft>
                <a:spcPts val="0"/>
              </a:spcAft>
              <a:buClr>
                <a:schemeClr val="dk1"/>
              </a:buClr>
              <a:buSzPts val="1200"/>
              <a:buChar char="•"/>
              <a:defRPr/>
            </a:lvl3pPr>
            <a:lvl4pPr marL="1828800" lvl="3" indent="-295275" algn="l">
              <a:lnSpc>
                <a:spcPct val="95000"/>
              </a:lnSpc>
              <a:spcBef>
                <a:spcPts val="500"/>
              </a:spcBef>
              <a:spcAft>
                <a:spcPts val="0"/>
              </a:spcAft>
              <a:buClr>
                <a:schemeClr val="dk1"/>
              </a:buClr>
              <a:buSzPts val="1050"/>
              <a:buChar char="•"/>
              <a:defRPr sz="1050"/>
            </a:lvl4pPr>
            <a:lvl5pPr marL="2286000" lvl="4" indent="-295275" algn="l">
              <a:lnSpc>
                <a:spcPct val="95000"/>
              </a:lnSpc>
              <a:spcBef>
                <a:spcPts val="500"/>
              </a:spcBef>
              <a:spcAft>
                <a:spcPts val="0"/>
              </a:spcAft>
              <a:buClr>
                <a:schemeClr val="dk1"/>
              </a:buClr>
              <a:buSzPts val="1050"/>
              <a:buChar char="•"/>
              <a:defRPr sz="105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8" name="Google Shape;208;p40"/>
          <p:cNvSpPr txBox="1">
            <a:spLocks noGrp="1"/>
          </p:cNvSpPr>
          <p:nvPr>
            <p:ph type="body" idx="2"/>
          </p:nvPr>
        </p:nvSpPr>
        <p:spPr>
          <a:xfrm>
            <a:off x="647700" y="1657350"/>
            <a:ext cx="4803775" cy="320675"/>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1600"/>
              </a:spcBef>
              <a:spcAft>
                <a:spcPts val="0"/>
              </a:spcAft>
              <a:buClr>
                <a:schemeClr val="accent1"/>
              </a:buClr>
              <a:buSzPts val="1600"/>
              <a:buNone/>
              <a:defRPr sz="1600" b="1">
                <a:solidFill>
                  <a:schemeClr val="accent1"/>
                </a:solidFill>
              </a:defRPr>
            </a:lvl1pPr>
            <a:lvl2pPr marL="914400" lvl="1" indent="-228600" algn="l">
              <a:lnSpc>
                <a:spcPct val="95000"/>
              </a:lnSpc>
              <a:spcBef>
                <a:spcPts val="500"/>
              </a:spcBef>
              <a:spcAft>
                <a:spcPts val="0"/>
              </a:spcAft>
              <a:buClr>
                <a:schemeClr val="dk1"/>
              </a:buClr>
              <a:buSzPts val="1400"/>
              <a:buNone/>
              <a:defRPr/>
            </a:lvl2pPr>
            <a:lvl3pPr marL="1371600" lvl="2" indent="-342900" algn="l">
              <a:lnSpc>
                <a:spcPct val="95000"/>
              </a:lnSpc>
              <a:spcBef>
                <a:spcPts val="500"/>
              </a:spcBef>
              <a:spcAft>
                <a:spcPts val="0"/>
              </a:spcAft>
              <a:buClr>
                <a:schemeClr val="dk1"/>
              </a:buClr>
              <a:buSzPts val="1800"/>
              <a:buChar char="•"/>
              <a:defRPr/>
            </a:lvl3pPr>
            <a:lvl4pPr marL="1828800" lvl="3" indent="-342900" algn="l">
              <a:lnSpc>
                <a:spcPct val="95000"/>
              </a:lnSpc>
              <a:spcBef>
                <a:spcPts val="500"/>
              </a:spcBef>
              <a:spcAft>
                <a:spcPts val="0"/>
              </a:spcAft>
              <a:buClr>
                <a:schemeClr val="dk1"/>
              </a:buClr>
              <a:buSzPts val="1800"/>
              <a:buChar char="•"/>
              <a:defRPr/>
            </a:lvl4pPr>
            <a:lvl5pPr marL="2286000" lvl="4" indent="-342900" algn="l">
              <a:lnSpc>
                <a:spcPct val="95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9" name="Google Shape;209;p40"/>
          <p:cNvSpPr txBox="1">
            <a:spLocks noGrp="1"/>
          </p:cNvSpPr>
          <p:nvPr>
            <p:ph type="body" idx="3"/>
          </p:nvPr>
        </p:nvSpPr>
        <p:spPr>
          <a:xfrm>
            <a:off x="6858000" y="1657350"/>
            <a:ext cx="4803775" cy="320675"/>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1600"/>
              </a:spcBef>
              <a:spcAft>
                <a:spcPts val="0"/>
              </a:spcAft>
              <a:buClr>
                <a:schemeClr val="accent1"/>
              </a:buClr>
              <a:buSzPts val="1600"/>
              <a:buNone/>
              <a:defRPr sz="1600" b="1">
                <a:solidFill>
                  <a:schemeClr val="accent1"/>
                </a:solidFill>
              </a:defRPr>
            </a:lvl1pPr>
            <a:lvl2pPr marL="914400" lvl="1" indent="-228600" algn="l">
              <a:lnSpc>
                <a:spcPct val="95000"/>
              </a:lnSpc>
              <a:spcBef>
                <a:spcPts val="500"/>
              </a:spcBef>
              <a:spcAft>
                <a:spcPts val="0"/>
              </a:spcAft>
              <a:buClr>
                <a:schemeClr val="dk1"/>
              </a:buClr>
              <a:buSzPts val="1400"/>
              <a:buNone/>
              <a:defRPr/>
            </a:lvl2pPr>
            <a:lvl3pPr marL="1371600" lvl="2" indent="-342900" algn="l">
              <a:lnSpc>
                <a:spcPct val="95000"/>
              </a:lnSpc>
              <a:spcBef>
                <a:spcPts val="500"/>
              </a:spcBef>
              <a:spcAft>
                <a:spcPts val="0"/>
              </a:spcAft>
              <a:buClr>
                <a:schemeClr val="dk1"/>
              </a:buClr>
              <a:buSzPts val="1800"/>
              <a:buChar char="•"/>
              <a:defRPr/>
            </a:lvl3pPr>
            <a:lvl4pPr marL="1828800" lvl="3" indent="-342900" algn="l">
              <a:lnSpc>
                <a:spcPct val="95000"/>
              </a:lnSpc>
              <a:spcBef>
                <a:spcPts val="500"/>
              </a:spcBef>
              <a:spcAft>
                <a:spcPts val="0"/>
              </a:spcAft>
              <a:buClr>
                <a:schemeClr val="dk1"/>
              </a:buClr>
              <a:buSzPts val="1800"/>
              <a:buChar char="•"/>
              <a:defRPr/>
            </a:lvl4pPr>
            <a:lvl5pPr marL="2286000" lvl="4" indent="-342900" algn="l">
              <a:lnSpc>
                <a:spcPct val="95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tatment">
  <p:cSld name="Statment">
    <p:spTree>
      <p:nvGrpSpPr>
        <p:cNvPr id="1" name="Shape 210"/>
        <p:cNvGrpSpPr/>
        <p:nvPr/>
      </p:nvGrpSpPr>
      <p:grpSpPr>
        <a:xfrm>
          <a:off x="0" y="0"/>
          <a:ext cx="0" cy="0"/>
          <a:chOff x="0" y="0"/>
          <a:chExt cx="0" cy="0"/>
        </a:xfrm>
      </p:grpSpPr>
      <p:sp>
        <p:nvSpPr>
          <p:cNvPr id="211" name="Google Shape;211;p41"/>
          <p:cNvSpPr txBox="1">
            <a:spLocks noGrp="1"/>
          </p:cNvSpPr>
          <p:nvPr>
            <p:ph type="ftr" idx="11"/>
          </p:nvPr>
        </p:nvSpPr>
        <p:spPr>
          <a:xfrm>
            <a:off x="5197840" y="6638792"/>
            <a:ext cx="1817489" cy="143629"/>
          </a:xfrm>
          <a:prstGeom prst="rect">
            <a:avLst/>
          </a:prstGeom>
          <a:noFill/>
          <a:ln>
            <a:noFill/>
          </a:ln>
        </p:spPr>
        <p:txBody>
          <a:bodyPr spcFirstLastPara="1" wrap="square" lIns="0" tIns="0" rIns="0" bIns="0" anchor="ctr" anchorCtr="0">
            <a:sp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2" name="Google Shape;212;p41"/>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13" name="Google Shape;213;p41"/>
          <p:cNvSpPr/>
          <p:nvPr/>
        </p:nvSpPr>
        <p:spPr>
          <a:xfrm>
            <a:off x="0" y="383177"/>
            <a:ext cx="12192000" cy="13831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Lato"/>
              <a:ea typeface="Lato"/>
              <a:cs typeface="Lato"/>
              <a:sym typeface="Lato"/>
            </a:endParaRPr>
          </a:p>
        </p:txBody>
      </p:sp>
      <p:sp>
        <p:nvSpPr>
          <p:cNvPr id="214" name="Google Shape;214;p41"/>
          <p:cNvSpPr/>
          <p:nvPr/>
        </p:nvSpPr>
        <p:spPr>
          <a:xfrm>
            <a:off x="0" y="1459380"/>
            <a:ext cx="12192000" cy="3892061"/>
          </a:xfrm>
          <a:prstGeom prst="rect">
            <a:avLst/>
          </a:prstGeom>
          <a:gradFill>
            <a:gsLst>
              <a:gs pos="0">
                <a:srgbClr val="73992F"/>
              </a:gs>
              <a:gs pos="27000">
                <a:srgbClr val="73992F"/>
              </a:gs>
              <a:gs pos="100000">
                <a:schemeClr val="accent1"/>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Lato"/>
              <a:ea typeface="Lato"/>
              <a:cs typeface="Lato"/>
              <a:sym typeface="Lato"/>
            </a:endParaRPr>
          </a:p>
        </p:txBody>
      </p:sp>
      <p:sp>
        <p:nvSpPr>
          <p:cNvPr id="215" name="Google Shape;215;p41"/>
          <p:cNvSpPr txBox="1">
            <a:spLocks noGrp="1"/>
          </p:cNvSpPr>
          <p:nvPr>
            <p:ph type="body" idx="1"/>
          </p:nvPr>
        </p:nvSpPr>
        <p:spPr>
          <a:xfrm>
            <a:off x="827314" y="1654629"/>
            <a:ext cx="10654369" cy="3579222"/>
          </a:xfrm>
          <a:prstGeom prst="rect">
            <a:avLst/>
          </a:prstGeom>
          <a:noFill/>
          <a:ln>
            <a:noFill/>
          </a:ln>
        </p:spPr>
        <p:txBody>
          <a:bodyPr spcFirstLastPara="1" wrap="square" lIns="0" tIns="0" rIns="0" bIns="0" anchor="ctr" anchorCtr="0">
            <a:noAutofit/>
          </a:bodyPr>
          <a:lstStyle>
            <a:lvl1pPr marL="457200" lvl="0" indent="-406400" algn="l">
              <a:lnSpc>
                <a:spcPct val="100000"/>
              </a:lnSpc>
              <a:spcBef>
                <a:spcPts val="1600"/>
              </a:spcBef>
              <a:spcAft>
                <a:spcPts val="0"/>
              </a:spcAft>
              <a:buClr>
                <a:schemeClr val="lt1"/>
              </a:buClr>
              <a:buSzPts val="2800"/>
              <a:buFont typeface="Lato"/>
              <a:buChar char="–"/>
              <a:defRPr sz="2800" cap="none">
                <a:solidFill>
                  <a:schemeClr val="lt1"/>
                </a:solidFill>
              </a:defRPr>
            </a:lvl1pPr>
            <a:lvl2pPr marL="914400" lvl="1" indent="-342900" algn="l">
              <a:lnSpc>
                <a:spcPct val="95000"/>
              </a:lnSpc>
              <a:spcBef>
                <a:spcPts val="500"/>
              </a:spcBef>
              <a:spcAft>
                <a:spcPts val="0"/>
              </a:spcAft>
              <a:buClr>
                <a:schemeClr val="dk1"/>
              </a:buClr>
              <a:buSzPts val="1800"/>
              <a:buChar char="•"/>
              <a:defRPr/>
            </a:lvl2pPr>
            <a:lvl3pPr marL="1371600" lvl="2" indent="-342900" algn="l">
              <a:lnSpc>
                <a:spcPct val="95000"/>
              </a:lnSpc>
              <a:spcBef>
                <a:spcPts val="500"/>
              </a:spcBef>
              <a:spcAft>
                <a:spcPts val="0"/>
              </a:spcAft>
              <a:buClr>
                <a:schemeClr val="dk1"/>
              </a:buClr>
              <a:buSzPts val="1800"/>
              <a:buChar char="•"/>
              <a:defRPr/>
            </a:lvl3pPr>
            <a:lvl4pPr marL="1828800" lvl="3" indent="-342900" algn="l">
              <a:lnSpc>
                <a:spcPct val="95000"/>
              </a:lnSpc>
              <a:spcBef>
                <a:spcPts val="500"/>
              </a:spcBef>
              <a:spcAft>
                <a:spcPts val="0"/>
              </a:spcAft>
              <a:buClr>
                <a:schemeClr val="dk1"/>
              </a:buClr>
              <a:buSzPts val="1800"/>
              <a:buChar char="•"/>
              <a:defRPr/>
            </a:lvl4pPr>
            <a:lvl5pPr marL="2286000" lvl="4" indent="-342900" algn="l">
              <a:lnSpc>
                <a:spcPct val="95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_Statment">
  <p:cSld name="2_Statment">
    <p:spTree>
      <p:nvGrpSpPr>
        <p:cNvPr id="1" name="Shape 216"/>
        <p:cNvGrpSpPr/>
        <p:nvPr/>
      </p:nvGrpSpPr>
      <p:grpSpPr>
        <a:xfrm>
          <a:off x="0" y="0"/>
          <a:ext cx="0" cy="0"/>
          <a:chOff x="0" y="0"/>
          <a:chExt cx="0" cy="0"/>
        </a:xfrm>
      </p:grpSpPr>
      <p:sp>
        <p:nvSpPr>
          <p:cNvPr id="217" name="Google Shape;217;p42"/>
          <p:cNvSpPr txBox="1">
            <a:spLocks noGrp="1"/>
          </p:cNvSpPr>
          <p:nvPr>
            <p:ph type="ftr" idx="11"/>
          </p:nvPr>
        </p:nvSpPr>
        <p:spPr>
          <a:xfrm>
            <a:off x="5197840" y="6638792"/>
            <a:ext cx="1817489" cy="143629"/>
          </a:xfrm>
          <a:prstGeom prst="rect">
            <a:avLst/>
          </a:prstGeom>
          <a:noFill/>
          <a:ln>
            <a:noFill/>
          </a:ln>
        </p:spPr>
        <p:txBody>
          <a:bodyPr spcFirstLastPara="1" wrap="square" lIns="0" tIns="0" rIns="0" bIns="0" anchor="ctr" anchorCtr="0">
            <a:sp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8" name="Google Shape;218;p42"/>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19" name="Google Shape;219;p42"/>
          <p:cNvSpPr/>
          <p:nvPr/>
        </p:nvSpPr>
        <p:spPr>
          <a:xfrm>
            <a:off x="0" y="477078"/>
            <a:ext cx="12192000" cy="109761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Lato"/>
              <a:ea typeface="Lato"/>
              <a:cs typeface="Lato"/>
              <a:sym typeface="Lato"/>
            </a:endParaRPr>
          </a:p>
        </p:txBody>
      </p:sp>
      <p:sp>
        <p:nvSpPr>
          <p:cNvPr id="220" name="Google Shape;220;p42"/>
          <p:cNvSpPr/>
          <p:nvPr/>
        </p:nvSpPr>
        <p:spPr>
          <a:xfrm>
            <a:off x="2443769" y="1459380"/>
            <a:ext cx="7338645" cy="3892061"/>
          </a:xfrm>
          <a:prstGeom prst="rect">
            <a:avLst/>
          </a:prstGeom>
          <a:gradFill>
            <a:gsLst>
              <a:gs pos="0">
                <a:srgbClr val="73992F"/>
              </a:gs>
              <a:gs pos="27000">
                <a:srgbClr val="73992F"/>
              </a:gs>
              <a:gs pos="100000">
                <a:schemeClr val="accent1"/>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Lato"/>
              <a:ea typeface="Lato"/>
              <a:cs typeface="Lato"/>
              <a:sym typeface="Lato"/>
            </a:endParaRPr>
          </a:p>
        </p:txBody>
      </p:sp>
      <p:sp>
        <p:nvSpPr>
          <p:cNvPr id="221" name="Google Shape;221;p42"/>
          <p:cNvSpPr txBox="1">
            <a:spLocks noGrp="1"/>
          </p:cNvSpPr>
          <p:nvPr>
            <p:ph type="body" idx="1"/>
          </p:nvPr>
        </p:nvSpPr>
        <p:spPr>
          <a:xfrm>
            <a:off x="2962429" y="2046436"/>
            <a:ext cx="6296298" cy="2673350"/>
          </a:xfrm>
          <a:prstGeom prst="rect">
            <a:avLst/>
          </a:prstGeom>
          <a:noFill/>
          <a:ln>
            <a:noFill/>
          </a:ln>
        </p:spPr>
        <p:txBody>
          <a:bodyPr spcFirstLastPara="1" wrap="square" lIns="0" tIns="0" rIns="0" bIns="0" anchor="ctr" anchorCtr="0">
            <a:noAutofit/>
          </a:bodyPr>
          <a:lstStyle>
            <a:lvl1pPr marL="457200" lvl="0" indent="-228600" algn="l">
              <a:lnSpc>
                <a:spcPct val="110000"/>
              </a:lnSpc>
              <a:spcBef>
                <a:spcPts val="1600"/>
              </a:spcBef>
              <a:spcAft>
                <a:spcPts val="0"/>
              </a:spcAft>
              <a:buClr>
                <a:schemeClr val="lt1"/>
              </a:buClr>
              <a:buSzPts val="3600"/>
              <a:buNone/>
              <a:defRPr sz="3600" cap="none">
                <a:solidFill>
                  <a:schemeClr val="lt1"/>
                </a:solidFill>
              </a:defRPr>
            </a:lvl1pPr>
            <a:lvl2pPr marL="914400" lvl="1" indent="-228600" algn="l">
              <a:lnSpc>
                <a:spcPct val="95000"/>
              </a:lnSpc>
              <a:spcBef>
                <a:spcPts val="500"/>
              </a:spcBef>
              <a:spcAft>
                <a:spcPts val="0"/>
              </a:spcAft>
              <a:buClr>
                <a:schemeClr val="dk1"/>
              </a:buClr>
              <a:buSzPts val="1400"/>
              <a:buNone/>
              <a:defRPr/>
            </a:lvl2pPr>
            <a:lvl3pPr marL="1371600" lvl="2" indent="-342900" algn="l">
              <a:lnSpc>
                <a:spcPct val="95000"/>
              </a:lnSpc>
              <a:spcBef>
                <a:spcPts val="500"/>
              </a:spcBef>
              <a:spcAft>
                <a:spcPts val="0"/>
              </a:spcAft>
              <a:buClr>
                <a:schemeClr val="dk1"/>
              </a:buClr>
              <a:buSzPts val="1800"/>
              <a:buChar char="•"/>
              <a:defRPr/>
            </a:lvl3pPr>
            <a:lvl4pPr marL="1828800" lvl="3" indent="-342900" algn="l">
              <a:lnSpc>
                <a:spcPct val="95000"/>
              </a:lnSpc>
              <a:spcBef>
                <a:spcPts val="500"/>
              </a:spcBef>
              <a:spcAft>
                <a:spcPts val="0"/>
              </a:spcAft>
              <a:buClr>
                <a:schemeClr val="dk1"/>
              </a:buClr>
              <a:buSzPts val="1800"/>
              <a:buChar char="•"/>
              <a:defRPr/>
            </a:lvl4pPr>
            <a:lvl5pPr marL="2286000" lvl="4" indent="-342900" algn="l">
              <a:lnSpc>
                <a:spcPct val="95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ows">
  <p:cSld name="rows">
    <p:spTree>
      <p:nvGrpSpPr>
        <p:cNvPr id="1" name="Shape 222"/>
        <p:cNvGrpSpPr/>
        <p:nvPr/>
      </p:nvGrpSpPr>
      <p:grpSpPr>
        <a:xfrm>
          <a:off x="0" y="0"/>
          <a:ext cx="0" cy="0"/>
          <a:chOff x="0" y="0"/>
          <a:chExt cx="0" cy="0"/>
        </a:xfrm>
      </p:grpSpPr>
      <p:sp>
        <p:nvSpPr>
          <p:cNvPr id="223" name="Google Shape;223;p43"/>
          <p:cNvSpPr txBox="1">
            <a:spLocks noGrp="1"/>
          </p:cNvSpPr>
          <p:nvPr>
            <p:ph type="title"/>
          </p:nvPr>
        </p:nvSpPr>
        <p:spPr>
          <a:xfrm>
            <a:off x="665791" y="219197"/>
            <a:ext cx="10992810" cy="856407"/>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4" name="Google Shape;224;p43"/>
          <p:cNvSpPr txBox="1">
            <a:spLocks noGrp="1"/>
          </p:cNvSpPr>
          <p:nvPr>
            <p:ph type="ftr" idx="11"/>
          </p:nvPr>
        </p:nvSpPr>
        <p:spPr>
          <a:xfrm>
            <a:off x="5197840" y="6638792"/>
            <a:ext cx="1817489" cy="143629"/>
          </a:xfrm>
          <a:prstGeom prst="rect">
            <a:avLst/>
          </a:prstGeom>
          <a:noFill/>
          <a:ln>
            <a:noFill/>
          </a:ln>
        </p:spPr>
        <p:txBody>
          <a:bodyPr spcFirstLastPara="1" wrap="square" lIns="0" tIns="0" rIns="0" bIns="0" anchor="ctr" anchorCtr="0">
            <a:sp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5" name="Google Shape;225;p43"/>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6" name="Google Shape;226;p43"/>
          <p:cNvSpPr txBox="1">
            <a:spLocks noGrp="1"/>
          </p:cNvSpPr>
          <p:nvPr>
            <p:ph type="body" idx="1"/>
          </p:nvPr>
        </p:nvSpPr>
        <p:spPr>
          <a:xfrm>
            <a:off x="664322" y="1368564"/>
            <a:ext cx="11023911" cy="460439"/>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1600"/>
              </a:spcBef>
              <a:spcAft>
                <a:spcPts val="0"/>
              </a:spcAft>
              <a:buClr>
                <a:schemeClr val="dk1"/>
              </a:buClr>
              <a:buSzPts val="1800"/>
              <a:buNone/>
              <a:defRPr sz="1800">
                <a:solidFill>
                  <a:schemeClr val="dk1"/>
                </a:solidFill>
              </a:defRPr>
            </a:lvl1pPr>
            <a:lvl2pPr marL="914400" lvl="1" indent="-342900" algn="l">
              <a:lnSpc>
                <a:spcPct val="95000"/>
              </a:lnSpc>
              <a:spcBef>
                <a:spcPts val="500"/>
              </a:spcBef>
              <a:spcAft>
                <a:spcPts val="0"/>
              </a:spcAft>
              <a:buClr>
                <a:schemeClr val="dk1"/>
              </a:buClr>
              <a:buSzPts val="1800"/>
              <a:buChar char="•"/>
              <a:defRPr/>
            </a:lvl2pPr>
            <a:lvl3pPr marL="1371600" lvl="2" indent="-342900" algn="l">
              <a:lnSpc>
                <a:spcPct val="95000"/>
              </a:lnSpc>
              <a:spcBef>
                <a:spcPts val="500"/>
              </a:spcBef>
              <a:spcAft>
                <a:spcPts val="0"/>
              </a:spcAft>
              <a:buClr>
                <a:schemeClr val="dk1"/>
              </a:buClr>
              <a:buSzPts val="1800"/>
              <a:buChar char="•"/>
              <a:defRPr/>
            </a:lvl3pPr>
            <a:lvl4pPr marL="1828800" lvl="3" indent="-342900" algn="l">
              <a:lnSpc>
                <a:spcPct val="95000"/>
              </a:lnSpc>
              <a:spcBef>
                <a:spcPts val="500"/>
              </a:spcBef>
              <a:spcAft>
                <a:spcPts val="0"/>
              </a:spcAft>
              <a:buClr>
                <a:schemeClr val="dk1"/>
              </a:buClr>
              <a:buSzPts val="1800"/>
              <a:buChar char="•"/>
              <a:defRPr/>
            </a:lvl4pPr>
            <a:lvl5pPr marL="2286000" lvl="4" indent="-342900" algn="l">
              <a:lnSpc>
                <a:spcPct val="95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7" name="Google Shape;227;p43"/>
          <p:cNvSpPr txBox="1">
            <a:spLocks noGrp="1"/>
          </p:cNvSpPr>
          <p:nvPr>
            <p:ph type="body" idx="2"/>
          </p:nvPr>
        </p:nvSpPr>
        <p:spPr>
          <a:xfrm>
            <a:off x="665791" y="2377197"/>
            <a:ext cx="1841908" cy="896739"/>
          </a:xfrm>
          <a:prstGeom prst="rect">
            <a:avLst/>
          </a:prstGeom>
          <a:solidFill>
            <a:schemeClr val="accent1"/>
          </a:solidFill>
          <a:ln>
            <a:noFill/>
          </a:ln>
        </p:spPr>
        <p:txBody>
          <a:bodyPr spcFirstLastPara="1" wrap="square" lIns="91425" tIns="0" rIns="0" bIns="0" anchor="ctr" anchorCtr="0">
            <a:noAutofit/>
          </a:bodyPr>
          <a:lstStyle>
            <a:lvl1pPr marL="457200" lvl="0" indent="-228600" algn="l">
              <a:lnSpc>
                <a:spcPct val="90000"/>
              </a:lnSpc>
              <a:spcBef>
                <a:spcPts val="0"/>
              </a:spcBef>
              <a:spcAft>
                <a:spcPts val="0"/>
              </a:spcAft>
              <a:buClr>
                <a:schemeClr val="lt2"/>
              </a:buClr>
              <a:buSzPts val="1600"/>
              <a:buNone/>
              <a:defRPr sz="1600">
                <a:solidFill>
                  <a:schemeClr val="lt2"/>
                </a:solidFill>
              </a:defRPr>
            </a:lvl1pPr>
            <a:lvl2pPr marL="914400" lvl="1" indent="-342900" algn="l">
              <a:lnSpc>
                <a:spcPct val="95000"/>
              </a:lnSpc>
              <a:spcBef>
                <a:spcPts val="500"/>
              </a:spcBef>
              <a:spcAft>
                <a:spcPts val="0"/>
              </a:spcAft>
              <a:buClr>
                <a:schemeClr val="dk1"/>
              </a:buClr>
              <a:buSzPts val="1800"/>
              <a:buChar char="•"/>
              <a:defRPr/>
            </a:lvl2pPr>
            <a:lvl3pPr marL="1371600" lvl="2" indent="-342900" algn="l">
              <a:lnSpc>
                <a:spcPct val="95000"/>
              </a:lnSpc>
              <a:spcBef>
                <a:spcPts val="500"/>
              </a:spcBef>
              <a:spcAft>
                <a:spcPts val="0"/>
              </a:spcAft>
              <a:buClr>
                <a:schemeClr val="dk1"/>
              </a:buClr>
              <a:buSzPts val="1800"/>
              <a:buChar char="•"/>
              <a:defRPr/>
            </a:lvl3pPr>
            <a:lvl4pPr marL="1828800" lvl="3" indent="-342900" algn="l">
              <a:lnSpc>
                <a:spcPct val="95000"/>
              </a:lnSpc>
              <a:spcBef>
                <a:spcPts val="500"/>
              </a:spcBef>
              <a:spcAft>
                <a:spcPts val="0"/>
              </a:spcAft>
              <a:buClr>
                <a:schemeClr val="dk1"/>
              </a:buClr>
              <a:buSzPts val="1800"/>
              <a:buChar char="•"/>
              <a:defRPr/>
            </a:lvl4pPr>
            <a:lvl5pPr marL="2286000" lvl="4" indent="-342900" algn="l">
              <a:lnSpc>
                <a:spcPct val="95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8" name="Google Shape;228;p43"/>
          <p:cNvSpPr txBox="1">
            <a:spLocks noGrp="1"/>
          </p:cNvSpPr>
          <p:nvPr>
            <p:ph type="body" idx="3"/>
          </p:nvPr>
        </p:nvSpPr>
        <p:spPr>
          <a:xfrm>
            <a:off x="2666999" y="2377197"/>
            <a:ext cx="8955367" cy="896739"/>
          </a:xfrm>
          <a:prstGeom prst="rect">
            <a:avLst/>
          </a:prstGeom>
          <a:solidFill>
            <a:srgbClr val="F2F2F2"/>
          </a:solidFill>
          <a:ln>
            <a:noFill/>
          </a:ln>
        </p:spPr>
        <p:txBody>
          <a:bodyPr spcFirstLastPara="1" wrap="square" lIns="91425" tIns="0" rIns="0" bIns="0" anchor="ctr" anchorCtr="0">
            <a:noAutofit/>
          </a:bodyPr>
          <a:lstStyle>
            <a:lvl1pPr marL="457200" lvl="0" indent="-317500" algn="l">
              <a:lnSpc>
                <a:spcPct val="95000"/>
              </a:lnSpc>
              <a:spcBef>
                <a:spcPts val="0"/>
              </a:spcBef>
              <a:spcAft>
                <a:spcPts val="0"/>
              </a:spcAft>
              <a:buClr>
                <a:schemeClr val="dk1"/>
              </a:buClr>
              <a:buSzPts val="1400"/>
              <a:buFont typeface="Arial"/>
              <a:buChar char="•"/>
              <a:defRPr sz="1400">
                <a:solidFill>
                  <a:schemeClr val="dk1"/>
                </a:solidFill>
              </a:defRPr>
            </a:lvl1pPr>
            <a:lvl2pPr marL="914400" lvl="1" indent="-342900" algn="l">
              <a:lnSpc>
                <a:spcPct val="95000"/>
              </a:lnSpc>
              <a:spcBef>
                <a:spcPts val="500"/>
              </a:spcBef>
              <a:spcAft>
                <a:spcPts val="0"/>
              </a:spcAft>
              <a:buClr>
                <a:schemeClr val="dk1"/>
              </a:buClr>
              <a:buSzPts val="1800"/>
              <a:buChar char="•"/>
              <a:defRPr/>
            </a:lvl2pPr>
            <a:lvl3pPr marL="1371600" lvl="2" indent="-342900" algn="l">
              <a:lnSpc>
                <a:spcPct val="95000"/>
              </a:lnSpc>
              <a:spcBef>
                <a:spcPts val="500"/>
              </a:spcBef>
              <a:spcAft>
                <a:spcPts val="0"/>
              </a:spcAft>
              <a:buClr>
                <a:schemeClr val="dk1"/>
              </a:buClr>
              <a:buSzPts val="1800"/>
              <a:buChar char="•"/>
              <a:defRPr/>
            </a:lvl3pPr>
            <a:lvl4pPr marL="1828800" lvl="3" indent="-342900" algn="l">
              <a:lnSpc>
                <a:spcPct val="95000"/>
              </a:lnSpc>
              <a:spcBef>
                <a:spcPts val="500"/>
              </a:spcBef>
              <a:spcAft>
                <a:spcPts val="0"/>
              </a:spcAft>
              <a:buClr>
                <a:schemeClr val="dk1"/>
              </a:buClr>
              <a:buSzPts val="1800"/>
              <a:buChar char="•"/>
              <a:defRPr/>
            </a:lvl4pPr>
            <a:lvl5pPr marL="2286000" lvl="4" indent="-342900" algn="l">
              <a:lnSpc>
                <a:spcPct val="95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3 columns">
  <p:cSld name="3 columns">
    <p:spTree>
      <p:nvGrpSpPr>
        <p:cNvPr id="1" name="Shape 229"/>
        <p:cNvGrpSpPr/>
        <p:nvPr/>
      </p:nvGrpSpPr>
      <p:grpSpPr>
        <a:xfrm>
          <a:off x="0" y="0"/>
          <a:ext cx="0" cy="0"/>
          <a:chOff x="0" y="0"/>
          <a:chExt cx="0" cy="0"/>
        </a:xfrm>
      </p:grpSpPr>
      <p:sp>
        <p:nvSpPr>
          <p:cNvPr id="230" name="Google Shape;230;p44"/>
          <p:cNvSpPr txBox="1">
            <a:spLocks noGrp="1"/>
          </p:cNvSpPr>
          <p:nvPr>
            <p:ph type="title"/>
          </p:nvPr>
        </p:nvSpPr>
        <p:spPr>
          <a:xfrm>
            <a:off x="665791" y="219197"/>
            <a:ext cx="10992810" cy="856407"/>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1" name="Google Shape;231;p44"/>
          <p:cNvSpPr txBox="1">
            <a:spLocks noGrp="1"/>
          </p:cNvSpPr>
          <p:nvPr>
            <p:ph type="body" idx="1"/>
          </p:nvPr>
        </p:nvSpPr>
        <p:spPr>
          <a:xfrm>
            <a:off x="647699" y="2537319"/>
            <a:ext cx="3328416" cy="2913571"/>
          </a:xfrm>
          <a:prstGeom prst="rect">
            <a:avLst/>
          </a:prstGeom>
          <a:noFill/>
          <a:ln w="9525" cap="flat" cmpd="sng">
            <a:solidFill>
              <a:schemeClr val="accent1"/>
            </a:solidFill>
            <a:prstDash val="solid"/>
            <a:round/>
            <a:headEnd type="none" w="sm" len="sm"/>
            <a:tailEnd type="none" w="sm" len="sm"/>
          </a:ln>
        </p:spPr>
        <p:txBody>
          <a:bodyPr spcFirstLastPara="1" wrap="square" lIns="118850" tIns="137150" rIns="0" bIns="0" anchor="t" anchorCtr="0">
            <a:noAutofit/>
          </a:bodyPr>
          <a:lstStyle>
            <a:lvl1pPr marL="457200" lvl="0" indent="-317500" algn="l">
              <a:lnSpc>
                <a:spcPct val="95000"/>
              </a:lnSpc>
              <a:spcBef>
                <a:spcPts val="600"/>
              </a:spcBef>
              <a:spcAft>
                <a:spcPts val="0"/>
              </a:spcAft>
              <a:buClr>
                <a:schemeClr val="dk1"/>
              </a:buClr>
              <a:buSzPts val="1400"/>
              <a:buFont typeface="Arial"/>
              <a:buChar char="•"/>
              <a:defRPr>
                <a:solidFill>
                  <a:schemeClr val="dk1"/>
                </a:solidFill>
              </a:defRPr>
            </a:lvl1pPr>
            <a:lvl2pPr marL="914400" lvl="1" indent="-317500" algn="l">
              <a:lnSpc>
                <a:spcPct val="95000"/>
              </a:lnSpc>
              <a:spcBef>
                <a:spcPts val="300"/>
              </a:spcBef>
              <a:spcAft>
                <a:spcPts val="0"/>
              </a:spcAft>
              <a:buClr>
                <a:schemeClr val="dk1"/>
              </a:buClr>
              <a:buSzPts val="1400"/>
              <a:buFont typeface="Lato"/>
              <a:buChar char="–"/>
              <a:defRPr>
                <a:solidFill>
                  <a:schemeClr val="dk1"/>
                </a:solidFill>
              </a:defRPr>
            </a:lvl2pPr>
            <a:lvl3pPr marL="1371600" lvl="2" indent="-304800" algn="l">
              <a:lnSpc>
                <a:spcPct val="95000"/>
              </a:lnSpc>
              <a:spcBef>
                <a:spcPts val="0"/>
              </a:spcBef>
              <a:spcAft>
                <a:spcPts val="0"/>
              </a:spcAft>
              <a:buClr>
                <a:schemeClr val="dk1"/>
              </a:buClr>
              <a:buSzPts val="1200"/>
              <a:buChar char="•"/>
              <a:defRPr>
                <a:solidFill>
                  <a:schemeClr val="dk1"/>
                </a:solidFill>
              </a:defRPr>
            </a:lvl3pPr>
            <a:lvl4pPr marL="1828800" lvl="3" indent="-295275" algn="l">
              <a:lnSpc>
                <a:spcPct val="95000"/>
              </a:lnSpc>
              <a:spcBef>
                <a:spcPts val="0"/>
              </a:spcBef>
              <a:spcAft>
                <a:spcPts val="0"/>
              </a:spcAft>
              <a:buClr>
                <a:schemeClr val="dk1"/>
              </a:buClr>
              <a:buSzPts val="1050"/>
              <a:buChar char="•"/>
              <a:defRPr sz="1050">
                <a:solidFill>
                  <a:schemeClr val="dk1"/>
                </a:solidFill>
              </a:defRPr>
            </a:lvl4pPr>
            <a:lvl5pPr marL="2286000" lvl="4" indent="-295275" algn="l">
              <a:lnSpc>
                <a:spcPct val="95000"/>
              </a:lnSpc>
              <a:spcBef>
                <a:spcPts val="0"/>
              </a:spcBef>
              <a:spcAft>
                <a:spcPts val="0"/>
              </a:spcAft>
              <a:buClr>
                <a:schemeClr val="dk1"/>
              </a:buClr>
              <a:buSzPts val="1050"/>
              <a:buChar char="•"/>
              <a:defRPr sz="1050">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2" name="Google Shape;232;p44"/>
          <p:cNvSpPr txBox="1">
            <a:spLocks noGrp="1"/>
          </p:cNvSpPr>
          <p:nvPr>
            <p:ph type="ftr" idx="11"/>
          </p:nvPr>
        </p:nvSpPr>
        <p:spPr>
          <a:xfrm>
            <a:off x="5197840" y="6638792"/>
            <a:ext cx="1817489" cy="143629"/>
          </a:xfrm>
          <a:prstGeom prst="rect">
            <a:avLst/>
          </a:prstGeom>
          <a:noFill/>
          <a:ln>
            <a:noFill/>
          </a:ln>
        </p:spPr>
        <p:txBody>
          <a:bodyPr spcFirstLastPara="1" wrap="square" lIns="0" tIns="0" rIns="0" bIns="0" anchor="ctr" anchorCtr="0">
            <a:sp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3" name="Google Shape;233;p44"/>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4" name="Google Shape;234;p44"/>
          <p:cNvSpPr txBox="1">
            <a:spLocks noGrp="1"/>
          </p:cNvSpPr>
          <p:nvPr>
            <p:ph type="body" idx="2"/>
          </p:nvPr>
        </p:nvSpPr>
        <p:spPr>
          <a:xfrm>
            <a:off x="4495799" y="2537319"/>
            <a:ext cx="3328416" cy="2913571"/>
          </a:xfrm>
          <a:prstGeom prst="rect">
            <a:avLst/>
          </a:prstGeom>
          <a:noFill/>
          <a:ln w="9525" cap="flat" cmpd="sng">
            <a:solidFill>
              <a:schemeClr val="accent1"/>
            </a:solidFill>
            <a:prstDash val="solid"/>
            <a:round/>
            <a:headEnd type="none" w="sm" len="sm"/>
            <a:tailEnd type="none" w="sm" len="sm"/>
          </a:ln>
        </p:spPr>
        <p:txBody>
          <a:bodyPr spcFirstLastPara="1" wrap="square" lIns="118850" tIns="137150" rIns="0" bIns="0" anchor="t" anchorCtr="0">
            <a:noAutofit/>
          </a:bodyPr>
          <a:lstStyle>
            <a:lvl1pPr marL="457200" lvl="0" indent="-317500" algn="l">
              <a:lnSpc>
                <a:spcPct val="95000"/>
              </a:lnSpc>
              <a:spcBef>
                <a:spcPts val="600"/>
              </a:spcBef>
              <a:spcAft>
                <a:spcPts val="0"/>
              </a:spcAft>
              <a:buClr>
                <a:schemeClr val="dk1"/>
              </a:buClr>
              <a:buSzPts val="1400"/>
              <a:buFont typeface="Arial"/>
              <a:buChar char="•"/>
              <a:defRPr>
                <a:solidFill>
                  <a:schemeClr val="dk1"/>
                </a:solidFill>
              </a:defRPr>
            </a:lvl1pPr>
            <a:lvl2pPr marL="914400" lvl="1" indent="-317500" algn="l">
              <a:lnSpc>
                <a:spcPct val="95000"/>
              </a:lnSpc>
              <a:spcBef>
                <a:spcPts val="300"/>
              </a:spcBef>
              <a:spcAft>
                <a:spcPts val="0"/>
              </a:spcAft>
              <a:buClr>
                <a:schemeClr val="dk1"/>
              </a:buClr>
              <a:buSzPts val="1400"/>
              <a:buFont typeface="Lato"/>
              <a:buChar char="–"/>
              <a:defRPr>
                <a:solidFill>
                  <a:schemeClr val="dk1"/>
                </a:solidFill>
              </a:defRPr>
            </a:lvl2pPr>
            <a:lvl3pPr marL="1371600" lvl="2" indent="-304800" algn="l">
              <a:lnSpc>
                <a:spcPct val="95000"/>
              </a:lnSpc>
              <a:spcBef>
                <a:spcPts val="0"/>
              </a:spcBef>
              <a:spcAft>
                <a:spcPts val="0"/>
              </a:spcAft>
              <a:buClr>
                <a:schemeClr val="dk1"/>
              </a:buClr>
              <a:buSzPts val="1200"/>
              <a:buChar char="•"/>
              <a:defRPr>
                <a:solidFill>
                  <a:schemeClr val="dk1"/>
                </a:solidFill>
              </a:defRPr>
            </a:lvl3pPr>
            <a:lvl4pPr marL="1828800" lvl="3" indent="-295275" algn="l">
              <a:lnSpc>
                <a:spcPct val="95000"/>
              </a:lnSpc>
              <a:spcBef>
                <a:spcPts val="0"/>
              </a:spcBef>
              <a:spcAft>
                <a:spcPts val="0"/>
              </a:spcAft>
              <a:buClr>
                <a:schemeClr val="dk1"/>
              </a:buClr>
              <a:buSzPts val="1050"/>
              <a:buChar char="•"/>
              <a:defRPr sz="1050">
                <a:solidFill>
                  <a:schemeClr val="dk1"/>
                </a:solidFill>
              </a:defRPr>
            </a:lvl4pPr>
            <a:lvl5pPr marL="2286000" lvl="4" indent="-295275" algn="l">
              <a:lnSpc>
                <a:spcPct val="95000"/>
              </a:lnSpc>
              <a:spcBef>
                <a:spcPts val="0"/>
              </a:spcBef>
              <a:spcAft>
                <a:spcPts val="0"/>
              </a:spcAft>
              <a:buClr>
                <a:schemeClr val="dk1"/>
              </a:buClr>
              <a:buSzPts val="1050"/>
              <a:buChar char="•"/>
              <a:defRPr sz="1050">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5" name="Google Shape;235;p44"/>
          <p:cNvSpPr txBox="1">
            <a:spLocks noGrp="1"/>
          </p:cNvSpPr>
          <p:nvPr>
            <p:ph type="body" idx="3"/>
          </p:nvPr>
        </p:nvSpPr>
        <p:spPr>
          <a:xfrm>
            <a:off x="647700" y="2216644"/>
            <a:ext cx="3328416" cy="320675"/>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lvl1pPr marL="457200" lvl="0" indent="-228600" algn="ctr">
              <a:lnSpc>
                <a:spcPct val="90000"/>
              </a:lnSpc>
              <a:spcBef>
                <a:spcPts val="0"/>
              </a:spcBef>
              <a:spcAft>
                <a:spcPts val="0"/>
              </a:spcAft>
              <a:buClr>
                <a:schemeClr val="lt2"/>
              </a:buClr>
              <a:buSzPts val="1100"/>
              <a:buNone/>
              <a:defRPr sz="1100" b="1" cap="none">
                <a:solidFill>
                  <a:schemeClr val="lt2"/>
                </a:solidFill>
              </a:defRPr>
            </a:lvl1pPr>
            <a:lvl2pPr marL="914400" lvl="1" indent="-228600" algn="l">
              <a:lnSpc>
                <a:spcPct val="95000"/>
              </a:lnSpc>
              <a:spcBef>
                <a:spcPts val="500"/>
              </a:spcBef>
              <a:spcAft>
                <a:spcPts val="0"/>
              </a:spcAft>
              <a:buClr>
                <a:schemeClr val="dk1"/>
              </a:buClr>
              <a:buSzPts val="1400"/>
              <a:buNone/>
              <a:defRPr/>
            </a:lvl2pPr>
            <a:lvl3pPr marL="1371600" lvl="2" indent="-342900" algn="l">
              <a:lnSpc>
                <a:spcPct val="95000"/>
              </a:lnSpc>
              <a:spcBef>
                <a:spcPts val="500"/>
              </a:spcBef>
              <a:spcAft>
                <a:spcPts val="0"/>
              </a:spcAft>
              <a:buClr>
                <a:schemeClr val="dk1"/>
              </a:buClr>
              <a:buSzPts val="1800"/>
              <a:buChar char="•"/>
              <a:defRPr/>
            </a:lvl3pPr>
            <a:lvl4pPr marL="1828800" lvl="3" indent="-342900" algn="l">
              <a:lnSpc>
                <a:spcPct val="95000"/>
              </a:lnSpc>
              <a:spcBef>
                <a:spcPts val="500"/>
              </a:spcBef>
              <a:spcAft>
                <a:spcPts val="0"/>
              </a:spcAft>
              <a:buClr>
                <a:schemeClr val="dk1"/>
              </a:buClr>
              <a:buSzPts val="1800"/>
              <a:buChar char="•"/>
              <a:defRPr/>
            </a:lvl4pPr>
            <a:lvl5pPr marL="2286000" lvl="4" indent="-342900" algn="l">
              <a:lnSpc>
                <a:spcPct val="95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6" name="Google Shape;236;p44"/>
          <p:cNvSpPr txBox="1">
            <a:spLocks noGrp="1"/>
          </p:cNvSpPr>
          <p:nvPr>
            <p:ph type="body" idx="4"/>
          </p:nvPr>
        </p:nvSpPr>
        <p:spPr>
          <a:xfrm>
            <a:off x="4495799" y="2216644"/>
            <a:ext cx="3328416" cy="320675"/>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lvl1pPr marL="457200" lvl="0" indent="-228600" algn="ctr">
              <a:lnSpc>
                <a:spcPct val="90000"/>
              </a:lnSpc>
              <a:spcBef>
                <a:spcPts val="0"/>
              </a:spcBef>
              <a:spcAft>
                <a:spcPts val="0"/>
              </a:spcAft>
              <a:buClr>
                <a:schemeClr val="lt2"/>
              </a:buClr>
              <a:buSzPts val="1100"/>
              <a:buNone/>
              <a:defRPr sz="1100" b="1" cap="none">
                <a:solidFill>
                  <a:schemeClr val="lt2"/>
                </a:solidFill>
              </a:defRPr>
            </a:lvl1pPr>
            <a:lvl2pPr marL="914400" lvl="1" indent="-228600" algn="l">
              <a:lnSpc>
                <a:spcPct val="95000"/>
              </a:lnSpc>
              <a:spcBef>
                <a:spcPts val="500"/>
              </a:spcBef>
              <a:spcAft>
                <a:spcPts val="0"/>
              </a:spcAft>
              <a:buClr>
                <a:schemeClr val="dk1"/>
              </a:buClr>
              <a:buSzPts val="1400"/>
              <a:buNone/>
              <a:defRPr/>
            </a:lvl2pPr>
            <a:lvl3pPr marL="1371600" lvl="2" indent="-342900" algn="l">
              <a:lnSpc>
                <a:spcPct val="95000"/>
              </a:lnSpc>
              <a:spcBef>
                <a:spcPts val="500"/>
              </a:spcBef>
              <a:spcAft>
                <a:spcPts val="0"/>
              </a:spcAft>
              <a:buClr>
                <a:schemeClr val="dk1"/>
              </a:buClr>
              <a:buSzPts val="1800"/>
              <a:buChar char="•"/>
              <a:defRPr/>
            </a:lvl3pPr>
            <a:lvl4pPr marL="1828800" lvl="3" indent="-342900" algn="l">
              <a:lnSpc>
                <a:spcPct val="95000"/>
              </a:lnSpc>
              <a:spcBef>
                <a:spcPts val="500"/>
              </a:spcBef>
              <a:spcAft>
                <a:spcPts val="0"/>
              </a:spcAft>
              <a:buClr>
                <a:schemeClr val="dk1"/>
              </a:buClr>
              <a:buSzPts val="1800"/>
              <a:buChar char="•"/>
              <a:defRPr/>
            </a:lvl4pPr>
            <a:lvl5pPr marL="2286000" lvl="4" indent="-342900" algn="l">
              <a:lnSpc>
                <a:spcPct val="95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7" name="Google Shape;237;p44"/>
          <p:cNvSpPr txBox="1">
            <a:spLocks noGrp="1"/>
          </p:cNvSpPr>
          <p:nvPr>
            <p:ph type="body" idx="5"/>
          </p:nvPr>
        </p:nvSpPr>
        <p:spPr>
          <a:xfrm>
            <a:off x="8305799" y="2537319"/>
            <a:ext cx="3328416" cy="2913571"/>
          </a:xfrm>
          <a:prstGeom prst="rect">
            <a:avLst/>
          </a:prstGeom>
          <a:noFill/>
          <a:ln w="9525" cap="flat" cmpd="sng">
            <a:solidFill>
              <a:schemeClr val="accent1"/>
            </a:solidFill>
            <a:prstDash val="solid"/>
            <a:round/>
            <a:headEnd type="none" w="sm" len="sm"/>
            <a:tailEnd type="none" w="sm" len="sm"/>
          </a:ln>
        </p:spPr>
        <p:txBody>
          <a:bodyPr spcFirstLastPara="1" wrap="square" lIns="118850" tIns="137150" rIns="0" bIns="0" anchor="t" anchorCtr="0">
            <a:noAutofit/>
          </a:bodyPr>
          <a:lstStyle>
            <a:lvl1pPr marL="457200" lvl="0" indent="-317500" algn="l">
              <a:lnSpc>
                <a:spcPct val="95000"/>
              </a:lnSpc>
              <a:spcBef>
                <a:spcPts val="600"/>
              </a:spcBef>
              <a:spcAft>
                <a:spcPts val="0"/>
              </a:spcAft>
              <a:buClr>
                <a:schemeClr val="dk1"/>
              </a:buClr>
              <a:buSzPts val="1400"/>
              <a:buFont typeface="Arial"/>
              <a:buChar char="•"/>
              <a:defRPr>
                <a:solidFill>
                  <a:schemeClr val="dk1"/>
                </a:solidFill>
              </a:defRPr>
            </a:lvl1pPr>
            <a:lvl2pPr marL="914400" lvl="1" indent="-317500" algn="l">
              <a:lnSpc>
                <a:spcPct val="95000"/>
              </a:lnSpc>
              <a:spcBef>
                <a:spcPts val="300"/>
              </a:spcBef>
              <a:spcAft>
                <a:spcPts val="0"/>
              </a:spcAft>
              <a:buClr>
                <a:schemeClr val="dk1"/>
              </a:buClr>
              <a:buSzPts val="1400"/>
              <a:buFont typeface="Lato"/>
              <a:buChar char="–"/>
              <a:defRPr>
                <a:solidFill>
                  <a:schemeClr val="dk1"/>
                </a:solidFill>
              </a:defRPr>
            </a:lvl2pPr>
            <a:lvl3pPr marL="1371600" lvl="2" indent="-304800" algn="l">
              <a:lnSpc>
                <a:spcPct val="95000"/>
              </a:lnSpc>
              <a:spcBef>
                <a:spcPts val="0"/>
              </a:spcBef>
              <a:spcAft>
                <a:spcPts val="0"/>
              </a:spcAft>
              <a:buClr>
                <a:schemeClr val="dk1"/>
              </a:buClr>
              <a:buSzPts val="1200"/>
              <a:buChar char="•"/>
              <a:defRPr>
                <a:solidFill>
                  <a:schemeClr val="dk1"/>
                </a:solidFill>
              </a:defRPr>
            </a:lvl3pPr>
            <a:lvl4pPr marL="1828800" lvl="3" indent="-295275" algn="l">
              <a:lnSpc>
                <a:spcPct val="95000"/>
              </a:lnSpc>
              <a:spcBef>
                <a:spcPts val="0"/>
              </a:spcBef>
              <a:spcAft>
                <a:spcPts val="0"/>
              </a:spcAft>
              <a:buClr>
                <a:schemeClr val="dk1"/>
              </a:buClr>
              <a:buSzPts val="1050"/>
              <a:buChar char="•"/>
              <a:defRPr sz="1050">
                <a:solidFill>
                  <a:schemeClr val="dk1"/>
                </a:solidFill>
              </a:defRPr>
            </a:lvl4pPr>
            <a:lvl5pPr marL="2286000" lvl="4" indent="-295275" algn="l">
              <a:lnSpc>
                <a:spcPct val="95000"/>
              </a:lnSpc>
              <a:spcBef>
                <a:spcPts val="0"/>
              </a:spcBef>
              <a:spcAft>
                <a:spcPts val="0"/>
              </a:spcAft>
              <a:buClr>
                <a:schemeClr val="dk1"/>
              </a:buClr>
              <a:buSzPts val="1050"/>
              <a:buChar char="•"/>
              <a:defRPr sz="1050">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8" name="Google Shape;238;p44"/>
          <p:cNvSpPr txBox="1">
            <a:spLocks noGrp="1"/>
          </p:cNvSpPr>
          <p:nvPr>
            <p:ph type="body" idx="6"/>
          </p:nvPr>
        </p:nvSpPr>
        <p:spPr>
          <a:xfrm>
            <a:off x="8305799" y="2216644"/>
            <a:ext cx="3328416" cy="320675"/>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lvl1pPr marL="457200" lvl="0" indent="-228600" algn="ctr">
              <a:lnSpc>
                <a:spcPct val="90000"/>
              </a:lnSpc>
              <a:spcBef>
                <a:spcPts val="0"/>
              </a:spcBef>
              <a:spcAft>
                <a:spcPts val="0"/>
              </a:spcAft>
              <a:buClr>
                <a:schemeClr val="lt2"/>
              </a:buClr>
              <a:buSzPts val="1100"/>
              <a:buNone/>
              <a:defRPr sz="1100" b="1" cap="none">
                <a:solidFill>
                  <a:schemeClr val="lt2"/>
                </a:solidFill>
              </a:defRPr>
            </a:lvl1pPr>
            <a:lvl2pPr marL="914400" lvl="1" indent="-228600" algn="l">
              <a:lnSpc>
                <a:spcPct val="95000"/>
              </a:lnSpc>
              <a:spcBef>
                <a:spcPts val="500"/>
              </a:spcBef>
              <a:spcAft>
                <a:spcPts val="0"/>
              </a:spcAft>
              <a:buClr>
                <a:schemeClr val="dk1"/>
              </a:buClr>
              <a:buSzPts val="1400"/>
              <a:buNone/>
              <a:defRPr/>
            </a:lvl2pPr>
            <a:lvl3pPr marL="1371600" lvl="2" indent="-342900" algn="l">
              <a:lnSpc>
                <a:spcPct val="95000"/>
              </a:lnSpc>
              <a:spcBef>
                <a:spcPts val="500"/>
              </a:spcBef>
              <a:spcAft>
                <a:spcPts val="0"/>
              </a:spcAft>
              <a:buClr>
                <a:schemeClr val="dk1"/>
              </a:buClr>
              <a:buSzPts val="1800"/>
              <a:buChar char="•"/>
              <a:defRPr/>
            </a:lvl3pPr>
            <a:lvl4pPr marL="1828800" lvl="3" indent="-342900" algn="l">
              <a:lnSpc>
                <a:spcPct val="95000"/>
              </a:lnSpc>
              <a:spcBef>
                <a:spcPts val="500"/>
              </a:spcBef>
              <a:spcAft>
                <a:spcPts val="0"/>
              </a:spcAft>
              <a:buClr>
                <a:schemeClr val="dk1"/>
              </a:buClr>
              <a:buSzPts val="1800"/>
              <a:buChar char="•"/>
              <a:defRPr/>
            </a:lvl4pPr>
            <a:lvl5pPr marL="2286000" lvl="4" indent="-342900" algn="l">
              <a:lnSpc>
                <a:spcPct val="95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9" name="Google Shape;239;p44"/>
          <p:cNvSpPr txBox="1">
            <a:spLocks noGrp="1"/>
          </p:cNvSpPr>
          <p:nvPr>
            <p:ph type="body" idx="7"/>
          </p:nvPr>
        </p:nvSpPr>
        <p:spPr>
          <a:xfrm>
            <a:off x="664322" y="1368564"/>
            <a:ext cx="11023911" cy="460439"/>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1600"/>
              </a:spcBef>
              <a:spcAft>
                <a:spcPts val="0"/>
              </a:spcAft>
              <a:buClr>
                <a:schemeClr val="dk1"/>
              </a:buClr>
              <a:buSzPts val="1800"/>
              <a:buNone/>
              <a:defRPr sz="1800">
                <a:solidFill>
                  <a:schemeClr val="dk1"/>
                </a:solidFill>
              </a:defRPr>
            </a:lvl1pPr>
            <a:lvl2pPr marL="914400" lvl="1" indent="-342900" algn="l">
              <a:lnSpc>
                <a:spcPct val="95000"/>
              </a:lnSpc>
              <a:spcBef>
                <a:spcPts val="500"/>
              </a:spcBef>
              <a:spcAft>
                <a:spcPts val="0"/>
              </a:spcAft>
              <a:buClr>
                <a:schemeClr val="dk1"/>
              </a:buClr>
              <a:buSzPts val="1800"/>
              <a:buChar char="•"/>
              <a:defRPr/>
            </a:lvl2pPr>
            <a:lvl3pPr marL="1371600" lvl="2" indent="-342900" algn="l">
              <a:lnSpc>
                <a:spcPct val="95000"/>
              </a:lnSpc>
              <a:spcBef>
                <a:spcPts val="500"/>
              </a:spcBef>
              <a:spcAft>
                <a:spcPts val="0"/>
              </a:spcAft>
              <a:buClr>
                <a:schemeClr val="dk1"/>
              </a:buClr>
              <a:buSzPts val="1800"/>
              <a:buChar char="•"/>
              <a:defRPr/>
            </a:lvl3pPr>
            <a:lvl4pPr marL="1828800" lvl="3" indent="-342900" algn="l">
              <a:lnSpc>
                <a:spcPct val="95000"/>
              </a:lnSpc>
              <a:spcBef>
                <a:spcPts val="500"/>
              </a:spcBef>
              <a:spcAft>
                <a:spcPts val="0"/>
              </a:spcAft>
              <a:buClr>
                <a:schemeClr val="dk1"/>
              </a:buClr>
              <a:buSzPts val="1800"/>
              <a:buChar char="•"/>
              <a:defRPr/>
            </a:lvl4pPr>
            <a:lvl5pPr marL="2286000" lvl="4" indent="-342900" algn="l">
              <a:lnSpc>
                <a:spcPct val="95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4 columns">
  <p:cSld name="4 columns">
    <p:spTree>
      <p:nvGrpSpPr>
        <p:cNvPr id="1" name="Shape 240"/>
        <p:cNvGrpSpPr/>
        <p:nvPr/>
      </p:nvGrpSpPr>
      <p:grpSpPr>
        <a:xfrm>
          <a:off x="0" y="0"/>
          <a:ext cx="0" cy="0"/>
          <a:chOff x="0" y="0"/>
          <a:chExt cx="0" cy="0"/>
        </a:xfrm>
      </p:grpSpPr>
      <p:sp>
        <p:nvSpPr>
          <p:cNvPr id="241" name="Google Shape;241;p45"/>
          <p:cNvSpPr txBox="1">
            <a:spLocks noGrp="1"/>
          </p:cNvSpPr>
          <p:nvPr>
            <p:ph type="title"/>
          </p:nvPr>
        </p:nvSpPr>
        <p:spPr>
          <a:xfrm>
            <a:off x="665791" y="219197"/>
            <a:ext cx="10992810" cy="856407"/>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2" name="Google Shape;242;p45"/>
          <p:cNvSpPr txBox="1">
            <a:spLocks noGrp="1"/>
          </p:cNvSpPr>
          <p:nvPr>
            <p:ph type="body" idx="1"/>
          </p:nvPr>
        </p:nvSpPr>
        <p:spPr>
          <a:xfrm>
            <a:off x="647699" y="2647783"/>
            <a:ext cx="2480570" cy="3212327"/>
          </a:xfrm>
          <a:prstGeom prst="rect">
            <a:avLst/>
          </a:prstGeom>
          <a:noFill/>
          <a:ln w="9525" cap="flat" cmpd="sng">
            <a:solidFill>
              <a:schemeClr val="accent1"/>
            </a:solidFill>
            <a:prstDash val="solid"/>
            <a:round/>
            <a:headEnd type="none" w="sm" len="sm"/>
            <a:tailEnd type="none" w="sm" len="sm"/>
          </a:ln>
        </p:spPr>
        <p:txBody>
          <a:bodyPr spcFirstLastPara="1" wrap="square" lIns="118850" tIns="137150" rIns="0" bIns="0" anchor="t" anchorCtr="0">
            <a:noAutofit/>
          </a:bodyPr>
          <a:lstStyle>
            <a:lvl1pPr marL="457200" lvl="0" indent="-304800" algn="l">
              <a:lnSpc>
                <a:spcPct val="95000"/>
              </a:lnSpc>
              <a:spcBef>
                <a:spcPts val="600"/>
              </a:spcBef>
              <a:spcAft>
                <a:spcPts val="0"/>
              </a:spcAft>
              <a:buClr>
                <a:schemeClr val="dk1"/>
              </a:buClr>
              <a:buSzPts val="1200"/>
              <a:buFont typeface="Arial"/>
              <a:buChar char="•"/>
              <a:defRPr sz="1200">
                <a:solidFill>
                  <a:schemeClr val="dk1"/>
                </a:solidFill>
              </a:defRPr>
            </a:lvl1pPr>
            <a:lvl2pPr marL="914400" lvl="1" indent="-304800" algn="l">
              <a:lnSpc>
                <a:spcPct val="95000"/>
              </a:lnSpc>
              <a:spcBef>
                <a:spcPts val="300"/>
              </a:spcBef>
              <a:spcAft>
                <a:spcPts val="0"/>
              </a:spcAft>
              <a:buClr>
                <a:schemeClr val="dk1"/>
              </a:buClr>
              <a:buSzPts val="1200"/>
              <a:buFont typeface="Lato"/>
              <a:buChar char="–"/>
              <a:defRPr sz="1200">
                <a:solidFill>
                  <a:schemeClr val="dk1"/>
                </a:solidFill>
              </a:defRPr>
            </a:lvl2pPr>
            <a:lvl3pPr marL="1371600" lvl="2" indent="-298450" algn="l">
              <a:lnSpc>
                <a:spcPct val="95000"/>
              </a:lnSpc>
              <a:spcBef>
                <a:spcPts val="100"/>
              </a:spcBef>
              <a:spcAft>
                <a:spcPts val="0"/>
              </a:spcAft>
              <a:buClr>
                <a:schemeClr val="dk1"/>
              </a:buClr>
              <a:buSzPts val="1100"/>
              <a:buChar char="•"/>
              <a:defRPr sz="1100">
                <a:solidFill>
                  <a:schemeClr val="dk1"/>
                </a:solidFill>
              </a:defRPr>
            </a:lvl3pPr>
            <a:lvl4pPr marL="1828800" lvl="3" indent="-292100" algn="l">
              <a:lnSpc>
                <a:spcPct val="95000"/>
              </a:lnSpc>
              <a:spcBef>
                <a:spcPts val="100"/>
              </a:spcBef>
              <a:spcAft>
                <a:spcPts val="0"/>
              </a:spcAft>
              <a:buClr>
                <a:schemeClr val="dk1"/>
              </a:buClr>
              <a:buSzPts val="1000"/>
              <a:buChar char="•"/>
              <a:defRPr sz="1000">
                <a:solidFill>
                  <a:schemeClr val="dk1"/>
                </a:solidFill>
              </a:defRPr>
            </a:lvl4pPr>
            <a:lvl5pPr marL="2286000" lvl="4" indent="-292100" algn="l">
              <a:lnSpc>
                <a:spcPct val="95000"/>
              </a:lnSpc>
              <a:spcBef>
                <a:spcPts val="100"/>
              </a:spcBef>
              <a:spcAft>
                <a:spcPts val="0"/>
              </a:spcAft>
              <a:buClr>
                <a:schemeClr val="dk1"/>
              </a:buClr>
              <a:buSzPts val="1000"/>
              <a:buChar char="•"/>
              <a:defRPr sz="1000">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3" name="Google Shape;243;p45"/>
          <p:cNvSpPr txBox="1">
            <a:spLocks noGrp="1"/>
          </p:cNvSpPr>
          <p:nvPr>
            <p:ph type="ftr" idx="11"/>
          </p:nvPr>
        </p:nvSpPr>
        <p:spPr>
          <a:xfrm>
            <a:off x="5197840" y="6638792"/>
            <a:ext cx="1817489" cy="143629"/>
          </a:xfrm>
          <a:prstGeom prst="rect">
            <a:avLst/>
          </a:prstGeom>
          <a:noFill/>
          <a:ln>
            <a:noFill/>
          </a:ln>
        </p:spPr>
        <p:txBody>
          <a:bodyPr spcFirstLastPara="1" wrap="square" lIns="0" tIns="0" rIns="0" bIns="0" anchor="ctr" anchorCtr="0">
            <a:sp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45"/>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5" name="Google Shape;245;p45"/>
          <p:cNvSpPr txBox="1">
            <a:spLocks noGrp="1"/>
          </p:cNvSpPr>
          <p:nvPr>
            <p:ph type="body" idx="2"/>
          </p:nvPr>
        </p:nvSpPr>
        <p:spPr>
          <a:xfrm>
            <a:off x="3457112" y="2647783"/>
            <a:ext cx="2480570" cy="3212327"/>
          </a:xfrm>
          <a:prstGeom prst="rect">
            <a:avLst/>
          </a:prstGeom>
          <a:noFill/>
          <a:ln w="9525" cap="flat" cmpd="sng">
            <a:solidFill>
              <a:schemeClr val="accent2"/>
            </a:solidFill>
            <a:prstDash val="solid"/>
            <a:round/>
            <a:headEnd type="none" w="sm" len="sm"/>
            <a:tailEnd type="none" w="sm" len="sm"/>
          </a:ln>
        </p:spPr>
        <p:txBody>
          <a:bodyPr spcFirstLastPara="1" wrap="square" lIns="118850" tIns="137150" rIns="0" bIns="0" anchor="t" anchorCtr="0">
            <a:noAutofit/>
          </a:bodyPr>
          <a:lstStyle>
            <a:lvl1pPr marL="457200" lvl="0" indent="-304800" algn="l">
              <a:lnSpc>
                <a:spcPct val="95000"/>
              </a:lnSpc>
              <a:spcBef>
                <a:spcPts val="600"/>
              </a:spcBef>
              <a:spcAft>
                <a:spcPts val="0"/>
              </a:spcAft>
              <a:buClr>
                <a:schemeClr val="dk1"/>
              </a:buClr>
              <a:buSzPts val="1200"/>
              <a:buFont typeface="Arial"/>
              <a:buChar char="•"/>
              <a:defRPr sz="1200">
                <a:solidFill>
                  <a:schemeClr val="dk1"/>
                </a:solidFill>
              </a:defRPr>
            </a:lvl1pPr>
            <a:lvl2pPr marL="914400" lvl="1" indent="-304800" algn="l">
              <a:lnSpc>
                <a:spcPct val="95000"/>
              </a:lnSpc>
              <a:spcBef>
                <a:spcPts val="300"/>
              </a:spcBef>
              <a:spcAft>
                <a:spcPts val="0"/>
              </a:spcAft>
              <a:buClr>
                <a:schemeClr val="dk1"/>
              </a:buClr>
              <a:buSzPts val="1200"/>
              <a:buFont typeface="Lato"/>
              <a:buChar char="–"/>
              <a:defRPr sz="1200">
                <a:solidFill>
                  <a:schemeClr val="dk1"/>
                </a:solidFill>
              </a:defRPr>
            </a:lvl2pPr>
            <a:lvl3pPr marL="1371600" lvl="2" indent="-298450" algn="l">
              <a:lnSpc>
                <a:spcPct val="95000"/>
              </a:lnSpc>
              <a:spcBef>
                <a:spcPts val="100"/>
              </a:spcBef>
              <a:spcAft>
                <a:spcPts val="0"/>
              </a:spcAft>
              <a:buClr>
                <a:schemeClr val="dk1"/>
              </a:buClr>
              <a:buSzPts val="1100"/>
              <a:buChar char="•"/>
              <a:defRPr sz="1100">
                <a:solidFill>
                  <a:schemeClr val="dk1"/>
                </a:solidFill>
              </a:defRPr>
            </a:lvl3pPr>
            <a:lvl4pPr marL="1828800" lvl="3" indent="-292100" algn="l">
              <a:lnSpc>
                <a:spcPct val="95000"/>
              </a:lnSpc>
              <a:spcBef>
                <a:spcPts val="100"/>
              </a:spcBef>
              <a:spcAft>
                <a:spcPts val="0"/>
              </a:spcAft>
              <a:buClr>
                <a:schemeClr val="dk1"/>
              </a:buClr>
              <a:buSzPts val="1000"/>
              <a:buChar char="•"/>
              <a:defRPr sz="1000">
                <a:solidFill>
                  <a:schemeClr val="dk1"/>
                </a:solidFill>
              </a:defRPr>
            </a:lvl4pPr>
            <a:lvl5pPr marL="2286000" lvl="4" indent="-292100" algn="l">
              <a:lnSpc>
                <a:spcPct val="95000"/>
              </a:lnSpc>
              <a:spcBef>
                <a:spcPts val="100"/>
              </a:spcBef>
              <a:spcAft>
                <a:spcPts val="0"/>
              </a:spcAft>
              <a:buClr>
                <a:schemeClr val="dk1"/>
              </a:buClr>
              <a:buSzPts val="1000"/>
              <a:buChar char="•"/>
              <a:defRPr sz="1000">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6" name="Google Shape;246;p45"/>
          <p:cNvSpPr txBox="1">
            <a:spLocks noGrp="1"/>
          </p:cNvSpPr>
          <p:nvPr>
            <p:ph type="body" idx="3"/>
          </p:nvPr>
        </p:nvSpPr>
        <p:spPr>
          <a:xfrm>
            <a:off x="647700" y="2146852"/>
            <a:ext cx="2480570" cy="500932"/>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lvl1pPr marL="457200" lvl="0" indent="-228600" algn="ctr">
              <a:lnSpc>
                <a:spcPct val="100000"/>
              </a:lnSpc>
              <a:spcBef>
                <a:spcPts val="1600"/>
              </a:spcBef>
              <a:spcAft>
                <a:spcPts val="0"/>
              </a:spcAft>
              <a:buClr>
                <a:schemeClr val="lt2"/>
              </a:buClr>
              <a:buSzPts val="1050"/>
              <a:buNone/>
              <a:defRPr sz="1050" b="1" cap="none">
                <a:solidFill>
                  <a:schemeClr val="lt2"/>
                </a:solidFill>
                <a:latin typeface="Lato"/>
                <a:ea typeface="Lato"/>
                <a:cs typeface="Lato"/>
                <a:sym typeface="Lato"/>
              </a:defRPr>
            </a:lvl1pPr>
            <a:lvl2pPr marL="914400" lvl="1" indent="-228600" algn="l">
              <a:lnSpc>
                <a:spcPct val="95000"/>
              </a:lnSpc>
              <a:spcBef>
                <a:spcPts val="500"/>
              </a:spcBef>
              <a:spcAft>
                <a:spcPts val="0"/>
              </a:spcAft>
              <a:buClr>
                <a:schemeClr val="dk1"/>
              </a:buClr>
              <a:buSzPts val="1400"/>
              <a:buNone/>
              <a:defRPr/>
            </a:lvl2pPr>
            <a:lvl3pPr marL="1371600" lvl="2" indent="-342900" algn="l">
              <a:lnSpc>
                <a:spcPct val="95000"/>
              </a:lnSpc>
              <a:spcBef>
                <a:spcPts val="500"/>
              </a:spcBef>
              <a:spcAft>
                <a:spcPts val="0"/>
              </a:spcAft>
              <a:buClr>
                <a:schemeClr val="dk1"/>
              </a:buClr>
              <a:buSzPts val="1800"/>
              <a:buChar char="•"/>
              <a:defRPr/>
            </a:lvl3pPr>
            <a:lvl4pPr marL="1828800" lvl="3" indent="-342900" algn="l">
              <a:lnSpc>
                <a:spcPct val="95000"/>
              </a:lnSpc>
              <a:spcBef>
                <a:spcPts val="500"/>
              </a:spcBef>
              <a:spcAft>
                <a:spcPts val="0"/>
              </a:spcAft>
              <a:buClr>
                <a:schemeClr val="dk1"/>
              </a:buClr>
              <a:buSzPts val="1800"/>
              <a:buChar char="•"/>
              <a:defRPr/>
            </a:lvl4pPr>
            <a:lvl5pPr marL="2286000" lvl="4" indent="-342900" algn="l">
              <a:lnSpc>
                <a:spcPct val="95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7" name="Google Shape;247;p45"/>
          <p:cNvSpPr txBox="1">
            <a:spLocks noGrp="1"/>
          </p:cNvSpPr>
          <p:nvPr>
            <p:ph type="body" idx="4"/>
          </p:nvPr>
        </p:nvSpPr>
        <p:spPr>
          <a:xfrm>
            <a:off x="3457112" y="2146852"/>
            <a:ext cx="2480570" cy="500932"/>
          </a:xfrm>
          <a:prstGeom prst="rect">
            <a:avLst/>
          </a:prstGeom>
          <a:solidFill>
            <a:schemeClr val="accent2"/>
          </a:solidFill>
          <a:ln w="9525" cap="flat" cmpd="sng">
            <a:solidFill>
              <a:schemeClr val="accent2"/>
            </a:solidFill>
            <a:prstDash val="solid"/>
            <a:round/>
            <a:headEnd type="none" w="sm" len="sm"/>
            <a:tailEnd type="none" w="sm" len="sm"/>
          </a:ln>
        </p:spPr>
        <p:txBody>
          <a:bodyPr spcFirstLastPara="1" wrap="square" lIns="0" tIns="0" rIns="0" bIns="0" anchor="ctr" anchorCtr="0">
            <a:noAutofit/>
          </a:bodyPr>
          <a:lstStyle>
            <a:lvl1pPr marL="457200" lvl="0" indent="-228600" algn="ctr">
              <a:lnSpc>
                <a:spcPct val="100000"/>
              </a:lnSpc>
              <a:spcBef>
                <a:spcPts val="1600"/>
              </a:spcBef>
              <a:spcAft>
                <a:spcPts val="0"/>
              </a:spcAft>
              <a:buClr>
                <a:schemeClr val="lt2"/>
              </a:buClr>
              <a:buSzPts val="1050"/>
              <a:buNone/>
              <a:defRPr sz="1050" b="1" cap="none">
                <a:solidFill>
                  <a:schemeClr val="lt2"/>
                </a:solidFill>
                <a:latin typeface="Lato"/>
                <a:ea typeface="Lato"/>
                <a:cs typeface="Lato"/>
                <a:sym typeface="Lato"/>
              </a:defRPr>
            </a:lvl1pPr>
            <a:lvl2pPr marL="914400" lvl="1" indent="-228600" algn="l">
              <a:lnSpc>
                <a:spcPct val="95000"/>
              </a:lnSpc>
              <a:spcBef>
                <a:spcPts val="500"/>
              </a:spcBef>
              <a:spcAft>
                <a:spcPts val="0"/>
              </a:spcAft>
              <a:buClr>
                <a:schemeClr val="dk1"/>
              </a:buClr>
              <a:buSzPts val="1400"/>
              <a:buNone/>
              <a:defRPr/>
            </a:lvl2pPr>
            <a:lvl3pPr marL="1371600" lvl="2" indent="-342900" algn="l">
              <a:lnSpc>
                <a:spcPct val="95000"/>
              </a:lnSpc>
              <a:spcBef>
                <a:spcPts val="500"/>
              </a:spcBef>
              <a:spcAft>
                <a:spcPts val="0"/>
              </a:spcAft>
              <a:buClr>
                <a:schemeClr val="dk1"/>
              </a:buClr>
              <a:buSzPts val="1800"/>
              <a:buChar char="•"/>
              <a:defRPr/>
            </a:lvl3pPr>
            <a:lvl4pPr marL="1828800" lvl="3" indent="-342900" algn="l">
              <a:lnSpc>
                <a:spcPct val="95000"/>
              </a:lnSpc>
              <a:spcBef>
                <a:spcPts val="500"/>
              </a:spcBef>
              <a:spcAft>
                <a:spcPts val="0"/>
              </a:spcAft>
              <a:buClr>
                <a:schemeClr val="dk1"/>
              </a:buClr>
              <a:buSzPts val="1800"/>
              <a:buChar char="•"/>
              <a:defRPr/>
            </a:lvl4pPr>
            <a:lvl5pPr marL="2286000" lvl="4" indent="-342900" algn="l">
              <a:lnSpc>
                <a:spcPct val="95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8" name="Google Shape;248;p45"/>
          <p:cNvSpPr txBox="1">
            <a:spLocks noGrp="1"/>
          </p:cNvSpPr>
          <p:nvPr>
            <p:ph type="body" idx="5"/>
          </p:nvPr>
        </p:nvSpPr>
        <p:spPr>
          <a:xfrm>
            <a:off x="6281689" y="2647783"/>
            <a:ext cx="2480570" cy="3212327"/>
          </a:xfrm>
          <a:prstGeom prst="rect">
            <a:avLst/>
          </a:prstGeom>
          <a:noFill/>
          <a:ln w="9525" cap="flat" cmpd="sng">
            <a:solidFill>
              <a:schemeClr val="accent3"/>
            </a:solidFill>
            <a:prstDash val="solid"/>
            <a:round/>
            <a:headEnd type="none" w="sm" len="sm"/>
            <a:tailEnd type="none" w="sm" len="sm"/>
          </a:ln>
        </p:spPr>
        <p:txBody>
          <a:bodyPr spcFirstLastPara="1" wrap="square" lIns="118850" tIns="137150" rIns="0" bIns="0" anchor="t" anchorCtr="0">
            <a:noAutofit/>
          </a:bodyPr>
          <a:lstStyle>
            <a:lvl1pPr marL="457200" lvl="0" indent="-304800" algn="l">
              <a:lnSpc>
                <a:spcPct val="95000"/>
              </a:lnSpc>
              <a:spcBef>
                <a:spcPts val="600"/>
              </a:spcBef>
              <a:spcAft>
                <a:spcPts val="0"/>
              </a:spcAft>
              <a:buClr>
                <a:schemeClr val="dk1"/>
              </a:buClr>
              <a:buSzPts val="1200"/>
              <a:buFont typeface="Arial"/>
              <a:buChar char="•"/>
              <a:defRPr sz="1200">
                <a:solidFill>
                  <a:schemeClr val="dk1"/>
                </a:solidFill>
              </a:defRPr>
            </a:lvl1pPr>
            <a:lvl2pPr marL="914400" lvl="1" indent="-304800" algn="l">
              <a:lnSpc>
                <a:spcPct val="95000"/>
              </a:lnSpc>
              <a:spcBef>
                <a:spcPts val="300"/>
              </a:spcBef>
              <a:spcAft>
                <a:spcPts val="0"/>
              </a:spcAft>
              <a:buClr>
                <a:schemeClr val="dk1"/>
              </a:buClr>
              <a:buSzPts val="1200"/>
              <a:buFont typeface="Lato"/>
              <a:buChar char="–"/>
              <a:defRPr sz="1200">
                <a:solidFill>
                  <a:schemeClr val="dk1"/>
                </a:solidFill>
              </a:defRPr>
            </a:lvl2pPr>
            <a:lvl3pPr marL="1371600" lvl="2" indent="-298450" algn="l">
              <a:lnSpc>
                <a:spcPct val="95000"/>
              </a:lnSpc>
              <a:spcBef>
                <a:spcPts val="100"/>
              </a:spcBef>
              <a:spcAft>
                <a:spcPts val="0"/>
              </a:spcAft>
              <a:buClr>
                <a:schemeClr val="dk1"/>
              </a:buClr>
              <a:buSzPts val="1100"/>
              <a:buChar char="•"/>
              <a:defRPr sz="1100">
                <a:solidFill>
                  <a:schemeClr val="dk1"/>
                </a:solidFill>
              </a:defRPr>
            </a:lvl3pPr>
            <a:lvl4pPr marL="1828800" lvl="3" indent="-292100" algn="l">
              <a:lnSpc>
                <a:spcPct val="95000"/>
              </a:lnSpc>
              <a:spcBef>
                <a:spcPts val="100"/>
              </a:spcBef>
              <a:spcAft>
                <a:spcPts val="0"/>
              </a:spcAft>
              <a:buClr>
                <a:schemeClr val="dk1"/>
              </a:buClr>
              <a:buSzPts val="1000"/>
              <a:buChar char="•"/>
              <a:defRPr sz="1000">
                <a:solidFill>
                  <a:schemeClr val="dk1"/>
                </a:solidFill>
              </a:defRPr>
            </a:lvl4pPr>
            <a:lvl5pPr marL="2286000" lvl="4" indent="-292100" algn="l">
              <a:lnSpc>
                <a:spcPct val="95000"/>
              </a:lnSpc>
              <a:spcBef>
                <a:spcPts val="100"/>
              </a:spcBef>
              <a:spcAft>
                <a:spcPts val="0"/>
              </a:spcAft>
              <a:buClr>
                <a:schemeClr val="dk1"/>
              </a:buClr>
              <a:buSzPts val="1000"/>
              <a:buChar char="•"/>
              <a:defRPr sz="1000">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9" name="Google Shape;249;p45"/>
          <p:cNvSpPr txBox="1">
            <a:spLocks noGrp="1"/>
          </p:cNvSpPr>
          <p:nvPr>
            <p:ph type="body" idx="6"/>
          </p:nvPr>
        </p:nvSpPr>
        <p:spPr>
          <a:xfrm>
            <a:off x="6281689" y="2146852"/>
            <a:ext cx="2480570" cy="500932"/>
          </a:xfrm>
          <a:prstGeom prst="rect">
            <a:avLst/>
          </a:prstGeom>
          <a:solidFill>
            <a:schemeClr val="accent3"/>
          </a:solidFill>
          <a:ln w="9525" cap="flat" cmpd="sng">
            <a:solidFill>
              <a:schemeClr val="accent3"/>
            </a:solidFill>
            <a:prstDash val="solid"/>
            <a:round/>
            <a:headEnd type="none" w="sm" len="sm"/>
            <a:tailEnd type="none" w="sm" len="sm"/>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lt2"/>
              </a:buClr>
              <a:buSzPts val="1050"/>
              <a:buNone/>
              <a:defRPr sz="1050" b="1" cap="none">
                <a:solidFill>
                  <a:schemeClr val="lt2"/>
                </a:solidFill>
              </a:defRPr>
            </a:lvl1pPr>
            <a:lvl2pPr marL="914400" lvl="1" indent="-228600" algn="l">
              <a:lnSpc>
                <a:spcPct val="95000"/>
              </a:lnSpc>
              <a:spcBef>
                <a:spcPts val="500"/>
              </a:spcBef>
              <a:spcAft>
                <a:spcPts val="0"/>
              </a:spcAft>
              <a:buClr>
                <a:schemeClr val="dk1"/>
              </a:buClr>
              <a:buSzPts val="1400"/>
              <a:buNone/>
              <a:defRPr/>
            </a:lvl2pPr>
            <a:lvl3pPr marL="1371600" lvl="2" indent="-342900" algn="l">
              <a:lnSpc>
                <a:spcPct val="95000"/>
              </a:lnSpc>
              <a:spcBef>
                <a:spcPts val="500"/>
              </a:spcBef>
              <a:spcAft>
                <a:spcPts val="0"/>
              </a:spcAft>
              <a:buClr>
                <a:schemeClr val="dk1"/>
              </a:buClr>
              <a:buSzPts val="1800"/>
              <a:buChar char="•"/>
              <a:defRPr/>
            </a:lvl3pPr>
            <a:lvl4pPr marL="1828800" lvl="3" indent="-342900" algn="l">
              <a:lnSpc>
                <a:spcPct val="95000"/>
              </a:lnSpc>
              <a:spcBef>
                <a:spcPts val="500"/>
              </a:spcBef>
              <a:spcAft>
                <a:spcPts val="0"/>
              </a:spcAft>
              <a:buClr>
                <a:schemeClr val="dk1"/>
              </a:buClr>
              <a:buSzPts val="1800"/>
              <a:buChar char="•"/>
              <a:defRPr/>
            </a:lvl4pPr>
            <a:lvl5pPr marL="2286000" lvl="4" indent="-342900" algn="l">
              <a:lnSpc>
                <a:spcPct val="95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0" name="Google Shape;250;p45"/>
          <p:cNvSpPr txBox="1">
            <a:spLocks noGrp="1"/>
          </p:cNvSpPr>
          <p:nvPr>
            <p:ph type="body" idx="7"/>
          </p:nvPr>
        </p:nvSpPr>
        <p:spPr>
          <a:xfrm>
            <a:off x="664322" y="1368564"/>
            <a:ext cx="11023911" cy="460439"/>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1600"/>
              </a:spcBef>
              <a:spcAft>
                <a:spcPts val="0"/>
              </a:spcAft>
              <a:buClr>
                <a:schemeClr val="dk1"/>
              </a:buClr>
              <a:buSzPts val="1800"/>
              <a:buNone/>
              <a:defRPr sz="1800">
                <a:solidFill>
                  <a:schemeClr val="dk1"/>
                </a:solidFill>
              </a:defRPr>
            </a:lvl1pPr>
            <a:lvl2pPr marL="914400" lvl="1" indent="-342900" algn="l">
              <a:lnSpc>
                <a:spcPct val="95000"/>
              </a:lnSpc>
              <a:spcBef>
                <a:spcPts val="500"/>
              </a:spcBef>
              <a:spcAft>
                <a:spcPts val="0"/>
              </a:spcAft>
              <a:buClr>
                <a:schemeClr val="dk1"/>
              </a:buClr>
              <a:buSzPts val="1800"/>
              <a:buChar char="•"/>
              <a:defRPr/>
            </a:lvl2pPr>
            <a:lvl3pPr marL="1371600" lvl="2" indent="-342900" algn="l">
              <a:lnSpc>
                <a:spcPct val="95000"/>
              </a:lnSpc>
              <a:spcBef>
                <a:spcPts val="500"/>
              </a:spcBef>
              <a:spcAft>
                <a:spcPts val="0"/>
              </a:spcAft>
              <a:buClr>
                <a:schemeClr val="dk1"/>
              </a:buClr>
              <a:buSzPts val="1800"/>
              <a:buChar char="•"/>
              <a:defRPr/>
            </a:lvl3pPr>
            <a:lvl4pPr marL="1828800" lvl="3" indent="-342900" algn="l">
              <a:lnSpc>
                <a:spcPct val="95000"/>
              </a:lnSpc>
              <a:spcBef>
                <a:spcPts val="500"/>
              </a:spcBef>
              <a:spcAft>
                <a:spcPts val="0"/>
              </a:spcAft>
              <a:buClr>
                <a:schemeClr val="dk1"/>
              </a:buClr>
              <a:buSzPts val="1800"/>
              <a:buChar char="•"/>
              <a:defRPr/>
            </a:lvl4pPr>
            <a:lvl5pPr marL="2286000" lvl="4" indent="-342900" algn="l">
              <a:lnSpc>
                <a:spcPct val="95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1" name="Google Shape;251;p45"/>
          <p:cNvSpPr txBox="1">
            <a:spLocks noGrp="1"/>
          </p:cNvSpPr>
          <p:nvPr>
            <p:ph type="body" idx="8"/>
          </p:nvPr>
        </p:nvSpPr>
        <p:spPr>
          <a:xfrm>
            <a:off x="9067800" y="2647783"/>
            <a:ext cx="2480570" cy="3212327"/>
          </a:xfrm>
          <a:prstGeom prst="rect">
            <a:avLst/>
          </a:prstGeom>
          <a:noFill/>
          <a:ln w="9525" cap="flat" cmpd="sng">
            <a:solidFill>
              <a:schemeClr val="accent4"/>
            </a:solidFill>
            <a:prstDash val="solid"/>
            <a:round/>
            <a:headEnd type="none" w="sm" len="sm"/>
            <a:tailEnd type="none" w="sm" len="sm"/>
          </a:ln>
        </p:spPr>
        <p:txBody>
          <a:bodyPr spcFirstLastPara="1" wrap="square" lIns="118850" tIns="137150" rIns="0" bIns="0" anchor="t" anchorCtr="0">
            <a:noAutofit/>
          </a:bodyPr>
          <a:lstStyle>
            <a:lvl1pPr marL="457200" lvl="0" indent="-304800" algn="l">
              <a:lnSpc>
                <a:spcPct val="95000"/>
              </a:lnSpc>
              <a:spcBef>
                <a:spcPts val="600"/>
              </a:spcBef>
              <a:spcAft>
                <a:spcPts val="0"/>
              </a:spcAft>
              <a:buClr>
                <a:schemeClr val="dk1"/>
              </a:buClr>
              <a:buSzPts val="1200"/>
              <a:buFont typeface="Arial"/>
              <a:buChar char="•"/>
              <a:defRPr sz="1200">
                <a:solidFill>
                  <a:schemeClr val="dk1"/>
                </a:solidFill>
              </a:defRPr>
            </a:lvl1pPr>
            <a:lvl2pPr marL="914400" lvl="1" indent="-304800" algn="l">
              <a:lnSpc>
                <a:spcPct val="95000"/>
              </a:lnSpc>
              <a:spcBef>
                <a:spcPts val="300"/>
              </a:spcBef>
              <a:spcAft>
                <a:spcPts val="0"/>
              </a:spcAft>
              <a:buClr>
                <a:schemeClr val="dk1"/>
              </a:buClr>
              <a:buSzPts val="1200"/>
              <a:buFont typeface="Lato"/>
              <a:buChar char="–"/>
              <a:defRPr sz="1200">
                <a:solidFill>
                  <a:schemeClr val="dk1"/>
                </a:solidFill>
              </a:defRPr>
            </a:lvl2pPr>
            <a:lvl3pPr marL="1371600" lvl="2" indent="-298450" algn="l">
              <a:lnSpc>
                <a:spcPct val="95000"/>
              </a:lnSpc>
              <a:spcBef>
                <a:spcPts val="100"/>
              </a:spcBef>
              <a:spcAft>
                <a:spcPts val="0"/>
              </a:spcAft>
              <a:buClr>
                <a:schemeClr val="dk1"/>
              </a:buClr>
              <a:buSzPts val="1100"/>
              <a:buChar char="•"/>
              <a:defRPr sz="1100">
                <a:solidFill>
                  <a:schemeClr val="dk1"/>
                </a:solidFill>
              </a:defRPr>
            </a:lvl3pPr>
            <a:lvl4pPr marL="1828800" lvl="3" indent="-292100" algn="l">
              <a:lnSpc>
                <a:spcPct val="95000"/>
              </a:lnSpc>
              <a:spcBef>
                <a:spcPts val="100"/>
              </a:spcBef>
              <a:spcAft>
                <a:spcPts val="0"/>
              </a:spcAft>
              <a:buClr>
                <a:schemeClr val="dk1"/>
              </a:buClr>
              <a:buSzPts val="1000"/>
              <a:buChar char="•"/>
              <a:defRPr sz="1000">
                <a:solidFill>
                  <a:schemeClr val="dk1"/>
                </a:solidFill>
              </a:defRPr>
            </a:lvl4pPr>
            <a:lvl5pPr marL="2286000" lvl="4" indent="-292100" algn="l">
              <a:lnSpc>
                <a:spcPct val="95000"/>
              </a:lnSpc>
              <a:spcBef>
                <a:spcPts val="100"/>
              </a:spcBef>
              <a:spcAft>
                <a:spcPts val="0"/>
              </a:spcAft>
              <a:buClr>
                <a:schemeClr val="dk1"/>
              </a:buClr>
              <a:buSzPts val="1000"/>
              <a:buChar char="•"/>
              <a:defRPr sz="1000">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2" name="Google Shape;252;p45"/>
          <p:cNvSpPr txBox="1">
            <a:spLocks noGrp="1"/>
          </p:cNvSpPr>
          <p:nvPr>
            <p:ph type="body" idx="9"/>
          </p:nvPr>
        </p:nvSpPr>
        <p:spPr>
          <a:xfrm>
            <a:off x="9067800" y="2146852"/>
            <a:ext cx="2480570" cy="500932"/>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0" tIns="0" rIns="0" bIns="0" anchor="ctr" anchorCtr="0">
            <a:noAutofit/>
          </a:bodyPr>
          <a:lstStyle>
            <a:lvl1pPr marL="457200" lvl="0" indent="-228600" algn="ctr">
              <a:lnSpc>
                <a:spcPct val="100000"/>
              </a:lnSpc>
              <a:spcBef>
                <a:spcPts val="1600"/>
              </a:spcBef>
              <a:spcAft>
                <a:spcPts val="0"/>
              </a:spcAft>
              <a:buClr>
                <a:schemeClr val="lt2"/>
              </a:buClr>
              <a:buSzPts val="1050"/>
              <a:buNone/>
              <a:defRPr sz="1050" b="1" cap="none">
                <a:solidFill>
                  <a:schemeClr val="lt2"/>
                </a:solidFill>
                <a:latin typeface="Lato"/>
                <a:ea typeface="Lato"/>
                <a:cs typeface="Lato"/>
                <a:sym typeface="Lato"/>
              </a:defRPr>
            </a:lvl1pPr>
            <a:lvl2pPr marL="914400" lvl="1" indent="-228600" algn="l">
              <a:lnSpc>
                <a:spcPct val="95000"/>
              </a:lnSpc>
              <a:spcBef>
                <a:spcPts val="500"/>
              </a:spcBef>
              <a:spcAft>
                <a:spcPts val="0"/>
              </a:spcAft>
              <a:buClr>
                <a:schemeClr val="dk1"/>
              </a:buClr>
              <a:buSzPts val="1400"/>
              <a:buNone/>
              <a:defRPr/>
            </a:lvl2pPr>
            <a:lvl3pPr marL="1371600" lvl="2" indent="-342900" algn="l">
              <a:lnSpc>
                <a:spcPct val="95000"/>
              </a:lnSpc>
              <a:spcBef>
                <a:spcPts val="500"/>
              </a:spcBef>
              <a:spcAft>
                <a:spcPts val="0"/>
              </a:spcAft>
              <a:buClr>
                <a:schemeClr val="dk1"/>
              </a:buClr>
              <a:buSzPts val="1800"/>
              <a:buChar char="•"/>
              <a:defRPr/>
            </a:lvl3pPr>
            <a:lvl4pPr marL="1828800" lvl="3" indent="-342900" algn="l">
              <a:lnSpc>
                <a:spcPct val="95000"/>
              </a:lnSpc>
              <a:spcBef>
                <a:spcPts val="500"/>
              </a:spcBef>
              <a:spcAft>
                <a:spcPts val="0"/>
              </a:spcAft>
              <a:buClr>
                <a:schemeClr val="dk1"/>
              </a:buClr>
              <a:buSzPts val="1800"/>
              <a:buChar char="•"/>
              <a:defRPr/>
            </a:lvl4pPr>
            <a:lvl5pPr marL="2286000" lvl="4" indent="-342900" algn="l">
              <a:lnSpc>
                <a:spcPct val="95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3 columns &amp; images">
  <p:cSld name="3 columns &amp; images">
    <p:spTree>
      <p:nvGrpSpPr>
        <p:cNvPr id="1" name="Shape 253"/>
        <p:cNvGrpSpPr/>
        <p:nvPr/>
      </p:nvGrpSpPr>
      <p:grpSpPr>
        <a:xfrm>
          <a:off x="0" y="0"/>
          <a:ext cx="0" cy="0"/>
          <a:chOff x="0" y="0"/>
          <a:chExt cx="0" cy="0"/>
        </a:xfrm>
      </p:grpSpPr>
      <p:sp>
        <p:nvSpPr>
          <p:cNvPr id="254" name="Google Shape;254;p46"/>
          <p:cNvSpPr txBox="1">
            <a:spLocks noGrp="1"/>
          </p:cNvSpPr>
          <p:nvPr>
            <p:ph type="title"/>
          </p:nvPr>
        </p:nvSpPr>
        <p:spPr>
          <a:xfrm>
            <a:off x="665791" y="219197"/>
            <a:ext cx="10992810" cy="856407"/>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5" name="Google Shape;255;p46"/>
          <p:cNvSpPr txBox="1">
            <a:spLocks noGrp="1"/>
          </p:cNvSpPr>
          <p:nvPr>
            <p:ph type="body" idx="1"/>
          </p:nvPr>
        </p:nvSpPr>
        <p:spPr>
          <a:xfrm>
            <a:off x="647699" y="3314700"/>
            <a:ext cx="3328416" cy="2913571"/>
          </a:xfrm>
          <a:prstGeom prst="rect">
            <a:avLst/>
          </a:prstGeom>
          <a:solidFill>
            <a:schemeClr val="accent1"/>
          </a:solidFill>
          <a:ln>
            <a:noFill/>
          </a:ln>
        </p:spPr>
        <p:txBody>
          <a:bodyPr spcFirstLastPara="1" wrap="square" lIns="118850" tIns="137150" rIns="0" bIns="0" anchor="t" anchorCtr="0">
            <a:noAutofit/>
          </a:bodyPr>
          <a:lstStyle>
            <a:lvl1pPr marL="457200" lvl="0" indent="-304800" algn="l">
              <a:lnSpc>
                <a:spcPct val="95000"/>
              </a:lnSpc>
              <a:spcBef>
                <a:spcPts val="600"/>
              </a:spcBef>
              <a:spcAft>
                <a:spcPts val="0"/>
              </a:spcAft>
              <a:buClr>
                <a:schemeClr val="lt2"/>
              </a:buClr>
              <a:buSzPts val="1200"/>
              <a:buFont typeface="Arial"/>
              <a:buChar char="•"/>
              <a:defRPr sz="1200">
                <a:solidFill>
                  <a:schemeClr val="lt2"/>
                </a:solidFill>
              </a:defRPr>
            </a:lvl1pPr>
            <a:lvl2pPr marL="914400" lvl="1" indent="-304800" algn="l">
              <a:lnSpc>
                <a:spcPct val="95000"/>
              </a:lnSpc>
              <a:spcBef>
                <a:spcPts val="300"/>
              </a:spcBef>
              <a:spcAft>
                <a:spcPts val="0"/>
              </a:spcAft>
              <a:buClr>
                <a:schemeClr val="lt2"/>
              </a:buClr>
              <a:buSzPts val="1200"/>
              <a:buFont typeface="Lato"/>
              <a:buChar char="–"/>
              <a:defRPr sz="1200">
                <a:solidFill>
                  <a:schemeClr val="lt2"/>
                </a:solidFill>
              </a:defRPr>
            </a:lvl2pPr>
            <a:lvl3pPr marL="1371600" lvl="2" indent="-298450" algn="l">
              <a:lnSpc>
                <a:spcPct val="95000"/>
              </a:lnSpc>
              <a:spcBef>
                <a:spcPts val="100"/>
              </a:spcBef>
              <a:spcAft>
                <a:spcPts val="0"/>
              </a:spcAft>
              <a:buClr>
                <a:schemeClr val="lt2"/>
              </a:buClr>
              <a:buSzPts val="1100"/>
              <a:buChar char="•"/>
              <a:defRPr sz="1100">
                <a:solidFill>
                  <a:schemeClr val="lt2"/>
                </a:solidFill>
              </a:defRPr>
            </a:lvl3pPr>
            <a:lvl4pPr marL="1828800" lvl="3" indent="-292100" algn="l">
              <a:lnSpc>
                <a:spcPct val="95000"/>
              </a:lnSpc>
              <a:spcBef>
                <a:spcPts val="100"/>
              </a:spcBef>
              <a:spcAft>
                <a:spcPts val="0"/>
              </a:spcAft>
              <a:buClr>
                <a:schemeClr val="lt2"/>
              </a:buClr>
              <a:buSzPts val="1000"/>
              <a:buChar char="•"/>
              <a:defRPr sz="1000">
                <a:solidFill>
                  <a:schemeClr val="lt2"/>
                </a:solidFill>
              </a:defRPr>
            </a:lvl4pPr>
            <a:lvl5pPr marL="2286000" lvl="4" indent="-292100" algn="l">
              <a:lnSpc>
                <a:spcPct val="95000"/>
              </a:lnSpc>
              <a:spcBef>
                <a:spcPts val="100"/>
              </a:spcBef>
              <a:spcAft>
                <a:spcPts val="0"/>
              </a:spcAft>
              <a:buClr>
                <a:schemeClr val="lt2"/>
              </a:buClr>
              <a:buSzPts val="1000"/>
              <a:buChar char="•"/>
              <a:defRPr sz="1000">
                <a:solidFill>
                  <a:schemeClr val="lt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6" name="Google Shape;256;p46"/>
          <p:cNvSpPr txBox="1">
            <a:spLocks noGrp="1"/>
          </p:cNvSpPr>
          <p:nvPr>
            <p:ph type="ftr" idx="11"/>
          </p:nvPr>
        </p:nvSpPr>
        <p:spPr>
          <a:xfrm>
            <a:off x="5197840" y="6638792"/>
            <a:ext cx="1817489" cy="143629"/>
          </a:xfrm>
          <a:prstGeom prst="rect">
            <a:avLst/>
          </a:prstGeom>
          <a:noFill/>
          <a:ln>
            <a:noFill/>
          </a:ln>
        </p:spPr>
        <p:txBody>
          <a:bodyPr spcFirstLastPara="1" wrap="square" lIns="0" tIns="0" rIns="0" bIns="0" anchor="ctr" anchorCtr="0">
            <a:sp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7" name="Google Shape;257;p46"/>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8" name="Google Shape;258;p46"/>
          <p:cNvSpPr txBox="1">
            <a:spLocks noGrp="1"/>
          </p:cNvSpPr>
          <p:nvPr>
            <p:ph type="body" idx="2"/>
          </p:nvPr>
        </p:nvSpPr>
        <p:spPr>
          <a:xfrm>
            <a:off x="4495799" y="3314700"/>
            <a:ext cx="3328416" cy="2913571"/>
          </a:xfrm>
          <a:prstGeom prst="rect">
            <a:avLst/>
          </a:prstGeom>
          <a:solidFill>
            <a:schemeClr val="accent1"/>
          </a:solidFill>
          <a:ln>
            <a:noFill/>
          </a:ln>
        </p:spPr>
        <p:txBody>
          <a:bodyPr spcFirstLastPara="1" wrap="square" lIns="118850" tIns="137150" rIns="0" bIns="0" anchor="t" anchorCtr="0">
            <a:noAutofit/>
          </a:bodyPr>
          <a:lstStyle>
            <a:lvl1pPr marL="457200" lvl="0" indent="-304800" algn="l">
              <a:lnSpc>
                <a:spcPct val="95000"/>
              </a:lnSpc>
              <a:spcBef>
                <a:spcPts val="600"/>
              </a:spcBef>
              <a:spcAft>
                <a:spcPts val="0"/>
              </a:spcAft>
              <a:buClr>
                <a:schemeClr val="lt2"/>
              </a:buClr>
              <a:buSzPts val="1200"/>
              <a:buFont typeface="Arial"/>
              <a:buChar char="•"/>
              <a:defRPr sz="1200">
                <a:solidFill>
                  <a:schemeClr val="lt2"/>
                </a:solidFill>
              </a:defRPr>
            </a:lvl1pPr>
            <a:lvl2pPr marL="914400" lvl="1" indent="-304800" algn="l">
              <a:lnSpc>
                <a:spcPct val="95000"/>
              </a:lnSpc>
              <a:spcBef>
                <a:spcPts val="300"/>
              </a:spcBef>
              <a:spcAft>
                <a:spcPts val="0"/>
              </a:spcAft>
              <a:buClr>
                <a:schemeClr val="lt2"/>
              </a:buClr>
              <a:buSzPts val="1200"/>
              <a:buFont typeface="Lato"/>
              <a:buChar char="–"/>
              <a:defRPr sz="1200">
                <a:solidFill>
                  <a:schemeClr val="lt2"/>
                </a:solidFill>
              </a:defRPr>
            </a:lvl2pPr>
            <a:lvl3pPr marL="1371600" lvl="2" indent="-298450" algn="l">
              <a:lnSpc>
                <a:spcPct val="95000"/>
              </a:lnSpc>
              <a:spcBef>
                <a:spcPts val="100"/>
              </a:spcBef>
              <a:spcAft>
                <a:spcPts val="0"/>
              </a:spcAft>
              <a:buClr>
                <a:schemeClr val="lt2"/>
              </a:buClr>
              <a:buSzPts val="1100"/>
              <a:buChar char="•"/>
              <a:defRPr sz="1100">
                <a:solidFill>
                  <a:schemeClr val="lt2"/>
                </a:solidFill>
              </a:defRPr>
            </a:lvl3pPr>
            <a:lvl4pPr marL="1828800" lvl="3" indent="-292100" algn="l">
              <a:lnSpc>
                <a:spcPct val="95000"/>
              </a:lnSpc>
              <a:spcBef>
                <a:spcPts val="100"/>
              </a:spcBef>
              <a:spcAft>
                <a:spcPts val="0"/>
              </a:spcAft>
              <a:buClr>
                <a:schemeClr val="lt2"/>
              </a:buClr>
              <a:buSzPts val="1000"/>
              <a:buChar char="•"/>
              <a:defRPr sz="1000">
                <a:solidFill>
                  <a:schemeClr val="lt2"/>
                </a:solidFill>
              </a:defRPr>
            </a:lvl4pPr>
            <a:lvl5pPr marL="2286000" lvl="4" indent="-292100" algn="l">
              <a:lnSpc>
                <a:spcPct val="95000"/>
              </a:lnSpc>
              <a:spcBef>
                <a:spcPts val="100"/>
              </a:spcBef>
              <a:spcAft>
                <a:spcPts val="0"/>
              </a:spcAft>
              <a:buClr>
                <a:schemeClr val="lt2"/>
              </a:buClr>
              <a:buSzPts val="1000"/>
              <a:buChar char="•"/>
              <a:defRPr sz="1000">
                <a:solidFill>
                  <a:schemeClr val="lt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9" name="Google Shape;259;p46"/>
          <p:cNvSpPr txBox="1">
            <a:spLocks noGrp="1"/>
          </p:cNvSpPr>
          <p:nvPr>
            <p:ph type="body" idx="3"/>
          </p:nvPr>
        </p:nvSpPr>
        <p:spPr>
          <a:xfrm>
            <a:off x="647700" y="1657350"/>
            <a:ext cx="3328416" cy="320675"/>
          </a:xfrm>
          <a:prstGeom prst="rect">
            <a:avLst/>
          </a:prstGeom>
          <a:solidFill>
            <a:schemeClr val="accent1"/>
          </a:solid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lt2"/>
              </a:buClr>
              <a:buSzPts val="1100"/>
              <a:buNone/>
              <a:defRPr sz="1100" b="1" cap="none">
                <a:solidFill>
                  <a:schemeClr val="lt2"/>
                </a:solidFill>
              </a:defRPr>
            </a:lvl1pPr>
            <a:lvl2pPr marL="914400" lvl="1" indent="-228600" algn="l">
              <a:lnSpc>
                <a:spcPct val="95000"/>
              </a:lnSpc>
              <a:spcBef>
                <a:spcPts val="500"/>
              </a:spcBef>
              <a:spcAft>
                <a:spcPts val="0"/>
              </a:spcAft>
              <a:buClr>
                <a:schemeClr val="dk1"/>
              </a:buClr>
              <a:buSzPts val="1400"/>
              <a:buNone/>
              <a:defRPr/>
            </a:lvl2pPr>
            <a:lvl3pPr marL="1371600" lvl="2" indent="-342900" algn="l">
              <a:lnSpc>
                <a:spcPct val="95000"/>
              </a:lnSpc>
              <a:spcBef>
                <a:spcPts val="500"/>
              </a:spcBef>
              <a:spcAft>
                <a:spcPts val="0"/>
              </a:spcAft>
              <a:buClr>
                <a:schemeClr val="dk1"/>
              </a:buClr>
              <a:buSzPts val="1800"/>
              <a:buChar char="•"/>
              <a:defRPr/>
            </a:lvl3pPr>
            <a:lvl4pPr marL="1828800" lvl="3" indent="-342900" algn="l">
              <a:lnSpc>
                <a:spcPct val="95000"/>
              </a:lnSpc>
              <a:spcBef>
                <a:spcPts val="500"/>
              </a:spcBef>
              <a:spcAft>
                <a:spcPts val="0"/>
              </a:spcAft>
              <a:buClr>
                <a:schemeClr val="dk1"/>
              </a:buClr>
              <a:buSzPts val="1800"/>
              <a:buChar char="•"/>
              <a:defRPr/>
            </a:lvl4pPr>
            <a:lvl5pPr marL="2286000" lvl="4" indent="-342900" algn="l">
              <a:lnSpc>
                <a:spcPct val="95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0" name="Google Shape;260;p46"/>
          <p:cNvSpPr txBox="1">
            <a:spLocks noGrp="1"/>
          </p:cNvSpPr>
          <p:nvPr>
            <p:ph type="body" idx="4"/>
          </p:nvPr>
        </p:nvSpPr>
        <p:spPr>
          <a:xfrm>
            <a:off x="4495799" y="1657350"/>
            <a:ext cx="3328416" cy="320675"/>
          </a:xfrm>
          <a:prstGeom prst="rect">
            <a:avLst/>
          </a:prstGeom>
          <a:solidFill>
            <a:schemeClr val="accent1"/>
          </a:solid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lt2"/>
              </a:buClr>
              <a:buSzPts val="1100"/>
              <a:buNone/>
              <a:defRPr sz="1100" b="1" cap="none">
                <a:solidFill>
                  <a:schemeClr val="lt2"/>
                </a:solidFill>
              </a:defRPr>
            </a:lvl1pPr>
            <a:lvl2pPr marL="914400" lvl="1" indent="-228600" algn="l">
              <a:lnSpc>
                <a:spcPct val="95000"/>
              </a:lnSpc>
              <a:spcBef>
                <a:spcPts val="500"/>
              </a:spcBef>
              <a:spcAft>
                <a:spcPts val="0"/>
              </a:spcAft>
              <a:buClr>
                <a:schemeClr val="dk1"/>
              </a:buClr>
              <a:buSzPts val="1400"/>
              <a:buNone/>
              <a:defRPr/>
            </a:lvl2pPr>
            <a:lvl3pPr marL="1371600" lvl="2" indent="-342900" algn="l">
              <a:lnSpc>
                <a:spcPct val="95000"/>
              </a:lnSpc>
              <a:spcBef>
                <a:spcPts val="500"/>
              </a:spcBef>
              <a:spcAft>
                <a:spcPts val="0"/>
              </a:spcAft>
              <a:buClr>
                <a:schemeClr val="dk1"/>
              </a:buClr>
              <a:buSzPts val="1800"/>
              <a:buChar char="•"/>
              <a:defRPr/>
            </a:lvl3pPr>
            <a:lvl4pPr marL="1828800" lvl="3" indent="-342900" algn="l">
              <a:lnSpc>
                <a:spcPct val="95000"/>
              </a:lnSpc>
              <a:spcBef>
                <a:spcPts val="500"/>
              </a:spcBef>
              <a:spcAft>
                <a:spcPts val="0"/>
              </a:spcAft>
              <a:buClr>
                <a:schemeClr val="dk1"/>
              </a:buClr>
              <a:buSzPts val="1800"/>
              <a:buChar char="•"/>
              <a:defRPr/>
            </a:lvl4pPr>
            <a:lvl5pPr marL="2286000" lvl="4" indent="-342900" algn="l">
              <a:lnSpc>
                <a:spcPct val="95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1" name="Google Shape;261;p46"/>
          <p:cNvSpPr txBox="1">
            <a:spLocks noGrp="1"/>
          </p:cNvSpPr>
          <p:nvPr>
            <p:ph type="body" idx="5"/>
          </p:nvPr>
        </p:nvSpPr>
        <p:spPr>
          <a:xfrm>
            <a:off x="8305799" y="3314700"/>
            <a:ext cx="3328416" cy="2913571"/>
          </a:xfrm>
          <a:prstGeom prst="rect">
            <a:avLst/>
          </a:prstGeom>
          <a:solidFill>
            <a:schemeClr val="accent1"/>
          </a:solidFill>
          <a:ln>
            <a:noFill/>
          </a:ln>
        </p:spPr>
        <p:txBody>
          <a:bodyPr spcFirstLastPara="1" wrap="square" lIns="118850" tIns="137150" rIns="0" bIns="0" anchor="t" anchorCtr="0">
            <a:noAutofit/>
          </a:bodyPr>
          <a:lstStyle>
            <a:lvl1pPr marL="457200" lvl="0" indent="-304800" algn="l">
              <a:lnSpc>
                <a:spcPct val="95000"/>
              </a:lnSpc>
              <a:spcBef>
                <a:spcPts val="600"/>
              </a:spcBef>
              <a:spcAft>
                <a:spcPts val="0"/>
              </a:spcAft>
              <a:buClr>
                <a:schemeClr val="lt2"/>
              </a:buClr>
              <a:buSzPts val="1200"/>
              <a:buFont typeface="Arial"/>
              <a:buChar char="•"/>
              <a:defRPr sz="1200">
                <a:solidFill>
                  <a:schemeClr val="lt2"/>
                </a:solidFill>
              </a:defRPr>
            </a:lvl1pPr>
            <a:lvl2pPr marL="914400" lvl="1" indent="-304800" algn="l">
              <a:lnSpc>
                <a:spcPct val="95000"/>
              </a:lnSpc>
              <a:spcBef>
                <a:spcPts val="300"/>
              </a:spcBef>
              <a:spcAft>
                <a:spcPts val="0"/>
              </a:spcAft>
              <a:buClr>
                <a:schemeClr val="lt2"/>
              </a:buClr>
              <a:buSzPts val="1200"/>
              <a:buFont typeface="Lato"/>
              <a:buChar char="–"/>
              <a:defRPr sz="1200">
                <a:solidFill>
                  <a:schemeClr val="lt2"/>
                </a:solidFill>
              </a:defRPr>
            </a:lvl2pPr>
            <a:lvl3pPr marL="1371600" lvl="2" indent="-298450" algn="l">
              <a:lnSpc>
                <a:spcPct val="95000"/>
              </a:lnSpc>
              <a:spcBef>
                <a:spcPts val="100"/>
              </a:spcBef>
              <a:spcAft>
                <a:spcPts val="0"/>
              </a:spcAft>
              <a:buClr>
                <a:schemeClr val="lt2"/>
              </a:buClr>
              <a:buSzPts val="1100"/>
              <a:buChar char="•"/>
              <a:defRPr sz="1100">
                <a:solidFill>
                  <a:schemeClr val="lt2"/>
                </a:solidFill>
              </a:defRPr>
            </a:lvl3pPr>
            <a:lvl4pPr marL="1828800" lvl="3" indent="-292100" algn="l">
              <a:lnSpc>
                <a:spcPct val="95000"/>
              </a:lnSpc>
              <a:spcBef>
                <a:spcPts val="100"/>
              </a:spcBef>
              <a:spcAft>
                <a:spcPts val="0"/>
              </a:spcAft>
              <a:buClr>
                <a:schemeClr val="lt2"/>
              </a:buClr>
              <a:buSzPts val="1000"/>
              <a:buChar char="•"/>
              <a:defRPr sz="1000">
                <a:solidFill>
                  <a:schemeClr val="lt2"/>
                </a:solidFill>
              </a:defRPr>
            </a:lvl4pPr>
            <a:lvl5pPr marL="2286000" lvl="4" indent="-292100" algn="l">
              <a:lnSpc>
                <a:spcPct val="95000"/>
              </a:lnSpc>
              <a:spcBef>
                <a:spcPts val="100"/>
              </a:spcBef>
              <a:spcAft>
                <a:spcPts val="0"/>
              </a:spcAft>
              <a:buClr>
                <a:schemeClr val="lt2"/>
              </a:buClr>
              <a:buSzPts val="1000"/>
              <a:buChar char="•"/>
              <a:defRPr sz="1000">
                <a:solidFill>
                  <a:schemeClr val="lt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2" name="Google Shape;262;p46"/>
          <p:cNvSpPr txBox="1">
            <a:spLocks noGrp="1"/>
          </p:cNvSpPr>
          <p:nvPr>
            <p:ph type="body" idx="6"/>
          </p:nvPr>
        </p:nvSpPr>
        <p:spPr>
          <a:xfrm>
            <a:off x="8305799" y="1657350"/>
            <a:ext cx="3328416" cy="320675"/>
          </a:xfrm>
          <a:prstGeom prst="rect">
            <a:avLst/>
          </a:prstGeom>
          <a:solidFill>
            <a:schemeClr val="accent1"/>
          </a:solid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lt2"/>
              </a:buClr>
              <a:buSzPts val="1100"/>
              <a:buNone/>
              <a:defRPr sz="1100" b="1" cap="none">
                <a:solidFill>
                  <a:schemeClr val="lt2"/>
                </a:solidFill>
              </a:defRPr>
            </a:lvl1pPr>
            <a:lvl2pPr marL="914400" lvl="1" indent="-228600" algn="l">
              <a:lnSpc>
                <a:spcPct val="95000"/>
              </a:lnSpc>
              <a:spcBef>
                <a:spcPts val="500"/>
              </a:spcBef>
              <a:spcAft>
                <a:spcPts val="0"/>
              </a:spcAft>
              <a:buClr>
                <a:schemeClr val="dk1"/>
              </a:buClr>
              <a:buSzPts val="1400"/>
              <a:buNone/>
              <a:defRPr/>
            </a:lvl2pPr>
            <a:lvl3pPr marL="1371600" lvl="2" indent="-342900" algn="l">
              <a:lnSpc>
                <a:spcPct val="95000"/>
              </a:lnSpc>
              <a:spcBef>
                <a:spcPts val="500"/>
              </a:spcBef>
              <a:spcAft>
                <a:spcPts val="0"/>
              </a:spcAft>
              <a:buClr>
                <a:schemeClr val="dk1"/>
              </a:buClr>
              <a:buSzPts val="1800"/>
              <a:buChar char="•"/>
              <a:defRPr/>
            </a:lvl3pPr>
            <a:lvl4pPr marL="1828800" lvl="3" indent="-342900" algn="l">
              <a:lnSpc>
                <a:spcPct val="95000"/>
              </a:lnSpc>
              <a:spcBef>
                <a:spcPts val="500"/>
              </a:spcBef>
              <a:spcAft>
                <a:spcPts val="0"/>
              </a:spcAft>
              <a:buClr>
                <a:schemeClr val="dk1"/>
              </a:buClr>
              <a:buSzPts val="1800"/>
              <a:buChar char="•"/>
              <a:defRPr/>
            </a:lvl4pPr>
            <a:lvl5pPr marL="2286000" lvl="4" indent="-342900" algn="l">
              <a:lnSpc>
                <a:spcPct val="95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3" name="Google Shape;263;p46"/>
          <p:cNvSpPr>
            <a:spLocks noGrp="1"/>
          </p:cNvSpPr>
          <p:nvPr>
            <p:ph type="pic" idx="7"/>
          </p:nvPr>
        </p:nvSpPr>
        <p:spPr>
          <a:xfrm>
            <a:off x="647700" y="1978025"/>
            <a:ext cx="3328416" cy="1336675"/>
          </a:xfrm>
          <a:prstGeom prst="rect">
            <a:avLst/>
          </a:prstGeom>
          <a:solidFill>
            <a:srgbClr val="E0E0E0"/>
          </a:solidFill>
          <a:ln>
            <a:noFill/>
          </a:ln>
        </p:spPr>
        <p:txBody>
          <a:bodyPr spcFirstLastPara="1" wrap="square" lIns="0" tIns="0" rIns="0" bIns="0" anchor="t" anchorCtr="0">
            <a:noAutofit/>
          </a:bodyPr>
          <a:lstStyle>
            <a:lvl1pPr marR="0" lvl="0" algn="l" rtl="0">
              <a:lnSpc>
                <a:spcPct val="110000"/>
              </a:lnSpc>
              <a:spcBef>
                <a:spcPts val="1600"/>
              </a:spcBef>
              <a:spcAft>
                <a:spcPts val="0"/>
              </a:spcAft>
              <a:buClr>
                <a:schemeClr val="dk1"/>
              </a:buClr>
              <a:buSzPts val="1400"/>
              <a:buFont typeface="Arial"/>
              <a:buNone/>
              <a:defRPr sz="1400" b="0" i="0" u="none" strike="noStrike" cap="none">
                <a:solidFill>
                  <a:schemeClr val="dk1"/>
                </a:solidFill>
                <a:latin typeface="Lato"/>
                <a:ea typeface="Lato"/>
                <a:cs typeface="Lato"/>
                <a:sym typeface="Lato"/>
              </a:defRPr>
            </a:lvl1pPr>
            <a:lvl2pPr marR="0" lvl="1" algn="l" rtl="0">
              <a:lnSpc>
                <a:spcPct val="95000"/>
              </a:lnSpc>
              <a:spcBef>
                <a:spcPts val="500"/>
              </a:spcBef>
              <a:spcAft>
                <a:spcPts val="0"/>
              </a:spcAft>
              <a:buClr>
                <a:schemeClr val="dk1"/>
              </a:buClr>
              <a:buSzPts val="1400"/>
              <a:buFont typeface="Arial"/>
              <a:buChar char="•"/>
              <a:defRPr sz="1400" b="0" i="0" u="none" strike="noStrike" cap="none">
                <a:solidFill>
                  <a:schemeClr val="dk1"/>
                </a:solidFill>
                <a:latin typeface="Lato"/>
                <a:ea typeface="Lato"/>
                <a:cs typeface="Lato"/>
                <a:sym typeface="Lato"/>
              </a:defRPr>
            </a:lvl2pPr>
            <a:lvl3pPr marR="0" lvl="2" algn="l" rtl="0">
              <a:lnSpc>
                <a:spcPct val="95000"/>
              </a:lnSpc>
              <a:spcBef>
                <a:spcPts val="500"/>
              </a:spcBef>
              <a:spcAft>
                <a:spcPts val="0"/>
              </a:spcAft>
              <a:buClr>
                <a:schemeClr val="dk1"/>
              </a:buClr>
              <a:buSzPts val="1200"/>
              <a:buFont typeface="Arial"/>
              <a:buChar char="•"/>
              <a:defRPr sz="1200" b="0" i="0" u="none" strike="noStrike" cap="none">
                <a:solidFill>
                  <a:schemeClr val="dk1"/>
                </a:solidFill>
                <a:latin typeface="Lato"/>
                <a:ea typeface="Lato"/>
                <a:cs typeface="Lato"/>
                <a:sym typeface="Lato"/>
              </a:defRPr>
            </a:lvl3pPr>
            <a:lvl4pPr marR="0" lvl="3" algn="l" rtl="0">
              <a:lnSpc>
                <a:spcPct val="95000"/>
              </a:lnSpc>
              <a:spcBef>
                <a:spcPts val="500"/>
              </a:spcBef>
              <a:spcAft>
                <a:spcPts val="0"/>
              </a:spcAft>
              <a:buClr>
                <a:schemeClr val="dk1"/>
              </a:buClr>
              <a:buSzPts val="1200"/>
              <a:buFont typeface="Arial"/>
              <a:buChar char="•"/>
              <a:defRPr sz="1200" b="0" i="0" u="none" strike="noStrike" cap="none">
                <a:solidFill>
                  <a:schemeClr val="dk1"/>
                </a:solidFill>
                <a:latin typeface="Lato"/>
                <a:ea typeface="Lato"/>
                <a:cs typeface="Lato"/>
                <a:sym typeface="Lato"/>
              </a:defRPr>
            </a:lvl4pPr>
            <a:lvl5pPr marR="0" lvl="4" algn="l" rtl="0">
              <a:lnSpc>
                <a:spcPct val="95000"/>
              </a:lnSpc>
              <a:spcBef>
                <a:spcPts val="500"/>
              </a:spcBef>
              <a:spcAft>
                <a:spcPts val="0"/>
              </a:spcAft>
              <a:buClr>
                <a:schemeClr val="dk1"/>
              </a:buClr>
              <a:buSzPts val="1200"/>
              <a:buFont typeface="Arial"/>
              <a:buChar char="•"/>
              <a:defRPr sz="1200" b="0" i="0" u="none" strike="noStrike" cap="none">
                <a:solidFill>
                  <a:schemeClr val="dk1"/>
                </a:solidFill>
                <a:latin typeface="Lato"/>
                <a:ea typeface="Lato"/>
                <a:cs typeface="Lato"/>
                <a:sym typeface="La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9pPr>
          </a:lstStyle>
          <a:p>
            <a:endParaRPr/>
          </a:p>
        </p:txBody>
      </p:sp>
      <p:sp>
        <p:nvSpPr>
          <p:cNvPr id="264" name="Google Shape;264;p46"/>
          <p:cNvSpPr>
            <a:spLocks noGrp="1"/>
          </p:cNvSpPr>
          <p:nvPr>
            <p:ph type="pic" idx="8"/>
          </p:nvPr>
        </p:nvSpPr>
        <p:spPr>
          <a:xfrm>
            <a:off x="4495799" y="1978025"/>
            <a:ext cx="3328416" cy="1336675"/>
          </a:xfrm>
          <a:prstGeom prst="rect">
            <a:avLst/>
          </a:prstGeom>
          <a:solidFill>
            <a:srgbClr val="E0E0E0"/>
          </a:solidFill>
          <a:ln>
            <a:noFill/>
          </a:ln>
        </p:spPr>
        <p:txBody>
          <a:bodyPr spcFirstLastPara="1" wrap="square" lIns="0" tIns="0" rIns="0" bIns="0" anchor="t" anchorCtr="0">
            <a:noAutofit/>
          </a:bodyPr>
          <a:lstStyle>
            <a:lvl1pPr marR="0" lvl="0" algn="l" rtl="0">
              <a:lnSpc>
                <a:spcPct val="110000"/>
              </a:lnSpc>
              <a:spcBef>
                <a:spcPts val="1600"/>
              </a:spcBef>
              <a:spcAft>
                <a:spcPts val="0"/>
              </a:spcAft>
              <a:buClr>
                <a:schemeClr val="dk1"/>
              </a:buClr>
              <a:buSzPts val="1400"/>
              <a:buFont typeface="Arial"/>
              <a:buNone/>
              <a:defRPr sz="1400" b="0" i="0" u="none" strike="noStrike" cap="none">
                <a:solidFill>
                  <a:schemeClr val="dk1"/>
                </a:solidFill>
                <a:latin typeface="Lato"/>
                <a:ea typeface="Lato"/>
                <a:cs typeface="Lato"/>
                <a:sym typeface="Lato"/>
              </a:defRPr>
            </a:lvl1pPr>
            <a:lvl2pPr marR="0" lvl="1" algn="l" rtl="0">
              <a:lnSpc>
                <a:spcPct val="95000"/>
              </a:lnSpc>
              <a:spcBef>
                <a:spcPts val="500"/>
              </a:spcBef>
              <a:spcAft>
                <a:spcPts val="0"/>
              </a:spcAft>
              <a:buClr>
                <a:schemeClr val="dk1"/>
              </a:buClr>
              <a:buSzPts val="1400"/>
              <a:buFont typeface="Arial"/>
              <a:buChar char="•"/>
              <a:defRPr sz="1400" b="0" i="0" u="none" strike="noStrike" cap="none">
                <a:solidFill>
                  <a:schemeClr val="dk1"/>
                </a:solidFill>
                <a:latin typeface="Lato"/>
                <a:ea typeface="Lato"/>
                <a:cs typeface="Lato"/>
                <a:sym typeface="Lato"/>
              </a:defRPr>
            </a:lvl2pPr>
            <a:lvl3pPr marR="0" lvl="2" algn="l" rtl="0">
              <a:lnSpc>
                <a:spcPct val="95000"/>
              </a:lnSpc>
              <a:spcBef>
                <a:spcPts val="500"/>
              </a:spcBef>
              <a:spcAft>
                <a:spcPts val="0"/>
              </a:spcAft>
              <a:buClr>
                <a:schemeClr val="dk1"/>
              </a:buClr>
              <a:buSzPts val="1200"/>
              <a:buFont typeface="Arial"/>
              <a:buChar char="•"/>
              <a:defRPr sz="1200" b="0" i="0" u="none" strike="noStrike" cap="none">
                <a:solidFill>
                  <a:schemeClr val="dk1"/>
                </a:solidFill>
                <a:latin typeface="Lato"/>
                <a:ea typeface="Lato"/>
                <a:cs typeface="Lato"/>
                <a:sym typeface="Lato"/>
              </a:defRPr>
            </a:lvl3pPr>
            <a:lvl4pPr marR="0" lvl="3" algn="l" rtl="0">
              <a:lnSpc>
                <a:spcPct val="95000"/>
              </a:lnSpc>
              <a:spcBef>
                <a:spcPts val="500"/>
              </a:spcBef>
              <a:spcAft>
                <a:spcPts val="0"/>
              </a:spcAft>
              <a:buClr>
                <a:schemeClr val="dk1"/>
              </a:buClr>
              <a:buSzPts val="1200"/>
              <a:buFont typeface="Arial"/>
              <a:buChar char="•"/>
              <a:defRPr sz="1200" b="0" i="0" u="none" strike="noStrike" cap="none">
                <a:solidFill>
                  <a:schemeClr val="dk1"/>
                </a:solidFill>
                <a:latin typeface="Lato"/>
                <a:ea typeface="Lato"/>
                <a:cs typeface="Lato"/>
                <a:sym typeface="Lato"/>
              </a:defRPr>
            </a:lvl4pPr>
            <a:lvl5pPr marR="0" lvl="4" algn="l" rtl="0">
              <a:lnSpc>
                <a:spcPct val="95000"/>
              </a:lnSpc>
              <a:spcBef>
                <a:spcPts val="500"/>
              </a:spcBef>
              <a:spcAft>
                <a:spcPts val="0"/>
              </a:spcAft>
              <a:buClr>
                <a:schemeClr val="dk1"/>
              </a:buClr>
              <a:buSzPts val="1200"/>
              <a:buFont typeface="Arial"/>
              <a:buChar char="•"/>
              <a:defRPr sz="1200" b="0" i="0" u="none" strike="noStrike" cap="none">
                <a:solidFill>
                  <a:schemeClr val="dk1"/>
                </a:solidFill>
                <a:latin typeface="Lato"/>
                <a:ea typeface="Lato"/>
                <a:cs typeface="Lato"/>
                <a:sym typeface="La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9pPr>
          </a:lstStyle>
          <a:p>
            <a:endParaRPr/>
          </a:p>
        </p:txBody>
      </p:sp>
      <p:sp>
        <p:nvSpPr>
          <p:cNvPr id="265" name="Google Shape;265;p46"/>
          <p:cNvSpPr>
            <a:spLocks noGrp="1"/>
          </p:cNvSpPr>
          <p:nvPr>
            <p:ph type="pic" idx="9"/>
          </p:nvPr>
        </p:nvSpPr>
        <p:spPr>
          <a:xfrm>
            <a:off x="8305799" y="1978025"/>
            <a:ext cx="3328416" cy="1336675"/>
          </a:xfrm>
          <a:prstGeom prst="rect">
            <a:avLst/>
          </a:prstGeom>
          <a:solidFill>
            <a:srgbClr val="E0E0E0"/>
          </a:solidFill>
          <a:ln>
            <a:noFill/>
          </a:ln>
        </p:spPr>
        <p:txBody>
          <a:bodyPr spcFirstLastPara="1" wrap="square" lIns="0" tIns="0" rIns="0" bIns="0" anchor="t" anchorCtr="0">
            <a:noAutofit/>
          </a:bodyPr>
          <a:lstStyle>
            <a:lvl1pPr marR="0" lvl="0" algn="l" rtl="0">
              <a:lnSpc>
                <a:spcPct val="110000"/>
              </a:lnSpc>
              <a:spcBef>
                <a:spcPts val="1600"/>
              </a:spcBef>
              <a:spcAft>
                <a:spcPts val="0"/>
              </a:spcAft>
              <a:buClr>
                <a:schemeClr val="dk1"/>
              </a:buClr>
              <a:buSzPts val="1400"/>
              <a:buFont typeface="Arial"/>
              <a:buNone/>
              <a:defRPr sz="1400" b="0" i="0" u="none" strike="noStrike" cap="none">
                <a:solidFill>
                  <a:schemeClr val="dk1"/>
                </a:solidFill>
                <a:latin typeface="Lato"/>
                <a:ea typeface="Lato"/>
                <a:cs typeface="Lato"/>
                <a:sym typeface="Lato"/>
              </a:defRPr>
            </a:lvl1pPr>
            <a:lvl2pPr marR="0" lvl="1" algn="l" rtl="0">
              <a:lnSpc>
                <a:spcPct val="95000"/>
              </a:lnSpc>
              <a:spcBef>
                <a:spcPts val="500"/>
              </a:spcBef>
              <a:spcAft>
                <a:spcPts val="0"/>
              </a:spcAft>
              <a:buClr>
                <a:schemeClr val="dk1"/>
              </a:buClr>
              <a:buSzPts val="1400"/>
              <a:buFont typeface="Arial"/>
              <a:buChar char="•"/>
              <a:defRPr sz="1400" b="0" i="0" u="none" strike="noStrike" cap="none">
                <a:solidFill>
                  <a:schemeClr val="dk1"/>
                </a:solidFill>
                <a:latin typeface="Lato"/>
                <a:ea typeface="Lato"/>
                <a:cs typeface="Lato"/>
                <a:sym typeface="Lato"/>
              </a:defRPr>
            </a:lvl2pPr>
            <a:lvl3pPr marR="0" lvl="2" algn="l" rtl="0">
              <a:lnSpc>
                <a:spcPct val="95000"/>
              </a:lnSpc>
              <a:spcBef>
                <a:spcPts val="500"/>
              </a:spcBef>
              <a:spcAft>
                <a:spcPts val="0"/>
              </a:spcAft>
              <a:buClr>
                <a:schemeClr val="dk1"/>
              </a:buClr>
              <a:buSzPts val="1200"/>
              <a:buFont typeface="Arial"/>
              <a:buChar char="•"/>
              <a:defRPr sz="1200" b="0" i="0" u="none" strike="noStrike" cap="none">
                <a:solidFill>
                  <a:schemeClr val="dk1"/>
                </a:solidFill>
                <a:latin typeface="Lato"/>
                <a:ea typeface="Lato"/>
                <a:cs typeface="Lato"/>
                <a:sym typeface="Lato"/>
              </a:defRPr>
            </a:lvl3pPr>
            <a:lvl4pPr marR="0" lvl="3" algn="l" rtl="0">
              <a:lnSpc>
                <a:spcPct val="95000"/>
              </a:lnSpc>
              <a:spcBef>
                <a:spcPts val="500"/>
              </a:spcBef>
              <a:spcAft>
                <a:spcPts val="0"/>
              </a:spcAft>
              <a:buClr>
                <a:schemeClr val="dk1"/>
              </a:buClr>
              <a:buSzPts val="1200"/>
              <a:buFont typeface="Arial"/>
              <a:buChar char="•"/>
              <a:defRPr sz="1200" b="0" i="0" u="none" strike="noStrike" cap="none">
                <a:solidFill>
                  <a:schemeClr val="dk1"/>
                </a:solidFill>
                <a:latin typeface="Lato"/>
                <a:ea typeface="Lato"/>
                <a:cs typeface="Lato"/>
                <a:sym typeface="Lato"/>
              </a:defRPr>
            </a:lvl4pPr>
            <a:lvl5pPr marR="0" lvl="4" algn="l" rtl="0">
              <a:lnSpc>
                <a:spcPct val="95000"/>
              </a:lnSpc>
              <a:spcBef>
                <a:spcPts val="500"/>
              </a:spcBef>
              <a:spcAft>
                <a:spcPts val="0"/>
              </a:spcAft>
              <a:buClr>
                <a:schemeClr val="dk1"/>
              </a:buClr>
              <a:buSzPts val="1200"/>
              <a:buFont typeface="Arial"/>
              <a:buChar char="•"/>
              <a:defRPr sz="1200" b="0" i="0" u="none" strike="noStrike" cap="none">
                <a:solidFill>
                  <a:schemeClr val="dk1"/>
                </a:solidFill>
                <a:latin typeface="Lato"/>
                <a:ea typeface="Lato"/>
                <a:cs typeface="Lato"/>
                <a:sym typeface="La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4 columns &amp; images">
  <p:cSld name="4 columns &amp; images">
    <p:spTree>
      <p:nvGrpSpPr>
        <p:cNvPr id="1" name="Shape 266"/>
        <p:cNvGrpSpPr/>
        <p:nvPr/>
      </p:nvGrpSpPr>
      <p:grpSpPr>
        <a:xfrm>
          <a:off x="0" y="0"/>
          <a:ext cx="0" cy="0"/>
          <a:chOff x="0" y="0"/>
          <a:chExt cx="0" cy="0"/>
        </a:xfrm>
      </p:grpSpPr>
      <p:sp>
        <p:nvSpPr>
          <p:cNvPr id="267" name="Google Shape;267;p47"/>
          <p:cNvSpPr txBox="1">
            <a:spLocks noGrp="1"/>
          </p:cNvSpPr>
          <p:nvPr>
            <p:ph type="title"/>
          </p:nvPr>
        </p:nvSpPr>
        <p:spPr>
          <a:xfrm>
            <a:off x="665791" y="219197"/>
            <a:ext cx="10992810" cy="856407"/>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8" name="Google Shape;268;p47"/>
          <p:cNvSpPr txBox="1">
            <a:spLocks noGrp="1"/>
          </p:cNvSpPr>
          <p:nvPr>
            <p:ph type="body" idx="1"/>
          </p:nvPr>
        </p:nvSpPr>
        <p:spPr>
          <a:xfrm>
            <a:off x="647699" y="3314700"/>
            <a:ext cx="2457995" cy="2913571"/>
          </a:xfrm>
          <a:prstGeom prst="rect">
            <a:avLst/>
          </a:prstGeom>
          <a:solidFill>
            <a:schemeClr val="accent1"/>
          </a:solidFill>
          <a:ln>
            <a:noFill/>
          </a:ln>
        </p:spPr>
        <p:txBody>
          <a:bodyPr spcFirstLastPara="1" wrap="square" lIns="118850" tIns="137150" rIns="0" bIns="0" anchor="t" anchorCtr="0">
            <a:noAutofit/>
          </a:bodyPr>
          <a:lstStyle>
            <a:lvl1pPr marL="457200" lvl="0" indent="-304800" algn="l">
              <a:lnSpc>
                <a:spcPct val="95000"/>
              </a:lnSpc>
              <a:spcBef>
                <a:spcPts val="600"/>
              </a:spcBef>
              <a:spcAft>
                <a:spcPts val="0"/>
              </a:spcAft>
              <a:buClr>
                <a:schemeClr val="lt2"/>
              </a:buClr>
              <a:buSzPts val="1200"/>
              <a:buFont typeface="Arial"/>
              <a:buChar char="•"/>
              <a:defRPr sz="1200">
                <a:solidFill>
                  <a:schemeClr val="lt2"/>
                </a:solidFill>
              </a:defRPr>
            </a:lvl1pPr>
            <a:lvl2pPr marL="914400" lvl="1" indent="-304800" algn="l">
              <a:lnSpc>
                <a:spcPct val="95000"/>
              </a:lnSpc>
              <a:spcBef>
                <a:spcPts val="300"/>
              </a:spcBef>
              <a:spcAft>
                <a:spcPts val="0"/>
              </a:spcAft>
              <a:buClr>
                <a:schemeClr val="lt2"/>
              </a:buClr>
              <a:buSzPts val="1200"/>
              <a:buFont typeface="Lato"/>
              <a:buChar char="–"/>
              <a:defRPr sz="1200">
                <a:solidFill>
                  <a:schemeClr val="lt2"/>
                </a:solidFill>
              </a:defRPr>
            </a:lvl2pPr>
            <a:lvl3pPr marL="1371600" lvl="2" indent="-298450" algn="l">
              <a:lnSpc>
                <a:spcPct val="95000"/>
              </a:lnSpc>
              <a:spcBef>
                <a:spcPts val="100"/>
              </a:spcBef>
              <a:spcAft>
                <a:spcPts val="0"/>
              </a:spcAft>
              <a:buClr>
                <a:schemeClr val="lt2"/>
              </a:buClr>
              <a:buSzPts val="1100"/>
              <a:buChar char="•"/>
              <a:defRPr sz="1100">
                <a:solidFill>
                  <a:schemeClr val="lt2"/>
                </a:solidFill>
              </a:defRPr>
            </a:lvl3pPr>
            <a:lvl4pPr marL="1828800" lvl="3" indent="-292100" algn="l">
              <a:lnSpc>
                <a:spcPct val="95000"/>
              </a:lnSpc>
              <a:spcBef>
                <a:spcPts val="100"/>
              </a:spcBef>
              <a:spcAft>
                <a:spcPts val="0"/>
              </a:spcAft>
              <a:buClr>
                <a:schemeClr val="lt2"/>
              </a:buClr>
              <a:buSzPts val="1000"/>
              <a:buChar char="•"/>
              <a:defRPr sz="1000">
                <a:solidFill>
                  <a:schemeClr val="lt2"/>
                </a:solidFill>
              </a:defRPr>
            </a:lvl4pPr>
            <a:lvl5pPr marL="2286000" lvl="4" indent="-292100" algn="l">
              <a:lnSpc>
                <a:spcPct val="95000"/>
              </a:lnSpc>
              <a:spcBef>
                <a:spcPts val="100"/>
              </a:spcBef>
              <a:spcAft>
                <a:spcPts val="0"/>
              </a:spcAft>
              <a:buClr>
                <a:schemeClr val="lt2"/>
              </a:buClr>
              <a:buSzPts val="1000"/>
              <a:buChar char="•"/>
              <a:defRPr sz="1000">
                <a:solidFill>
                  <a:schemeClr val="lt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9" name="Google Shape;269;p47"/>
          <p:cNvSpPr txBox="1">
            <a:spLocks noGrp="1"/>
          </p:cNvSpPr>
          <p:nvPr>
            <p:ph type="ftr" idx="11"/>
          </p:nvPr>
        </p:nvSpPr>
        <p:spPr>
          <a:xfrm>
            <a:off x="5197840" y="6638792"/>
            <a:ext cx="1817489" cy="143629"/>
          </a:xfrm>
          <a:prstGeom prst="rect">
            <a:avLst/>
          </a:prstGeom>
          <a:noFill/>
          <a:ln>
            <a:noFill/>
          </a:ln>
        </p:spPr>
        <p:txBody>
          <a:bodyPr spcFirstLastPara="1" wrap="square" lIns="0" tIns="0" rIns="0" bIns="0" anchor="ctr" anchorCtr="0">
            <a:sp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0" name="Google Shape;270;p47"/>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71" name="Google Shape;271;p47"/>
          <p:cNvSpPr txBox="1">
            <a:spLocks noGrp="1"/>
          </p:cNvSpPr>
          <p:nvPr>
            <p:ph type="body" idx="2"/>
          </p:nvPr>
        </p:nvSpPr>
        <p:spPr>
          <a:xfrm>
            <a:off x="3511725" y="3314700"/>
            <a:ext cx="2457995" cy="2913571"/>
          </a:xfrm>
          <a:prstGeom prst="rect">
            <a:avLst/>
          </a:prstGeom>
          <a:solidFill>
            <a:schemeClr val="accent1"/>
          </a:solidFill>
          <a:ln>
            <a:noFill/>
          </a:ln>
        </p:spPr>
        <p:txBody>
          <a:bodyPr spcFirstLastPara="1" wrap="square" lIns="118850" tIns="137150" rIns="0" bIns="0" anchor="t" anchorCtr="0">
            <a:noAutofit/>
          </a:bodyPr>
          <a:lstStyle>
            <a:lvl1pPr marL="457200" lvl="0" indent="-304800" algn="l">
              <a:lnSpc>
                <a:spcPct val="95000"/>
              </a:lnSpc>
              <a:spcBef>
                <a:spcPts val="600"/>
              </a:spcBef>
              <a:spcAft>
                <a:spcPts val="0"/>
              </a:spcAft>
              <a:buClr>
                <a:schemeClr val="lt2"/>
              </a:buClr>
              <a:buSzPts val="1200"/>
              <a:buFont typeface="Arial"/>
              <a:buChar char="•"/>
              <a:defRPr sz="1200">
                <a:solidFill>
                  <a:schemeClr val="lt2"/>
                </a:solidFill>
              </a:defRPr>
            </a:lvl1pPr>
            <a:lvl2pPr marL="914400" lvl="1" indent="-304800" algn="l">
              <a:lnSpc>
                <a:spcPct val="95000"/>
              </a:lnSpc>
              <a:spcBef>
                <a:spcPts val="300"/>
              </a:spcBef>
              <a:spcAft>
                <a:spcPts val="0"/>
              </a:spcAft>
              <a:buClr>
                <a:schemeClr val="lt2"/>
              </a:buClr>
              <a:buSzPts val="1200"/>
              <a:buFont typeface="Lato"/>
              <a:buChar char="–"/>
              <a:defRPr sz="1200">
                <a:solidFill>
                  <a:schemeClr val="lt2"/>
                </a:solidFill>
              </a:defRPr>
            </a:lvl2pPr>
            <a:lvl3pPr marL="1371600" lvl="2" indent="-298450" algn="l">
              <a:lnSpc>
                <a:spcPct val="95000"/>
              </a:lnSpc>
              <a:spcBef>
                <a:spcPts val="100"/>
              </a:spcBef>
              <a:spcAft>
                <a:spcPts val="0"/>
              </a:spcAft>
              <a:buClr>
                <a:schemeClr val="lt2"/>
              </a:buClr>
              <a:buSzPts val="1100"/>
              <a:buChar char="•"/>
              <a:defRPr sz="1100">
                <a:solidFill>
                  <a:schemeClr val="lt2"/>
                </a:solidFill>
              </a:defRPr>
            </a:lvl3pPr>
            <a:lvl4pPr marL="1828800" lvl="3" indent="-292100" algn="l">
              <a:lnSpc>
                <a:spcPct val="95000"/>
              </a:lnSpc>
              <a:spcBef>
                <a:spcPts val="100"/>
              </a:spcBef>
              <a:spcAft>
                <a:spcPts val="0"/>
              </a:spcAft>
              <a:buClr>
                <a:schemeClr val="lt2"/>
              </a:buClr>
              <a:buSzPts val="1000"/>
              <a:buChar char="•"/>
              <a:defRPr sz="1000">
                <a:solidFill>
                  <a:schemeClr val="lt2"/>
                </a:solidFill>
              </a:defRPr>
            </a:lvl4pPr>
            <a:lvl5pPr marL="2286000" lvl="4" indent="-292100" algn="l">
              <a:lnSpc>
                <a:spcPct val="95000"/>
              </a:lnSpc>
              <a:spcBef>
                <a:spcPts val="100"/>
              </a:spcBef>
              <a:spcAft>
                <a:spcPts val="0"/>
              </a:spcAft>
              <a:buClr>
                <a:schemeClr val="lt2"/>
              </a:buClr>
              <a:buSzPts val="1000"/>
              <a:buChar char="•"/>
              <a:defRPr sz="1000">
                <a:solidFill>
                  <a:schemeClr val="lt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2" name="Google Shape;272;p47"/>
          <p:cNvSpPr txBox="1">
            <a:spLocks noGrp="1"/>
          </p:cNvSpPr>
          <p:nvPr>
            <p:ph type="body" idx="3"/>
          </p:nvPr>
        </p:nvSpPr>
        <p:spPr>
          <a:xfrm>
            <a:off x="647700" y="1657350"/>
            <a:ext cx="2457995" cy="320675"/>
          </a:xfrm>
          <a:prstGeom prst="rect">
            <a:avLst/>
          </a:prstGeom>
          <a:solidFill>
            <a:schemeClr val="accent1"/>
          </a:solid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lt2"/>
              </a:buClr>
              <a:buSzPts val="1000"/>
              <a:buNone/>
              <a:defRPr sz="1000" b="1" cap="none">
                <a:solidFill>
                  <a:schemeClr val="lt2"/>
                </a:solidFill>
              </a:defRPr>
            </a:lvl1pPr>
            <a:lvl2pPr marL="914400" lvl="1" indent="-228600" algn="l">
              <a:lnSpc>
                <a:spcPct val="95000"/>
              </a:lnSpc>
              <a:spcBef>
                <a:spcPts val="500"/>
              </a:spcBef>
              <a:spcAft>
                <a:spcPts val="0"/>
              </a:spcAft>
              <a:buClr>
                <a:schemeClr val="dk1"/>
              </a:buClr>
              <a:buSzPts val="1400"/>
              <a:buNone/>
              <a:defRPr/>
            </a:lvl2pPr>
            <a:lvl3pPr marL="1371600" lvl="2" indent="-342900" algn="l">
              <a:lnSpc>
                <a:spcPct val="95000"/>
              </a:lnSpc>
              <a:spcBef>
                <a:spcPts val="500"/>
              </a:spcBef>
              <a:spcAft>
                <a:spcPts val="0"/>
              </a:spcAft>
              <a:buClr>
                <a:schemeClr val="dk1"/>
              </a:buClr>
              <a:buSzPts val="1800"/>
              <a:buChar char="•"/>
              <a:defRPr/>
            </a:lvl3pPr>
            <a:lvl4pPr marL="1828800" lvl="3" indent="-342900" algn="l">
              <a:lnSpc>
                <a:spcPct val="95000"/>
              </a:lnSpc>
              <a:spcBef>
                <a:spcPts val="500"/>
              </a:spcBef>
              <a:spcAft>
                <a:spcPts val="0"/>
              </a:spcAft>
              <a:buClr>
                <a:schemeClr val="dk1"/>
              </a:buClr>
              <a:buSzPts val="1800"/>
              <a:buChar char="•"/>
              <a:defRPr/>
            </a:lvl4pPr>
            <a:lvl5pPr marL="2286000" lvl="4" indent="-342900" algn="l">
              <a:lnSpc>
                <a:spcPct val="95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3" name="Google Shape;273;p47"/>
          <p:cNvSpPr txBox="1">
            <a:spLocks noGrp="1"/>
          </p:cNvSpPr>
          <p:nvPr>
            <p:ph type="body" idx="4"/>
          </p:nvPr>
        </p:nvSpPr>
        <p:spPr>
          <a:xfrm>
            <a:off x="3511725" y="1657350"/>
            <a:ext cx="2457995" cy="320675"/>
          </a:xfrm>
          <a:prstGeom prst="rect">
            <a:avLst/>
          </a:prstGeom>
          <a:solidFill>
            <a:schemeClr val="accent1"/>
          </a:solid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lt2"/>
              </a:buClr>
              <a:buSzPts val="1000"/>
              <a:buNone/>
              <a:defRPr sz="1000" b="1" cap="none">
                <a:solidFill>
                  <a:schemeClr val="lt2"/>
                </a:solidFill>
              </a:defRPr>
            </a:lvl1pPr>
            <a:lvl2pPr marL="914400" lvl="1" indent="-228600" algn="l">
              <a:lnSpc>
                <a:spcPct val="95000"/>
              </a:lnSpc>
              <a:spcBef>
                <a:spcPts val="500"/>
              </a:spcBef>
              <a:spcAft>
                <a:spcPts val="0"/>
              </a:spcAft>
              <a:buClr>
                <a:schemeClr val="dk1"/>
              </a:buClr>
              <a:buSzPts val="1400"/>
              <a:buNone/>
              <a:defRPr/>
            </a:lvl2pPr>
            <a:lvl3pPr marL="1371600" lvl="2" indent="-342900" algn="l">
              <a:lnSpc>
                <a:spcPct val="95000"/>
              </a:lnSpc>
              <a:spcBef>
                <a:spcPts val="500"/>
              </a:spcBef>
              <a:spcAft>
                <a:spcPts val="0"/>
              </a:spcAft>
              <a:buClr>
                <a:schemeClr val="dk1"/>
              </a:buClr>
              <a:buSzPts val="1800"/>
              <a:buChar char="•"/>
              <a:defRPr/>
            </a:lvl3pPr>
            <a:lvl4pPr marL="1828800" lvl="3" indent="-342900" algn="l">
              <a:lnSpc>
                <a:spcPct val="95000"/>
              </a:lnSpc>
              <a:spcBef>
                <a:spcPts val="500"/>
              </a:spcBef>
              <a:spcAft>
                <a:spcPts val="0"/>
              </a:spcAft>
              <a:buClr>
                <a:schemeClr val="dk1"/>
              </a:buClr>
              <a:buSzPts val="1800"/>
              <a:buChar char="•"/>
              <a:defRPr/>
            </a:lvl4pPr>
            <a:lvl5pPr marL="2286000" lvl="4" indent="-342900" algn="l">
              <a:lnSpc>
                <a:spcPct val="95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4" name="Google Shape;274;p47"/>
          <p:cNvSpPr txBox="1">
            <a:spLocks noGrp="1"/>
          </p:cNvSpPr>
          <p:nvPr>
            <p:ph type="body" idx="5"/>
          </p:nvPr>
        </p:nvSpPr>
        <p:spPr>
          <a:xfrm>
            <a:off x="6339011" y="3314700"/>
            <a:ext cx="2457995" cy="2913571"/>
          </a:xfrm>
          <a:prstGeom prst="rect">
            <a:avLst/>
          </a:prstGeom>
          <a:solidFill>
            <a:schemeClr val="accent1"/>
          </a:solidFill>
          <a:ln>
            <a:noFill/>
          </a:ln>
        </p:spPr>
        <p:txBody>
          <a:bodyPr spcFirstLastPara="1" wrap="square" lIns="118850" tIns="137150" rIns="0" bIns="0" anchor="t" anchorCtr="0">
            <a:noAutofit/>
          </a:bodyPr>
          <a:lstStyle>
            <a:lvl1pPr marL="457200" lvl="0" indent="-304800" algn="l">
              <a:lnSpc>
                <a:spcPct val="95000"/>
              </a:lnSpc>
              <a:spcBef>
                <a:spcPts val="600"/>
              </a:spcBef>
              <a:spcAft>
                <a:spcPts val="0"/>
              </a:spcAft>
              <a:buClr>
                <a:schemeClr val="lt2"/>
              </a:buClr>
              <a:buSzPts val="1200"/>
              <a:buFont typeface="Arial"/>
              <a:buChar char="•"/>
              <a:defRPr sz="1200">
                <a:solidFill>
                  <a:schemeClr val="lt2"/>
                </a:solidFill>
              </a:defRPr>
            </a:lvl1pPr>
            <a:lvl2pPr marL="914400" lvl="1" indent="-304800" algn="l">
              <a:lnSpc>
                <a:spcPct val="95000"/>
              </a:lnSpc>
              <a:spcBef>
                <a:spcPts val="300"/>
              </a:spcBef>
              <a:spcAft>
                <a:spcPts val="0"/>
              </a:spcAft>
              <a:buClr>
                <a:schemeClr val="lt2"/>
              </a:buClr>
              <a:buSzPts val="1200"/>
              <a:buFont typeface="Lato"/>
              <a:buChar char="–"/>
              <a:defRPr sz="1200">
                <a:solidFill>
                  <a:schemeClr val="lt2"/>
                </a:solidFill>
              </a:defRPr>
            </a:lvl2pPr>
            <a:lvl3pPr marL="1371600" lvl="2" indent="-298450" algn="l">
              <a:lnSpc>
                <a:spcPct val="95000"/>
              </a:lnSpc>
              <a:spcBef>
                <a:spcPts val="100"/>
              </a:spcBef>
              <a:spcAft>
                <a:spcPts val="0"/>
              </a:spcAft>
              <a:buClr>
                <a:schemeClr val="lt2"/>
              </a:buClr>
              <a:buSzPts val="1100"/>
              <a:buChar char="•"/>
              <a:defRPr sz="1100">
                <a:solidFill>
                  <a:schemeClr val="lt2"/>
                </a:solidFill>
              </a:defRPr>
            </a:lvl3pPr>
            <a:lvl4pPr marL="1828800" lvl="3" indent="-292100" algn="l">
              <a:lnSpc>
                <a:spcPct val="95000"/>
              </a:lnSpc>
              <a:spcBef>
                <a:spcPts val="100"/>
              </a:spcBef>
              <a:spcAft>
                <a:spcPts val="0"/>
              </a:spcAft>
              <a:buClr>
                <a:schemeClr val="lt2"/>
              </a:buClr>
              <a:buSzPts val="1000"/>
              <a:buChar char="•"/>
              <a:defRPr sz="1000">
                <a:solidFill>
                  <a:schemeClr val="lt2"/>
                </a:solidFill>
              </a:defRPr>
            </a:lvl4pPr>
            <a:lvl5pPr marL="2286000" lvl="4" indent="-292100" algn="l">
              <a:lnSpc>
                <a:spcPct val="95000"/>
              </a:lnSpc>
              <a:spcBef>
                <a:spcPts val="100"/>
              </a:spcBef>
              <a:spcAft>
                <a:spcPts val="0"/>
              </a:spcAft>
              <a:buClr>
                <a:schemeClr val="lt2"/>
              </a:buClr>
              <a:buSzPts val="1000"/>
              <a:buChar char="•"/>
              <a:defRPr sz="1000">
                <a:solidFill>
                  <a:schemeClr val="lt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5" name="Google Shape;275;p47"/>
          <p:cNvSpPr txBox="1">
            <a:spLocks noGrp="1"/>
          </p:cNvSpPr>
          <p:nvPr>
            <p:ph type="body" idx="6"/>
          </p:nvPr>
        </p:nvSpPr>
        <p:spPr>
          <a:xfrm>
            <a:off x="6339011" y="1657350"/>
            <a:ext cx="2457995" cy="320675"/>
          </a:xfrm>
          <a:prstGeom prst="rect">
            <a:avLst/>
          </a:prstGeom>
          <a:solidFill>
            <a:schemeClr val="accent1"/>
          </a:solid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lt2"/>
              </a:buClr>
              <a:buSzPts val="1000"/>
              <a:buNone/>
              <a:defRPr sz="1000" b="1" cap="none">
                <a:solidFill>
                  <a:schemeClr val="lt2"/>
                </a:solidFill>
              </a:defRPr>
            </a:lvl1pPr>
            <a:lvl2pPr marL="914400" lvl="1" indent="-228600" algn="l">
              <a:lnSpc>
                <a:spcPct val="95000"/>
              </a:lnSpc>
              <a:spcBef>
                <a:spcPts val="500"/>
              </a:spcBef>
              <a:spcAft>
                <a:spcPts val="0"/>
              </a:spcAft>
              <a:buClr>
                <a:schemeClr val="dk1"/>
              </a:buClr>
              <a:buSzPts val="1400"/>
              <a:buNone/>
              <a:defRPr/>
            </a:lvl2pPr>
            <a:lvl3pPr marL="1371600" lvl="2" indent="-342900" algn="l">
              <a:lnSpc>
                <a:spcPct val="95000"/>
              </a:lnSpc>
              <a:spcBef>
                <a:spcPts val="500"/>
              </a:spcBef>
              <a:spcAft>
                <a:spcPts val="0"/>
              </a:spcAft>
              <a:buClr>
                <a:schemeClr val="dk1"/>
              </a:buClr>
              <a:buSzPts val="1800"/>
              <a:buChar char="•"/>
              <a:defRPr/>
            </a:lvl3pPr>
            <a:lvl4pPr marL="1828800" lvl="3" indent="-342900" algn="l">
              <a:lnSpc>
                <a:spcPct val="95000"/>
              </a:lnSpc>
              <a:spcBef>
                <a:spcPts val="500"/>
              </a:spcBef>
              <a:spcAft>
                <a:spcPts val="0"/>
              </a:spcAft>
              <a:buClr>
                <a:schemeClr val="dk1"/>
              </a:buClr>
              <a:buSzPts val="1800"/>
              <a:buChar char="•"/>
              <a:defRPr/>
            </a:lvl4pPr>
            <a:lvl5pPr marL="2286000" lvl="4" indent="-342900" algn="l">
              <a:lnSpc>
                <a:spcPct val="95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6" name="Google Shape;276;p47"/>
          <p:cNvSpPr>
            <a:spLocks noGrp="1"/>
          </p:cNvSpPr>
          <p:nvPr>
            <p:ph type="pic" idx="7"/>
          </p:nvPr>
        </p:nvSpPr>
        <p:spPr>
          <a:xfrm>
            <a:off x="647700" y="1978025"/>
            <a:ext cx="2457995" cy="1336675"/>
          </a:xfrm>
          <a:prstGeom prst="rect">
            <a:avLst/>
          </a:prstGeom>
          <a:solidFill>
            <a:srgbClr val="E0E0E0"/>
          </a:solidFill>
          <a:ln>
            <a:noFill/>
          </a:ln>
        </p:spPr>
        <p:txBody>
          <a:bodyPr spcFirstLastPara="1" wrap="square" lIns="0" tIns="0" rIns="0" bIns="0" anchor="t" anchorCtr="0">
            <a:noAutofit/>
          </a:bodyPr>
          <a:lstStyle>
            <a:lvl1pPr marR="0" lvl="0" algn="l" rtl="0">
              <a:lnSpc>
                <a:spcPct val="110000"/>
              </a:lnSpc>
              <a:spcBef>
                <a:spcPts val="1600"/>
              </a:spcBef>
              <a:spcAft>
                <a:spcPts val="0"/>
              </a:spcAft>
              <a:buClr>
                <a:schemeClr val="dk1"/>
              </a:buClr>
              <a:buSzPts val="1400"/>
              <a:buFont typeface="Arial"/>
              <a:buNone/>
              <a:defRPr sz="1400" b="0" i="0" u="none" strike="noStrike" cap="none">
                <a:solidFill>
                  <a:schemeClr val="dk1"/>
                </a:solidFill>
                <a:latin typeface="Lato"/>
                <a:ea typeface="Lato"/>
                <a:cs typeface="Lato"/>
                <a:sym typeface="Lato"/>
              </a:defRPr>
            </a:lvl1pPr>
            <a:lvl2pPr marR="0" lvl="1" algn="l" rtl="0">
              <a:lnSpc>
                <a:spcPct val="95000"/>
              </a:lnSpc>
              <a:spcBef>
                <a:spcPts val="500"/>
              </a:spcBef>
              <a:spcAft>
                <a:spcPts val="0"/>
              </a:spcAft>
              <a:buClr>
                <a:schemeClr val="dk1"/>
              </a:buClr>
              <a:buSzPts val="1400"/>
              <a:buFont typeface="Arial"/>
              <a:buChar char="•"/>
              <a:defRPr sz="1400" b="0" i="0" u="none" strike="noStrike" cap="none">
                <a:solidFill>
                  <a:schemeClr val="dk1"/>
                </a:solidFill>
                <a:latin typeface="Lato"/>
                <a:ea typeface="Lato"/>
                <a:cs typeface="Lato"/>
                <a:sym typeface="Lato"/>
              </a:defRPr>
            </a:lvl2pPr>
            <a:lvl3pPr marR="0" lvl="2" algn="l" rtl="0">
              <a:lnSpc>
                <a:spcPct val="95000"/>
              </a:lnSpc>
              <a:spcBef>
                <a:spcPts val="500"/>
              </a:spcBef>
              <a:spcAft>
                <a:spcPts val="0"/>
              </a:spcAft>
              <a:buClr>
                <a:schemeClr val="dk1"/>
              </a:buClr>
              <a:buSzPts val="1200"/>
              <a:buFont typeface="Arial"/>
              <a:buChar char="•"/>
              <a:defRPr sz="1200" b="0" i="0" u="none" strike="noStrike" cap="none">
                <a:solidFill>
                  <a:schemeClr val="dk1"/>
                </a:solidFill>
                <a:latin typeface="Lato"/>
                <a:ea typeface="Lato"/>
                <a:cs typeface="Lato"/>
                <a:sym typeface="Lato"/>
              </a:defRPr>
            </a:lvl3pPr>
            <a:lvl4pPr marR="0" lvl="3" algn="l" rtl="0">
              <a:lnSpc>
                <a:spcPct val="95000"/>
              </a:lnSpc>
              <a:spcBef>
                <a:spcPts val="500"/>
              </a:spcBef>
              <a:spcAft>
                <a:spcPts val="0"/>
              </a:spcAft>
              <a:buClr>
                <a:schemeClr val="dk1"/>
              </a:buClr>
              <a:buSzPts val="1200"/>
              <a:buFont typeface="Arial"/>
              <a:buChar char="•"/>
              <a:defRPr sz="1200" b="0" i="0" u="none" strike="noStrike" cap="none">
                <a:solidFill>
                  <a:schemeClr val="dk1"/>
                </a:solidFill>
                <a:latin typeface="Lato"/>
                <a:ea typeface="Lato"/>
                <a:cs typeface="Lato"/>
                <a:sym typeface="Lato"/>
              </a:defRPr>
            </a:lvl4pPr>
            <a:lvl5pPr marR="0" lvl="4" algn="l" rtl="0">
              <a:lnSpc>
                <a:spcPct val="95000"/>
              </a:lnSpc>
              <a:spcBef>
                <a:spcPts val="500"/>
              </a:spcBef>
              <a:spcAft>
                <a:spcPts val="0"/>
              </a:spcAft>
              <a:buClr>
                <a:schemeClr val="dk1"/>
              </a:buClr>
              <a:buSzPts val="1200"/>
              <a:buFont typeface="Arial"/>
              <a:buChar char="•"/>
              <a:defRPr sz="1200" b="0" i="0" u="none" strike="noStrike" cap="none">
                <a:solidFill>
                  <a:schemeClr val="dk1"/>
                </a:solidFill>
                <a:latin typeface="Lato"/>
                <a:ea typeface="Lato"/>
                <a:cs typeface="Lato"/>
                <a:sym typeface="La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9pPr>
          </a:lstStyle>
          <a:p>
            <a:endParaRPr/>
          </a:p>
        </p:txBody>
      </p:sp>
      <p:sp>
        <p:nvSpPr>
          <p:cNvPr id="277" name="Google Shape;277;p47"/>
          <p:cNvSpPr>
            <a:spLocks noGrp="1"/>
          </p:cNvSpPr>
          <p:nvPr>
            <p:ph type="pic" idx="8"/>
          </p:nvPr>
        </p:nvSpPr>
        <p:spPr>
          <a:xfrm>
            <a:off x="3511725" y="1978025"/>
            <a:ext cx="2457995" cy="1336675"/>
          </a:xfrm>
          <a:prstGeom prst="rect">
            <a:avLst/>
          </a:prstGeom>
          <a:solidFill>
            <a:srgbClr val="E0E0E0"/>
          </a:solidFill>
          <a:ln>
            <a:noFill/>
          </a:ln>
        </p:spPr>
        <p:txBody>
          <a:bodyPr spcFirstLastPara="1" wrap="square" lIns="0" tIns="0" rIns="0" bIns="0" anchor="t" anchorCtr="0">
            <a:noAutofit/>
          </a:bodyPr>
          <a:lstStyle>
            <a:lvl1pPr marR="0" lvl="0" algn="l" rtl="0">
              <a:lnSpc>
                <a:spcPct val="110000"/>
              </a:lnSpc>
              <a:spcBef>
                <a:spcPts val="1600"/>
              </a:spcBef>
              <a:spcAft>
                <a:spcPts val="0"/>
              </a:spcAft>
              <a:buClr>
                <a:schemeClr val="dk1"/>
              </a:buClr>
              <a:buSzPts val="1400"/>
              <a:buFont typeface="Arial"/>
              <a:buNone/>
              <a:defRPr sz="1400" b="0" i="0" u="none" strike="noStrike" cap="none">
                <a:solidFill>
                  <a:schemeClr val="dk1"/>
                </a:solidFill>
                <a:latin typeface="Lato"/>
                <a:ea typeface="Lato"/>
                <a:cs typeface="Lato"/>
                <a:sym typeface="Lato"/>
              </a:defRPr>
            </a:lvl1pPr>
            <a:lvl2pPr marR="0" lvl="1" algn="l" rtl="0">
              <a:lnSpc>
                <a:spcPct val="95000"/>
              </a:lnSpc>
              <a:spcBef>
                <a:spcPts val="500"/>
              </a:spcBef>
              <a:spcAft>
                <a:spcPts val="0"/>
              </a:spcAft>
              <a:buClr>
                <a:schemeClr val="dk1"/>
              </a:buClr>
              <a:buSzPts val="1400"/>
              <a:buFont typeface="Arial"/>
              <a:buChar char="•"/>
              <a:defRPr sz="1400" b="0" i="0" u="none" strike="noStrike" cap="none">
                <a:solidFill>
                  <a:schemeClr val="dk1"/>
                </a:solidFill>
                <a:latin typeface="Lato"/>
                <a:ea typeface="Lato"/>
                <a:cs typeface="Lato"/>
                <a:sym typeface="Lato"/>
              </a:defRPr>
            </a:lvl2pPr>
            <a:lvl3pPr marR="0" lvl="2" algn="l" rtl="0">
              <a:lnSpc>
                <a:spcPct val="95000"/>
              </a:lnSpc>
              <a:spcBef>
                <a:spcPts val="500"/>
              </a:spcBef>
              <a:spcAft>
                <a:spcPts val="0"/>
              </a:spcAft>
              <a:buClr>
                <a:schemeClr val="dk1"/>
              </a:buClr>
              <a:buSzPts val="1200"/>
              <a:buFont typeface="Arial"/>
              <a:buChar char="•"/>
              <a:defRPr sz="1200" b="0" i="0" u="none" strike="noStrike" cap="none">
                <a:solidFill>
                  <a:schemeClr val="dk1"/>
                </a:solidFill>
                <a:latin typeface="Lato"/>
                <a:ea typeface="Lato"/>
                <a:cs typeface="Lato"/>
                <a:sym typeface="Lato"/>
              </a:defRPr>
            </a:lvl3pPr>
            <a:lvl4pPr marR="0" lvl="3" algn="l" rtl="0">
              <a:lnSpc>
                <a:spcPct val="95000"/>
              </a:lnSpc>
              <a:spcBef>
                <a:spcPts val="500"/>
              </a:spcBef>
              <a:spcAft>
                <a:spcPts val="0"/>
              </a:spcAft>
              <a:buClr>
                <a:schemeClr val="dk1"/>
              </a:buClr>
              <a:buSzPts val="1200"/>
              <a:buFont typeface="Arial"/>
              <a:buChar char="•"/>
              <a:defRPr sz="1200" b="0" i="0" u="none" strike="noStrike" cap="none">
                <a:solidFill>
                  <a:schemeClr val="dk1"/>
                </a:solidFill>
                <a:latin typeface="Lato"/>
                <a:ea typeface="Lato"/>
                <a:cs typeface="Lato"/>
                <a:sym typeface="Lato"/>
              </a:defRPr>
            </a:lvl4pPr>
            <a:lvl5pPr marR="0" lvl="4" algn="l" rtl="0">
              <a:lnSpc>
                <a:spcPct val="95000"/>
              </a:lnSpc>
              <a:spcBef>
                <a:spcPts val="500"/>
              </a:spcBef>
              <a:spcAft>
                <a:spcPts val="0"/>
              </a:spcAft>
              <a:buClr>
                <a:schemeClr val="dk1"/>
              </a:buClr>
              <a:buSzPts val="1200"/>
              <a:buFont typeface="Arial"/>
              <a:buChar char="•"/>
              <a:defRPr sz="1200" b="0" i="0" u="none" strike="noStrike" cap="none">
                <a:solidFill>
                  <a:schemeClr val="dk1"/>
                </a:solidFill>
                <a:latin typeface="Lato"/>
                <a:ea typeface="Lato"/>
                <a:cs typeface="Lato"/>
                <a:sym typeface="La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9pPr>
          </a:lstStyle>
          <a:p>
            <a:endParaRPr/>
          </a:p>
        </p:txBody>
      </p:sp>
      <p:sp>
        <p:nvSpPr>
          <p:cNvPr id="278" name="Google Shape;278;p47"/>
          <p:cNvSpPr>
            <a:spLocks noGrp="1"/>
          </p:cNvSpPr>
          <p:nvPr>
            <p:ph type="pic" idx="9"/>
          </p:nvPr>
        </p:nvSpPr>
        <p:spPr>
          <a:xfrm>
            <a:off x="6339011" y="1978025"/>
            <a:ext cx="2457995" cy="1336675"/>
          </a:xfrm>
          <a:prstGeom prst="rect">
            <a:avLst/>
          </a:prstGeom>
          <a:solidFill>
            <a:srgbClr val="E0E0E0"/>
          </a:solidFill>
          <a:ln>
            <a:noFill/>
          </a:ln>
        </p:spPr>
        <p:txBody>
          <a:bodyPr spcFirstLastPara="1" wrap="square" lIns="0" tIns="0" rIns="0" bIns="0" anchor="t" anchorCtr="0">
            <a:noAutofit/>
          </a:bodyPr>
          <a:lstStyle>
            <a:lvl1pPr marR="0" lvl="0" algn="l" rtl="0">
              <a:lnSpc>
                <a:spcPct val="110000"/>
              </a:lnSpc>
              <a:spcBef>
                <a:spcPts val="1600"/>
              </a:spcBef>
              <a:spcAft>
                <a:spcPts val="0"/>
              </a:spcAft>
              <a:buClr>
                <a:schemeClr val="dk1"/>
              </a:buClr>
              <a:buSzPts val="1400"/>
              <a:buFont typeface="Arial"/>
              <a:buNone/>
              <a:defRPr sz="1400" b="0" i="0" u="none" strike="noStrike" cap="none">
                <a:solidFill>
                  <a:schemeClr val="dk1"/>
                </a:solidFill>
                <a:latin typeface="Lato"/>
                <a:ea typeface="Lato"/>
                <a:cs typeface="Lato"/>
                <a:sym typeface="Lato"/>
              </a:defRPr>
            </a:lvl1pPr>
            <a:lvl2pPr marR="0" lvl="1" algn="l" rtl="0">
              <a:lnSpc>
                <a:spcPct val="95000"/>
              </a:lnSpc>
              <a:spcBef>
                <a:spcPts val="500"/>
              </a:spcBef>
              <a:spcAft>
                <a:spcPts val="0"/>
              </a:spcAft>
              <a:buClr>
                <a:schemeClr val="dk1"/>
              </a:buClr>
              <a:buSzPts val="1400"/>
              <a:buFont typeface="Arial"/>
              <a:buChar char="•"/>
              <a:defRPr sz="1400" b="0" i="0" u="none" strike="noStrike" cap="none">
                <a:solidFill>
                  <a:schemeClr val="dk1"/>
                </a:solidFill>
                <a:latin typeface="Lato"/>
                <a:ea typeface="Lato"/>
                <a:cs typeface="Lato"/>
                <a:sym typeface="Lato"/>
              </a:defRPr>
            </a:lvl2pPr>
            <a:lvl3pPr marR="0" lvl="2" algn="l" rtl="0">
              <a:lnSpc>
                <a:spcPct val="95000"/>
              </a:lnSpc>
              <a:spcBef>
                <a:spcPts val="500"/>
              </a:spcBef>
              <a:spcAft>
                <a:spcPts val="0"/>
              </a:spcAft>
              <a:buClr>
                <a:schemeClr val="dk1"/>
              </a:buClr>
              <a:buSzPts val="1200"/>
              <a:buFont typeface="Arial"/>
              <a:buChar char="•"/>
              <a:defRPr sz="1200" b="0" i="0" u="none" strike="noStrike" cap="none">
                <a:solidFill>
                  <a:schemeClr val="dk1"/>
                </a:solidFill>
                <a:latin typeface="Lato"/>
                <a:ea typeface="Lato"/>
                <a:cs typeface="Lato"/>
                <a:sym typeface="Lato"/>
              </a:defRPr>
            </a:lvl3pPr>
            <a:lvl4pPr marR="0" lvl="3" algn="l" rtl="0">
              <a:lnSpc>
                <a:spcPct val="95000"/>
              </a:lnSpc>
              <a:spcBef>
                <a:spcPts val="500"/>
              </a:spcBef>
              <a:spcAft>
                <a:spcPts val="0"/>
              </a:spcAft>
              <a:buClr>
                <a:schemeClr val="dk1"/>
              </a:buClr>
              <a:buSzPts val="1200"/>
              <a:buFont typeface="Arial"/>
              <a:buChar char="•"/>
              <a:defRPr sz="1200" b="0" i="0" u="none" strike="noStrike" cap="none">
                <a:solidFill>
                  <a:schemeClr val="dk1"/>
                </a:solidFill>
                <a:latin typeface="Lato"/>
                <a:ea typeface="Lato"/>
                <a:cs typeface="Lato"/>
                <a:sym typeface="Lato"/>
              </a:defRPr>
            </a:lvl4pPr>
            <a:lvl5pPr marR="0" lvl="4" algn="l" rtl="0">
              <a:lnSpc>
                <a:spcPct val="95000"/>
              </a:lnSpc>
              <a:spcBef>
                <a:spcPts val="500"/>
              </a:spcBef>
              <a:spcAft>
                <a:spcPts val="0"/>
              </a:spcAft>
              <a:buClr>
                <a:schemeClr val="dk1"/>
              </a:buClr>
              <a:buSzPts val="1200"/>
              <a:buFont typeface="Arial"/>
              <a:buChar char="•"/>
              <a:defRPr sz="1200" b="0" i="0" u="none" strike="noStrike" cap="none">
                <a:solidFill>
                  <a:schemeClr val="dk1"/>
                </a:solidFill>
                <a:latin typeface="Lato"/>
                <a:ea typeface="Lato"/>
                <a:cs typeface="Lato"/>
                <a:sym typeface="La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9pPr>
          </a:lstStyle>
          <a:p>
            <a:endParaRPr/>
          </a:p>
        </p:txBody>
      </p:sp>
      <p:sp>
        <p:nvSpPr>
          <p:cNvPr id="279" name="Google Shape;279;p47"/>
          <p:cNvSpPr txBox="1">
            <a:spLocks noGrp="1"/>
          </p:cNvSpPr>
          <p:nvPr>
            <p:ph type="body" idx="13"/>
          </p:nvPr>
        </p:nvSpPr>
        <p:spPr>
          <a:xfrm>
            <a:off x="9164372" y="3314700"/>
            <a:ext cx="2457995" cy="2913571"/>
          </a:xfrm>
          <a:prstGeom prst="rect">
            <a:avLst/>
          </a:prstGeom>
          <a:solidFill>
            <a:schemeClr val="accent1"/>
          </a:solidFill>
          <a:ln>
            <a:noFill/>
          </a:ln>
        </p:spPr>
        <p:txBody>
          <a:bodyPr spcFirstLastPara="1" wrap="square" lIns="118850" tIns="137150" rIns="0" bIns="0" anchor="t" anchorCtr="0">
            <a:noAutofit/>
          </a:bodyPr>
          <a:lstStyle>
            <a:lvl1pPr marL="457200" lvl="0" indent="-304800" algn="l">
              <a:lnSpc>
                <a:spcPct val="95000"/>
              </a:lnSpc>
              <a:spcBef>
                <a:spcPts val="600"/>
              </a:spcBef>
              <a:spcAft>
                <a:spcPts val="0"/>
              </a:spcAft>
              <a:buClr>
                <a:schemeClr val="lt2"/>
              </a:buClr>
              <a:buSzPts val="1200"/>
              <a:buFont typeface="Arial"/>
              <a:buChar char="•"/>
              <a:defRPr sz="1200">
                <a:solidFill>
                  <a:schemeClr val="lt2"/>
                </a:solidFill>
              </a:defRPr>
            </a:lvl1pPr>
            <a:lvl2pPr marL="914400" lvl="1" indent="-304800" algn="l">
              <a:lnSpc>
                <a:spcPct val="95000"/>
              </a:lnSpc>
              <a:spcBef>
                <a:spcPts val="300"/>
              </a:spcBef>
              <a:spcAft>
                <a:spcPts val="0"/>
              </a:spcAft>
              <a:buClr>
                <a:schemeClr val="lt2"/>
              </a:buClr>
              <a:buSzPts val="1200"/>
              <a:buFont typeface="Lato"/>
              <a:buChar char="–"/>
              <a:defRPr sz="1200">
                <a:solidFill>
                  <a:schemeClr val="lt2"/>
                </a:solidFill>
              </a:defRPr>
            </a:lvl2pPr>
            <a:lvl3pPr marL="1371600" lvl="2" indent="-298450" algn="l">
              <a:lnSpc>
                <a:spcPct val="95000"/>
              </a:lnSpc>
              <a:spcBef>
                <a:spcPts val="100"/>
              </a:spcBef>
              <a:spcAft>
                <a:spcPts val="0"/>
              </a:spcAft>
              <a:buClr>
                <a:schemeClr val="lt2"/>
              </a:buClr>
              <a:buSzPts val="1100"/>
              <a:buChar char="•"/>
              <a:defRPr sz="1100">
                <a:solidFill>
                  <a:schemeClr val="lt2"/>
                </a:solidFill>
              </a:defRPr>
            </a:lvl3pPr>
            <a:lvl4pPr marL="1828800" lvl="3" indent="-292100" algn="l">
              <a:lnSpc>
                <a:spcPct val="95000"/>
              </a:lnSpc>
              <a:spcBef>
                <a:spcPts val="100"/>
              </a:spcBef>
              <a:spcAft>
                <a:spcPts val="0"/>
              </a:spcAft>
              <a:buClr>
                <a:schemeClr val="lt2"/>
              </a:buClr>
              <a:buSzPts val="1000"/>
              <a:buChar char="•"/>
              <a:defRPr sz="1000">
                <a:solidFill>
                  <a:schemeClr val="lt2"/>
                </a:solidFill>
              </a:defRPr>
            </a:lvl4pPr>
            <a:lvl5pPr marL="2286000" lvl="4" indent="-292100" algn="l">
              <a:lnSpc>
                <a:spcPct val="95000"/>
              </a:lnSpc>
              <a:spcBef>
                <a:spcPts val="100"/>
              </a:spcBef>
              <a:spcAft>
                <a:spcPts val="0"/>
              </a:spcAft>
              <a:buClr>
                <a:schemeClr val="lt2"/>
              </a:buClr>
              <a:buSzPts val="1000"/>
              <a:buChar char="•"/>
              <a:defRPr sz="1000">
                <a:solidFill>
                  <a:schemeClr val="lt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0" name="Google Shape;280;p47"/>
          <p:cNvSpPr txBox="1">
            <a:spLocks noGrp="1"/>
          </p:cNvSpPr>
          <p:nvPr>
            <p:ph type="body" idx="14"/>
          </p:nvPr>
        </p:nvSpPr>
        <p:spPr>
          <a:xfrm>
            <a:off x="9164372" y="1657350"/>
            <a:ext cx="2457995" cy="320675"/>
          </a:xfrm>
          <a:prstGeom prst="rect">
            <a:avLst/>
          </a:prstGeom>
          <a:solidFill>
            <a:schemeClr val="accent1"/>
          </a:solidFill>
          <a:ln>
            <a:noFill/>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lt2"/>
              </a:buClr>
              <a:buSzPts val="1000"/>
              <a:buNone/>
              <a:defRPr sz="1000" b="1" cap="none">
                <a:solidFill>
                  <a:schemeClr val="lt2"/>
                </a:solidFill>
              </a:defRPr>
            </a:lvl1pPr>
            <a:lvl2pPr marL="914400" lvl="1" indent="-228600" algn="l">
              <a:lnSpc>
                <a:spcPct val="95000"/>
              </a:lnSpc>
              <a:spcBef>
                <a:spcPts val="500"/>
              </a:spcBef>
              <a:spcAft>
                <a:spcPts val="0"/>
              </a:spcAft>
              <a:buClr>
                <a:schemeClr val="dk1"/>
              </a:buClr>
              <a:buSzPts val="1400"/>
              <a:buNone/>
              <a:defRPr/>
            </a:lvl2pPr>
            <a:lvl3pPr marL="1371600" lvl="2" indent="-342900" algn="l">
              <a:lnSpc>
                <a:spcPct val="95000"/>
              </a:lnSpc>
              <a:spcBef>
                <a:spcPts val="500"/>
              </a:spcBef>
              <a:spcAft>
                <a:spcPts val="0"/>
              </a:spcAft>
              <a:buClr>
                <a:schemeClr val="dk1"/>
              </a:buClr>
              <a:buSzPts val="1800"/>
              <a:buChar char="•"/>
              <a:defRPr/>
            </a:lvl3pPr>
            <a:lvl4pPr marL="1828800" lvl="3" indent="-342900" algn="l">
              <a:lnSpc>
                <a:spcPct val="95000"/>
              </a:lnSpc>
              <a:spcBef>
                <a:spcPts val="500"/>
              </a:spcBef>
              <a:spcAft>
                <a:spcPts val="0"/>
              </a:spcAft>
              <a:buClr>
                <a:schemeClr val="dk1"/>
              </a:buClr>
              <a:buSzPts val="1800"/>
              <a:buChar char="•"/>
              <a:defRPr/>
            </a:lvl4pPr>
            <a:lvl5pPr marL="2286000" lvl="4" indent="-342900" algn="l">
              <a:lnSpc>
                <a:spcPct val="95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1" name="Google Shape;281;p47"/>
          <p:cNvSpPr>
            <a:spLocks noGrp="1"/>
          </p:cNvSpPr>
          <p:nvPr>
            <p:ph type="pic" idx="15"/>
          </p:nvPr>
        </p:nvSpPr>
        <p:spPr>
          <a:xfrm>
            <a:off x="9164372" y="1978025"/>
            <a:ext cx="2457995" cy="1336675"/>
          </a:xfrm>
          <a:prstGeom prst="rect">
            <a:avLst/>
          </a:prstGeom>
          <a:solidFill>
            <a:srgbClr val="E0E0E0"/>
          </a:solidFill>
          <a:ln>
            <a:noFill/>
          </a:ln>
        </p:spPr>
        <p:txBody>
          <a:bodyPr spcFirstLastPara="1" wrap="square" lIns="0" tIns="0" rIns="0" bIns="0" anchor="t" anchorCtr="0">
            <a:noAutofit/>
          </a:bodyPr>
          <a:lstStyle>
            <a:lvl1pPr marR="0" lvl="0" algn="l" rtl="0">
              <a:lnSpc>
                <a:spcPct val="110000"/>
              </a:lnSpc>
              <a:spcBef>
                <a:spcPts val="1600"/>
              </a:spcBef>
              <a:spcAft>
                <a:spcPts val="0"/>
              </a:spcAft>
              <a:buClr>
                <a:schemeClr val="dk1"/>
              </a:buClr>
              <a:buSzPts val="1400"/>
              <a:buFont typeface="Arial"/>
              <a:buNone/>
              <a:defRPr sz="1400" b="0" i="0" u="none" strike="noStrike" cap="none">
                <a:solidFill>
                  <a:schemeClr val="dk1"/>
                </a:solidFill>
                <a:latin typeface="Lato"/>
                <a:ea typeface="Lato"/>
                <a:cs typeface="Lato"/>
                <a:sym typeface="Lato"/>
              </a:defRPr>
            </a:lvl1pPr>
            <a:lvl2pPr marR="0" lvl="1" algn="l" rtl="0">
              <a:lnSpc>
                <a:spcPct val="95000"/>
              </a:lnSpc>
              <a:spcBef>
                <a:spcPts val="500"/>
              </a:spcBef>
              <a:spcAft>
                <a:spcPts val="0"/>
              </a:spcAft>
              <a:buClr>
                <a:schemeClr val="dk1"/>
              </a:buClr>
              <a:buSzPts val="1400"/>
              <a:buFont typeface="Arial"/>
              <a:buChar char="•"/>
              <a:defRPr sz="1400" b="0" i="0" u="none" strike="noStrike" cap="none">
                <a:solidFill>
                  <a:schemeClr val="dk1"/>
                </a:solidFill>
                <a:latin typeface="Lato"/>
                <a:ea typeface="Lato"/>
                <a:cs typeface="Lato"/>
                <a:sym typeface="Lato"/>
              </a:defRPr>
            </a:lvl2pPr>
            <a:lvl3pPr marR="0" lvl="2" algn="l" rtl="0">
              <a:lnSpc>
                <a:spcPct val="95000"/>
              </a:lnSpc>
              <a:spcBef>
                <a:spcPts val="500"/>
              </a:spcBef>
              <a:spcAft>
                <a:spcPts val="0"/>
              </a:spcAft>
              <a:buClr>
                <a:schemeClr val="dk1"/>
              </a:buClr>
              <a:buSzPts val="1200"/>
              <a:buFont typeface="Arial"/>
              <a:buChar char="•"/>
              <a:defRPr sz="1200" b="0" i="0" u="none" strike="noStrike" cap="none">
                <a:solidFill>
                  <a:schemeClr val="dk1"/>
                </a:solidFill>
                <a:latin typeface="Lato"/>
                <a:ea typeface="Lato"/>
                <a:cs typeface="Lato"/>
                <a:sym typeface="Lato"/>
              </a:defRPr>
            </a:lvl3pPr>
            <a:lvl4pPr marR="0" lvl="3" algn="l" rtl="0">
              <a:lnSpc>
                <a:spcPct val="95000"/>
              </a:lnSpc>
              <a:spcBef>
                <a:spcPts val="500"/>
              </a:spcBef>
              <a:spcAft>
                <a:spcPts val="0"/>
              </a:spcAft>
              <a:buClr>
                <a:schemeClr val="dk1"/>
              </a:buClr>
              <a:buSzPts val="1200"/>
              <a:buFont typeface="Arial"/>
              <a:buChar char="•"/>
              <a:defRPr sz="1200" b="0" i="0" u="none" strike="noStrike" cap="none">
                <a:solidFill>
                  <a:schemeClr val="dk1"/>
                </a:solidFill>
                <a:latin typeface="Lato"/>
                <a:ea typeface="Lato"/>
                <a:cs typeface="Lato"/>
                <a:sym typeface="Lato"/>
              </a:defRPr>
            </a:lvl4pPr>
            <a:lvl5pPr marR="0" lvl="4" algn="l" rtl="0">
              <a:lnSpc>
                <a:spcPct val="95000"/>
              </a:lnSpc>
              <a:spcBef>
                <a:spcPts val="500"/>
              </a:spcBef>
              <a:spcAft>
                <a:spcPts val="0"/>
              </a:spcAft>
              <a:buClr>
                <a:schemeClr val="dk1"/>
              </a:buClr>
              <a:buSzPts val="1200"/>
              <a:buFont typeface="Arial"/>
              <a:buChar char="•"/>
              <a:defRPr sz="1200" b="0" i="0" u="none" strike="noStrike" cap="none">
                <a:solidFill>
                  <a:schemeClr val="dk1"/>
                </a:solidFill>
                <a:latin typeface="Lato"/>
                <a:ea typeface="Lato"/>
                <a:cs typeface="Lato"/>
                <a:sym typeface="Lato"/>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4 columns &amp; icons">
  <p:cSld name="4 columns &amp; icons">
    <p:spTree>
      <p:nvGrpSpPr>
        <p:cNvPr id="1" name="Shape 282"/>
        <p:cNvGrpSpPr/>
        <p:nvPr/>
      </p:nvGrpSpPr>
      <p:grpSpPr>
        <a:xfrm>
          <a:off x="0" y="0"/>
          <a:ext cx="0" cy="0"/>
          <a:chOff x="0" y="0"/>
          <a:chExt cx="0" cy="0"/>
        </a:xfrm>
      </p:grpSpPr>
      <p:sp>
        <p:nvSpPr>
          <p:cNvPr id="283" name="Google Shape;283;p48"/>
          <p:cNvSpPr txBox="1">
            <a:spLocks noGrp="1"/>
          </p:cNvSpPr>
          <p:nvPr>
            <p:ph type="title"/>
          </p:nvPr>
        </p:nvSpPr>
        <p:spPr>
          <a:xfrm>
            <a:off x="665791" y="219197"/>
            <a:ext cx="10992810" cy="856407"/>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4" name="Google Shape;284;p48"/>
          <p:cNvSpPr txBox="1">
            <a:spLocks noGrp="1"/>
          </p:cNvSpPr>
          <p:nvPr>
            <p:ph type="body" idx="1"/>
          </p:nvPr>
        </p:nvSpPr>
        <p:spPr>
          <a:xfrm>
            <a:off x="647700" y="3314700"/>
            <a:ext cx="2457995" cy="2913571"/>
          </a:xfrm>
          <a:prstGeom prst="rect">
            <a:avLst/>
          </a:prstGeom>
          <a:solidFill>
            <a:srgbClr val="F2F2F2"/>
          </a:solidFill>
          <a:ln w="9525" cap="flat" cmpd="sng">
            <a:solidFill>
              <a:srgbClr val="BFBFBF"/>
            </a:solidFill>
            <a:prstDash val="solid"/>
            <a:round/>
            <a:headEnd type="none" w="sm" len="sm"/>
            <a:tailEnd type="none" w="sm" len="sm"/>
          </a:ln>
        </p:spPr>
        <p:txBody>
          <a:bodyPr spcFirstLastPara="1" wrap="square" lIns="118850" tIns="137150" rIns="0" bIns="0" anchor="t" anchorCtr="0">
            <a:noAutofit/>
          </a:bodyPr>
          <a:lstStyle>
            <a:lvl1pPr marL="457200" lvl="0" indent="-304800" algn="l">
              <a:lnSpc>
                <a:spcPct val="95000"/>
              </a:lnSpc>
              <a:spcBef>
                <a:spcPts val="600"/>
              </a:spcBef>
              <a:spcAft>
                <a:spcPts val="0"/>
              </a:spcAft>
              <a:buClr>
                <a:schemeClr val="dk1"/>
              </a:buClr>
              <a:buSzPts val="1200"/>
              <a:buFont typeface="Arial"/>
              <a:buChar char="•"/>
              <a:defRPr sz="1200">
                <a:solidFill>
                  <a:schemeClr val="dk1"/>
                </a:solidFill>
              </a:defRPr>
            </a:lvl1pPr>
            <a:lvl2pPr marL="914400" lvl="1" indent="-304800" algn="l">
              <a:lnSpc>
                <a:spcPct val="95000"/>
              </a:lnSpc>
              <a:spcBef>
                <a:spcPts val="400"/>
              </a:spcBef>
              <a:spcAft>
                <a:spcPts val="0"/>
              </a:spcAft>
              <a:buClr>
                <a:schemeClr val="dk1"/>
              </a:buClr>
              <a:buSzPts val="1200"/>
              <a:buFont typeface="Lato"/>
              <a:buChar char="–"/>
              <a:defRPr sz="1200">
                <a:solidFill>
                  <a:schemeClr val="dk1"/>
                </a:solidFill>
              </a:defRPr>
            </a:lvl2pPr>
            <a:lvl3pPr marL="1371600" lvl="2" indent="-298450" algn="l">
              <a:lnSpc>
                <a:spcPct val="95000"/>
              </a:lnSpc>
              <a:spcBef>
                <a:spcPts val="100"/>
              </a:spcBef>
              <a:spcAft>
                <a:spcPts val="0"/>
              </a:spcAft>
              <a:buClr>
                <a:schemeClr val="dk1"/>
              </a:buClr>
              <a:buSzPts val="1100"/>
              <a:buChar char="•"/>
              <a:defRPr sz="1100">
                <a:solidFill>
                  <a:schemeClr val="dk1"/>
                </a:solidFill>
              </a:defRPr>
            </a:lvl3pPr>
            <a:lvl4pPr marL="1828800" lvl="3" indent="-292100" algn="l">
              <a:lnSpc>
                <a:spcPct val="95000"/>
              </a:lnSpc>
              <a:spcBef>
                <a:spcPts val="100"/>
              </a:spcBef>
              <a:spcAft>
                <a:spcPts val="0"/>
              </a:spcAft>
              <a:buClr>
                <a:schemeClr val="dk1"/>
              </a:buClr>
              <a:buSzPts val="1000"/>
              <a:buChar char="•"/>
              <a:defRPr sz="1000">
                <a:solidFill>
                  <a:schemeClr val="dk1"/>
                </a:solidFill>
              </a:defRPr>
            </a:lvl4pPr>
            <a:lvl5pPr marL="2286000" lvl="4" indent="-292100" algn="l">
              <a:lnSpc>
                <a:spcPct val="95000"/>
              </a:lnSpc>
              <a:spcBef>
                <a:spcPts val="100"/>
              </a:spcBef>
              <a:spcAft>
                <a:spcPts val="0"/>
              </a:spcAft>
              <a:buClr>
                <a:schemeClr val="dk1"/>
              </a:buClr>
              <a:buSzPts val="1000"/>
              <a:buChar char="•"/>
              <a:defRPr sz="1000">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5" name="Google Shape;285;p48"/>
          <p:cNvSpPr txBox="1">
            <a:spLocks noGrp="1"/>
          </p:cNvSpPr>
          <p:nvPr>
            <p:ph type="ftr" idx="11"/>
          </p:nvPr>
        </p:nvSpPr>
        <p:spPr>
          <a:xfrm>
            <a:off x="5197840" y="6638792"/>
            <a:ext cx="1817489" cy="143629"/>
          </a:xfrm>
          <a:prstGeom prst="rect">
            <a:avLst/>
          </a:prstGeom>
          <a:noFill/>
          <a:ln>
            <a:noFill/>
          </a:ln>
        </p:spPr>
        <p:txBody>
          <a:bodyPr spcFirstLastPara="1" wrap="square" lIns="0" tIns="0" rIns="0" bIns="0" anchor="ctr" anchorCtr="0">
            <a:sp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6" name="Google Shape;286;p48"/>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7" name="Google Shape;287;p48"/>
          <p:cNvSpPr txBox="1">
            <a:spLocks noGrp="1"/>
          </p:cNvSpPr>
          <p:nvPr>
            <p:ph type="body" idx="2"/>
          </p:nvPr>
        </p:nvSpPr>
        <p:spPr>
          <a:xfrm>
            <a:off x="3508463" y="3314700"/>
            <a:ext cx="2457995" cy="2913571"/>
          </a:xfrm>
          <a:prstGeom prst="rect">
            <a:avLst/>
          </a:prstGeom>
          <a:solidFill>
            <a:srgbClr val="F2F2F2"/>
          </a:solidFill>
          <a:ln w="9525" cap="flat" cmpd="sng">
            <a:solidFill>
              <a:srgbClr val="BFBFBF"/>
            </a:solidFill>
            <a:prstDash val="solid"/>
            <a:round/>
            <a:headEnd type="none" w="sm" len="sm"/>
            <a:tailEnd type="none" w="sm" len="sm"/>
          </a:ln>
        </p:spPr>
        <p:txBody>
          <a:bodyPr spcFirstLastPara="1" wrap="square" lIns="118850" tIns="137150" rIns="0" bIns="0" anchor="t" anchorCtr="0">
            <a:noAutofit/>
          </a:bodyPr>
          <a:lstStyle>
            <a:lvl1pPr marL="457200" lvl="0" indent="-304800" algn="l">
              <a:lnSpc>
                <a:spcPct val="95000"/>
              </a:lnSpc>
              <a:spcBef>
                <a:spcPts val="600"/>
              </a:spcBef>
              <a:spcAft>
                <a:spcPts val="0"/>
              </a:spcAft>
              <a:buClr>
                <a:schemeClr val="dk1"/>
              </a:buClr>
              <a:buSzPts val="1200"/>
              <a:buFont typeface="Arial"/>
              <a:buChar char="•"/>
              <a:defRPr sz="1200">
                <a:solidFill>
                  <a:schemeClr val="dk1"/>
                </a:solidFill>
              </a:defRPr>
            </a:lvl1pPr>
            <a:lvl2pPr marL="914400" lvl="1" indent="-304800" algn="l">
              <a:lnSpc>
                <a:spcPct val="95000"/>
              </a:lnSpc>
              <a:spcBef>
                <a:spcPts val="400"/>
              </a:spcBef>
              <a:spcAft>
                <a:spcPts val="0"/>
              </a:spcAft>
              <a:buClr>
                <a:schemeClr val="dk1"/>
              </a:buClr>
              <a:buSzPts val="1200"/>
              <a:buFont typeface="Lato"/>
              <a:buChar char="–"/>
              <a:defRPr sz="1200">
                <a:solidFill>
                  <a:schemeClr val="dk1"/>
                </a:solidFill>
              </a:defRPr>
            </a:lvl2pPr>
            <a:lvl3pPr marL="1371600" lvl="2" indent="-298450" algn="l">
              <a:lnSpc>
                <a:spcPct val="95000"/>
              </a:lnSpc>
              <a:spcBef>
                <a:spcPts val="100"/>
              </a:spcBef>
              <a:spcAft>
                <a:spcPts val="0"/>
              </a:spcAft>
              <a:buClr>
                <a:schemeClr val="dk1"/>
              </a:buClr>
              <a:buSzPts val="1100"/>
              <a:buChar char="•"/>
              <a:defRPr sz="1100">
                <a:solidFill>
                  <a:schemeClr val="dk1"/>
                </a:solidFill>
              </a:defRPr>
            </a:lvl3pPr>
            <a:lvl4pPr marL="1828800" lvl="3" indent="-292100" algn="l">
              <a:lnSpc>
                <a:spcPct val="95000"/>
              </a:lnSpc>
              <a:spcBef>
                <a:spcPts val="100"/>
              </a:spcBef>
              <a:spcAft>
                <a:spcPts val="0"/>
              </a:spcAft>
              <a:buClr>
                <a:schemeClr val="dk1"/>
              </a:buClr>
              <a:buSzPts val="1000"/>
              <a:buChar char="•"/>
              <a:defRPr sz="1000">
                <a:solidFill>
                  <a:schemeClr val="dk1"/>
                </a:solidFill>
              </a:defRPr>
            </a:lvl4pPr>
            <a:lvl5pPr marL="2286000" lvl="4" indent="-292100" algn="l">
              <a:lnSpc>
                <a:spcPct val="95000"/>
              </a:lnSpc>
              <a:spcBef>
                <a:spcPts val="100"/>
              </a:spcBef>
              <a:spcAft>
                <a:spcPts val="0"/>
              </a:spcAft>
              <a:buClr>
                <a:schemeClr val="dk1"/>
              </a:buClr>
              <a:buSzPts val="1000"/>
              <a:buChar char="•"/>
              <a:defRPr sz="1000">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8" name="Google Shape;288;p48"/>
          <p:cNvSpPr txBox="1">
            <a:spLocks noGrp="1"/>
          </p:cNvSpPr>
          <p:nvPr>
            <p:ph type="body" idx="3"/>
          </p:nvPr>
        </p:nvSpPr>
        <p:spPr>
          <a:xfrm>
            <a:off x="647700" y="1657350"/>
            <a:ext cx="2457995" cy="425892"/>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lt2"/>
              </a:buClr>
              <a:buSzPts val="1000"/>
              <a:buNone/>
              <a:defRPr sz="1000" b="1" cap="none">
                <a:solidFill>
                  <a:schemeClr val="lt2"/>
                </a:solidFill>
              </a:defRPr>
            </a:lvl1pPr>
            <a:lvl2pPr marL="914400" lvl="1" indent="-228600" algn="l">
              <a:lnSpc>
                <a:spcPct val="95000"/>
              </a:lnSpc>
              <a:spcBef>
                <a:spcPts val="500"/>
              </a:spcBef>
              <a:spcAft>
                <a:spcPts val="0"/>
              </a:spcAft>
              <a:buClr>
                <a:schemeClr val="dk1"/>
              </a:buClr>
              <a:buSzPts val="1400"/>
              <a:buNone/>
              <a:defRPr/>
            </a:lvl2pPr>
            <a:lvl3pPr marL="1371600" lvl="2" indent="-342900" algn="l">
              <a:lnSpc>
                <a:spcPct val="95000"/>
              </a:lnSpc>
              <a:spcBef>
                <a:spcPts val="500"/>
              </a:spcBef>
              <a:spcAft>
                <a:spcPts val="0"/>
              </a:spcAft>
              <a:buClr>
                <a:schemeClr val="dk1"/>
              </a:buClr>
              <a:buSzPts val="1800"/>
              <a:buChar char="•"/>
              <a:defRPr/>
            </a:lvl3pPr>
            <a:lvl4pPr marL="1828800" lvl="3" indent="-342900" algn="l">
              <a:lnSpc>
                <a:spcPct val="95000"/>
              </a:lnSpc>
              <a:spcBef>
                <a:spcPts val="500"/>
              </a:spcBef>
              <a:spcAft>
                <a:spcPts val="0"/>
              </a:spcAft>
              <a:buClr>
                <a:schemeClr val="dk1"/>
              </a:buClr>
              <a:buSzPts val="1800"/>
              <a:buChar char="•"/>
              <a:defRPr/>
            </a:lvl4pPr>
            <a:lvl5pPr marL="2286000" lvl="4" indent="-342900" algn="l">
              <a:lnSpc>
                <a:spcPct val="95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9" name="Google Shape;289;p48"/>
          <p:cNvSpPr txBox="1">
            <a:spLocks noGrp="1"/>
          </p:cNvSpPr>
          <p:nvPr>
            <p:ph type="body" idx="4"/>
          </p:nvPr>
        </p:nvSpPr>
        <p:spPr>
          <a:xfrm>
            <a:off x="3508463" y="1657350"/>
            <a:ext cx="2457995" cy="425892"/>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lt2"/>
              </a:buClr>
              <a:buSzPts val="1000"/>
              <a:buNone/>
              <a:defRPr sz="1000" b="1" cap="none">
                <a:solidFill>
                  <a:schemeClr val="lt2"/>
                </a:solidFill>
              </a:defRPr>
            </a:lvl1pPr>
            <a:lvl2pPr marL="914400" lvl="1" indent="-228600" algn="l">
              <a:lnSpc>
                <a:spcPct val="95000"/>
              </a:lnSpc>
              <a:spcBef>
                <a:spcPts val="500"/>
              </a:spcBef>
              <a:spcAft>
                <a:spcPts val="0"/>
              </a:spcAft>
              <a:buClr>
                <a:schemeClr val="dk1"/>
              </a:buClr>
              <a:buSzPts val="1400"/>
              <a:buNone/>
              <a:defRPr/>
            </a:lvl2pPr>
            <a:lvl3pPr marL="1371600" lvl="2" indent="-342900" algn="l">
              <a:lnSpc>
                <a:spcPct val="95000"/>
              </a:lnSpc>
              <a:spcBef>
                <a:spcPts val="500"/>
              </a:spcBef>
              <a:spcAft>
                <a:spcPts val="0"/>
              </a:spcAft>
              <a:buClr>
                <a:schemeClr val="dk1"/>
              </a:buClr>
              <a:buSzPts val="1800"/>
              <a:buChar char="•"/>
              <a:defRPr/>
            </a:lvl3pPr>
            <a:lvl4pPr marL="1828800" lvl="3" indent="-342900" algn="l">
              <a:lnSpc>
                <a:spcPct val="95000"/>
              </a:lnSpc>
              <a:spcBef>
                <a:spcPts val="500"/>
              </a:spcBef>
              <a:spcAft>
                <a:spcPts val="0"/>
              </a:spcAft>
              <a:buClr>
                <a:schemeClr val="dk1"/>
              </a:buClr>
              <a:buSzPts val="1800"/>
              <a:buChar char="•"/>
              <a:defRPr/>
            </a:lvl4pPr>
            <a:lvl5pPr marL="2286000" lvl="4" indent="-342900" algn="l">
              <a:lnSpc>
                <a:spcPct val="95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0" name="Google Shape;290;p48"/>
          <p:cNvSpPr txBox="1">
            <a:spLocks noGrp="1"/>
          </p:cNvSpPr>
          <p:nvPr>
            <p:ph type="body" idx="5"/>
          </p:nvPr>
        </p:nvSpPr>
        <p:spPr>
          <a:xfrm>
            <a:off x="6331806" y="3314700"/>
            <a:ext cx="2457995" cy="2913571"/>
          </a:xfrm>
          <a:prstGeom prst="rect">
            <a:avLst/>
          </a:prstGeom>
          <a:solidFill>
            <a:srgbClr val="F2F2F2"/>
          </a:solidFill>
          <a:ln w="9525" cap="flat" cmpd="sng">
            <a:solidFill>
              <a:srgbClr val="BFBFBF"/>
            </a:solidFill>
            <a:prstDash val="solid"/>
            <a:round/>
            <a:headEnd type="none" w="sm" len="sm"/>
            <a:tailEnd type="none" w="sm" len="sm"/>
          </a:ln>
        </p:spPr>
        <p:txBody>
          <a:bodyPr spcFirstLastPara="1" wrap="square" lIns="118850" tIns="137150" rIns="0" bIns="0" anchor="t" anchorCtr="0">
            <a:noAutofit/>
          </a:bodyPr>
          <a:lstStyle>
            <a:lvl1pPr marL="457200" lvl="0" indent="-304800" algn="l">
              <a:lnSpc>
                <a:spcPct val="95000"/>
              </a:lnSpc>
              <a:spcBef>
                <a:spcPts val="600"/>
              </a:spcBef>
              <a:spcAft>
                <a:spcPts val="0"/>
              </a:spcAft>
              <a:buClr>
                <a:schemeClr val="dk1"/>
              </a:buClr>
              <a:buSzPts val="1200"/>
              <a:buFont typeface="Arial"/>
              <a:buChar char="•"/>
              <a:defRPr sz="1200">
                <a:solidFill>
                  <a:schemeClr val="dk1"/>
                </a:solidFill>
              </a:defRPr>
            </a:lvl1pPr>
            <a:lvl2pPr marL="914400" lvl="1" indent="-304800" algn="l">
              <a:lnSpc>
                <a:spcPct val="95000"/>
              </a:lnSpc>
              <a:spcBef>
                <a:spcPts val="400"/>
              </a:spcBef>
              <a:spcAft>
                <a:spcPts val="0"/>
              </a:spcAft>
              <a:buClr>
                <a:schemeClr val="dk1"/>
              </a:buClr>
              <a:buSzPts val="1200"/>
              <a:buFont typeface="Lato"/>
              <a:buChar char="–"/>
              <a:defRPr sz="1200">
                <a:solidFill>
                  <a:schemeClr val="dk1"/>
                </a:solidFill>
              </a:defRPr>
            </a:lvl2pPr>
            <a:lvl3pPr marL="1371600" lvl="2" indent="-298450" algn="l">
              <a:lnSpc>
                <a:spcPct val="95000"/>
              </a:lnSpc>
              <a:spcBef>
                <a:spcPts val="100"/>
              </a:spcBef>
              <a:spcAft>
                <a:spcPts val="0"/>
              </a:spcAft>
              <a:buClr>
                <a:schemeClr val="dk1"/>
              </a:buClr>
              <a:buSzPts val="1100"/>
              <a:buChar char="•"/>
              <a:defRPr sz="1100">
                <a:solidFill>
                  <a:schemeClr val="dk1"/>
                </a:solidFill>
              </a:defRPr>
            </a:lvl3pPr>
            <a:lvl4pPr marL="1828800" lvl="3" indent="-292100" algn="l">
              <a:lnSpc>
                <a:spcPct val="95000"/>
              </a:lnSpc>
              <a:spcBef>
                <a:spcPts val="100"/>
              </a:spcBef>
              <a:spcAft>
                <a:spcPts val="0"/>
              </a:spcAft>
              <a:buClr>
                <a:schemeClr val="dk1"/>
              </a:buClr>
              <a:buSzPts val="1000"/>
              <a:buChar char="•"/>
              <a:defRPr sz="1000">
                <a:solidFill>
                  <a:schemeClr val="dk1"/>
                </a:solidFill>
              </a:defRPr>
            </a:lvl4pPr>
            <a:lvl5pPr marL="2286000" lvl="4" indent="-292100" algn="l">
              <a:lnSpc>
                <a:spcPct val="95000"/>
              </a:lnSpc>
              <a:spcBef>
                <a:spcPts val="100"/>
              </a:spcBef>
              <a:spcAft>
                <a:spcPts val="0"/>
              </a:spcAft>
              <a:buClr>
                <a:schemeClr val="dk1"/>
              </a:buClr>
              <a:buSzPts val="1000"/>
              <a:buChar char="•"/>
              <a:defRPr sz="1000">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1" name="Google Shape;291;p48"/>
          <p:cNvSpPr txBox="1">
            <a:spLocks noGrp="1"/>
          </p:cNvSpPr>
          <p:nvPr>
            <p:ph type="body" idx="6"/>
          </p:nvPr>
        </p:nvSpPr>
        <p:spPr>
          <a:xfrm>
            <a:off x="6331806" y="1657350"/>
            <a:ext cx="2457995" cy="425892"/>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lt2"/>
              </a:buClr>
              <a:buSzPts val="1000"/>
              <a:buNone/>
              <a:defRPr sz="1000" b="1" cap="none">
                <a:solidFill>
                  <a:schemeClr val="lt2"/>
                </a:solidFill>
              </a:defRPr>
            </a:lvl1pPr>
            <a:lvl2pPr marL="914400" lvl="1" indent="-228600" algn="l">
              <a:lnSpc>
                <a:spcPct val="95000"/>
              </a:lnSpc>
              <a:spcBef>
                <a:spcPts val="500"/>
              </a:spcBef>
              <a:spcAft>
                <a:spcPts val="0"/>
              </a:spcAft>
              <a:buClr>
                <a:schemeClr val="dk1"/>
              </a:buClr>
              <a:buSzPts val="1400"/>
              <a:buNone/>
              <a:defRPr/>
            </a:lvl2pPr>
            <a:lvl3pPr marL="1371600" lvl="2" indent="-342900" algn="l">
              <a:lnSpc>
                <a:spcPct val="95000"/>
              </a:lnSpc>
              <a:spcBef>
                <a:spcPts val="500"/>
              </a:spcBef>
              <a:spcAft>
                <a:spcPts val="0"/>
              </a:spcAft>
              <a:buClr>
                <a:schemeClr val="dk1"/>
              </a:buClr>
              <a:buSzPts val="1800"/>
              <a:buChar char="•"/>
              <a:defRPr/>
            </a:lvl3pPr>
            <a:lvl4pPr marL="1828800" lvl="3" indent="-342900" algn="l">
              <a:lnSpc>
                <a:spcPct val="95000"/>
              </a:lnSpc>
              <a:spcBef>
                <a:spcPts val="500"/>
              </a:spcBef>
              <a:spcAft>
                <a:spcPts val="0"/>
              </a:spcAft>
              <a:buClr>
                <a:schemeClr val="dk1"/>
              </a:buClr>
              <a:buSzPts val="1800"/>
              <a:buChar char="•"/>
              <a:defRPr/>
            </a:lvl4pPr>
            <a:lvl5pPr marL="2286000" lvl="4" indent="-342900" algn="l">
              <a:lnSpc>
                <a:spcPct val="95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2" name="Google Shape;292;p48"/>
          <p:cNvSpPr txBox="1">
            <a:spLocks noGrp="1"/>
          </p:cNvSpPr>
          <p:nvPr>
            <p:ph type="body" idx="7"/>
          </p:nvPr>
        </p:nvSpPr>
        <p:spPr>
          <a:xfrm>
            <a:off x="9154186" y="3314700"/>
            <a:ext cx="2457995" cy="2913571"/>
          </a:xfrm>
          <a:prstGeom prst="rect">
            <a:avLst/>
          </a:prstGeom>
          <a:solidFill>
            <a:srgbClr val="F2F2F2"/>
          </a:solidFill>
          <a:ln w="9525" cap="flat" cmpd="sng">
            <a:solidFill>
              <a:srgbClr val="BFBFBF"/>
            </a:solidFill>
            <a:prstDash val="solid"/>
            <a:round/>
            <a:headEnd type="none" w="sm" len="sm"/>
            <a:tailEnd type="none" w="sm" len="sm"/>
          </a:ln>
        </p:spPr>
        <p:txBody>
          <a:bodyPr spcFirstLastPara="1" wrap="square" lIns="118850" tIns="137150" rIns="0" bIns="0" anchor="t" anchorCtr="0">
            <a:noAutofit/>
          </a:bodyPr>
          <a:lstStyle>
            <a:lvl1pPr marL="457200" lvl="0" indent="-304800" algn="l">
              <a:lnSpc>
                <a:spcPct val="95000"/>
              </a:lnSpc>
              <a:spcBef>
                <a:spcPts val="600"/>
              </a:spcBef>
              <a:spcAft>
                <a:spcPts val="0"/>
              </a:spcAft>
              <a:buClr>
                <a:schemeClr val="dk1"/>
              </a:buClr>
              <a:buSzPts val="1200"/>
              <a:buFont typeface="Arial"/>
              <a:buChar char="•"/>
              <a:defRPr sz="1200">
                <a:solidFill>
                  <a:schemeClr val="dk1"/>
                </a:solidFill>
              </a:defRPr>
            </a:lvl1pPr>
            <a:lvl2pPr marL="914400" lvl="1" indent="-304800" algn="l">
              <a:lnSpc>
                <a:spcPct val="95000"/>
              </a:lnSpc>
              <a:spcBef>
                <a:spcPts val="400"/>
              </a:spcBef>
              <a:spcAft>
                <a:spcPts val="0"/>
              </a:spcAft>
              <a:buClr>
                <a:schemeClr val="dk1"/>
              </a:buClr>
              <a:buSzPts val="1200"/>
              <a:buFont typeface="Lato"/>
              <a:buChar char="–"/>
              <a:defRPr sz="1200">
                <a:solidFill>
                  <a:schemeClr val="dk1"/>
                </a:solidFill>
              </a:defRPr>
            </a:lvl2pPr>
            <a:lvl3pPr marL="1371600" lvl="2" indent="-298450" algn="l">
              <a:lnSpc>
                <a:spcPct val="95000"/>
              </a:lnSpc>
              <a:spcBef>
                <a:spcPts val="100"/>
              </a:spcBef>
              <a:spcAft>
                <a:spcPts val="0"/>
              </a:spcAft>
              <a:buClr>
                <a:schemeClr val="dk1"/>
              </a:buClr>
              <a:buSzPts val="1100"/>
              <a:buChar char="•"/>
              <a:defRPr sz="1100">
                <a:solidFill>
                  <a:schemeClr val="dk1"/>
                </a:solidFill>
              </a:defRPr>
            </a:lvl3pPr>
            <a:lvl4pPr marL="1828800" lvl="3" indent="-292100" algn="l">
              <a:lnSpc>
                <a:spcPct val="95000"/>
              </a:lnSpc>
              <a:spcBef>
                <a:spcPts val="100"/>
              </a:spcBef>
              <a:spcAft>
                <a:spcPts val="0"/>
              </a:spcAft>
              <a:buClr>
                <a:schemeClr val="dk1"/>
              </a:buClr>
              <a:buSzPts val="1000"/>
              <a:buChar char="•"/>
              <a:defRPr sz="1000">
                <a:solidFill>
                  <a:schemeClr val="dk1"/>
                </a:solidFill>
              </a:defRPr>
            </a:lvl4pPr>
            <a:lvl5pPr marL="2286000" lvl="4" indent="-292100" algn="l">
              <a:lnSpc>
                <a:spcPct val="95000"/>
              </a:lnSpc>
              <a:spcBef>
                <a:spcPts val="100"/>
              </a:spcBef>
              <a:spcAft>
                <a:spcPts val="0"/>
              </a:spcAft>
              <a:buClr>
                <a:schemeClr val="dk1"/>
              </a:buClr>
              <a:buSzPts val="1000"/>
              <a:buChar char="•"/>
              <a:defRPr sz="1000">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3" name="Google Shape;293;p48"/>
          <p:cNvSpPr txBox="1">
            <a:spLocks noGrp="1"/>
          </p:cNvSpPr>
          <p:nvPr>
            <p:ph type="body" idx="8"/>
          </p:nvPr>
        </p:nvSpPr>
        <p:spPr>
          <a:xfrm>
            <a:off x="9154186" y="1657350"/>
            <a:ext cx="2457995" cy="425892"/>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0" tIns="0" rIns="0" bIns="0" anchor="ctr" anchorCtr="0">
            <a:noAutofit/>
          </a:bodyPr>
          <a:lstStyle>
            <a:lvl1pPr marL="457200" lvl="0" indent="-228600" algn="ctr">
              <a:lnSpc>
                <a:spcPct val="100000"/>
              </a:lnSpc>
              <a:spcBef>
                <a:spcPts val="0"/>
              </a:spcBef>
              <a:spcAft>
                <a:spcPts val="0"/>
              </a:spcAft>
              <a:buClr>
                <a:schemeClr val="lt2"/>
              </a:buClr>
              <a:buSzPts val="1000"/>
              <a:buNone/>
              <a:defRPr sz="1000" b="1" cap="none">
                <a:solidFill>
                  <a:schemeClr val="lt2"/>
                </a:solidFill>
              </a:defRPr>
            </a:lvl1pPr>
            <a:lvl2pPr marL="914400" lvl="1" indent="-228600" algn="l">
              <a:lnSpc>
                <a:spcPct val="95000"/>
              </a:lnSpc>
              <a:spcBef>
                <a:spcPts val="500"/>
              </a:spcBef>
              <a:spcAft>
                <a:spcPts val="0"/>
              </a:spcAft>
              <a:buClr>
                <a:schemeClr val="dk1"/>
              </a:buClr>
              <a:buSzPts val="1400"/>
              <a:buNone/>
              <a:defRPr/>
            </a:lvl2pPr>
            <a:lvl3pPr marL="1371600" lvl="2" indent="-342900" algn="l">
              <a:lnSpc>
                <a:spcPct val="95000"/>
              </a:lnSpc>
              <a:spcBef>
                <a:spcPts val="500"/>
              </a:spcBef>
              <a:spcAft>
                <a:spcPts val="0"/>
              </a:spcAft>
              <a:buClr>
                <a:schemeClr val="dk1"/>
              </a:buClr>
              <a:buSzPts val="1800"/>
              <a:buChar char="•"/>
              <a:defRPr/>
            </a:lvl3pPr>
            <a:lvl4pPr marL="1828800" lvl="3" indent="-342900" algn="l">
              <a:lnSpc>
                <a:spcPct val="95000"/>
              </a:lnSpc>
              <a:spcBef>
                <a:spcPts val="500"/>
              </a:spcBef>
              <a:spcAft>
                <a:spcPts val="0"/>
              </a:spcAft>
              <a:buClr>
                <a:schemeClr val="dk1"/>
              </a:buClr>
              <a:buSzPts val="1800"/>
              <a:buChar char="•"/>
              <a:defRPr/>
            </a:lvl4pPr>
            <a:lvl5pPr marL="2286000" lvl="4" indent="-342900" algn="l">
              <a:lnSpc>
                <a:spcPct val="95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4" name="Google Shape;294;p48"/>
          <p:cNvSpPr/>
          <p:nvPr/>
        </p:nvSpPr>
        <p:spPr>
          <a:xfrm>
            <a:off x="647700" y="2083242"/>
            <a:ext cx="2457995" cy="1231458"/>
          </a:xfrm>
          <a:prstGeom prst="rect">
            <a:avLst/>
          </a:prstGeom>
          <a:noFill/>
          <a:ln w="9525" cap="flat" cmpd="sng">
            <a:solidFill>
              <a:srgbClr val="BFBFBF"/>
            </a:solidFill>
            <a:prstDash val="solid"/>
            <a:round/>
            <a:headEnd type="none" w="sm" len="sm"/>
            <a:tailEnd type="none" w="sm" len="sm"/>
          </a:ln>
        </p:spPr>
        <p:txBody>
          <a:bodyPr spcFirstLastPara="1" wrap="square" lIns="118850" tIns="137150" rIns="0" bIns="0" anchor="t" anchorCtr="0">
            <a:noAutofit/>
          </a:bodyPr>
          <a:lstStyle/>
          <a:p>
            <a:pPr marL="171450" marR="0" lvl="0" indent="-95250" algn="l" rtl="0">
              <a:lnSpc>
                <a:spcPct val="95000"/>
              </a:lnSpc>
              <a:spcBef>
                <a:spcPts val="0"/>
              </a:spcBef>
              <a:spcAft>
                <a:spcPts val="0"/>
              </a:spcAft>
              <a:buClr>
                <a:schemeClr val="dk1"/>
              </a:buClr>
              <a:buSzPts val="1200"/>
              <a:buFont typeface="Arial"/>
              <a:buNone/>
            </a:pPr>
            <a:endParaRPr sz="1200">
              <a:solidFill>
                <a:schemeClr val="dk1"/>
              </a:solidFill>
              <a:latin typeface="Lato"/>
              <a:ea typeface="Lato"/>
              <a:cs typeface="Lato"/>
              <a:sym typeface="Lato"/>
            </a:endParaRPr>
          </a:p>
        </p:txBody>
      </p:sp>
      <p:sp>
        <p:nvSpPr>
          <p:cNvPr id="295" name="Google Shape;295;p48"/>
          <p:cNvSpPr/>
          <p:nvPr/>
        </p:nvSpPr>
        <p:spPr>
          <a:xfrm>
            <a:off x="3508463" y="2083242"/>
            <a:ext cx="2457995" cy="1231458"/>
          </a:xfrm>
          <a:prstGeom prst="rect">
            <a:avLst/>
          </a:prstGeom>
          <a:noFill/>
          <a:ln w="9525" cap="flat" cmpd="sng">
            <a:solidFill>
              <a:srgbClr val="BFBFBF"/>
            </a:solidFill>
            <a:prstDash val="solid"/>
            <a:round/>
            <a:headEnd type="none" w="sm" len="sm"/>
            <a:tailEnd type="none" w="sm" len="sm"/>
          </a:ln>
        </p:spPr>
        <p:txBody>
          <a:bodyPr spcFirstLastPara="1" wrap="square" lIns="118850" tIns="137150" rIns="0" bIns="0" anchor="t" anchorCtr="0">
            <a:noAutofit/>
          </a:bodyPr>
          <a:lstStyle/>
          <a:p>
            <a:pPr marL="171450" marR="0" lvl="0" indent="-95250" algn="l" rtl="0">
              <a:lnSpc>
                <a:spcPct val="95000"/>
              </a:lnSpc>
              <a:spcBef>
                <a:spcPts val="0"/>
              </a:spcBef>
              <a:spcAft>
                <a:spcPts val="0"/>
              </a:spcAft>
              <a:buClr>
                <a:schemeClr val="dk1"/>
              </a:buClr>
              <a:buSzPts val="1200"/>
              <a:buFont typeface="Arial"/>
              <a:buNone/>
            </a:pPr>
            <a:endParaRPr sz="1200">
              <a:solidFill>
                <a:schemeClr val="dk1"/>
              </a:solidFill>
              <a:latin typeface="Lato"/>
              <a:ea typeface="Lato"/>
              <a:cs typeface="Lato"/>
              <a:sym typeface="Lato"/>
            </a:endParaRPr>
          </a:p>
        </p:txBody>
      </p:sp>
      <p:sp>
        <p:nvSpPr>
          <p:cNvPr id="296" name="Google Shape;296;p48"/>
          <p:cNvSpPr/>
          <p:nvPr/>
        </p:nvSpPr>
        <p:spPr>
          <a:xfrm>
            <a:off x="6331806" y="2083242"/>
            <a:ext cx="2457995" cy="1231458"/>
          </a:xfrm>
          <a:prstGeom prst="rect">
            <a:avLst/>
          </a:prstGeom>
          <a:noFill/>
          <a:ln w="9525" cap="flat" cmpd="sng">
            <a:solidFill>
              <a:srgbClr val="BFBFBF"/>
            </a:solidFill>
            <a:prstDash val="solid"/>
            <a:round/>
            <a:headEnd type="none" w="sm" len="sm"/>
            <a:tailEnd type="none" w="sm" len="sm"/>
          </a:ln>
        </p:spPr>
        <p:txBody>
          <a:bodyPr spcFirstLastPara="1" wrap="square" lIns="118850" tIns="137150" rIns="0" bIns="0" anchor="t" anchorCtr="0">
            <a:noAutofit/>
          </a:bodyPr>
          <a:lstStyle/>
          <a:p>
            <a:pPr marL="171450" marR="0" lvl="0" indent="-95250" algn="l" rtl="0">
              <a:lnSpc>
                <a:spcPct val="95000"/>
              </a:lnSpc>
              <a:spcBef>
                <a:spcPts val="0"/>
              </a:spcBef>
              <a:spcAft>
                <a:spcPts val="0"/>
              </a:spcAft>
              <a:buClr>
                <a:schemeClr val="dk1"/>
              </a:buClr>
              <a:buSzPts val="1200"/>
              <a:buFont typeface="Arial"/>
              <a:buNone/>
            </a:pPr>
            <a:endParaRPr sz="1200">
              <a:solidFill>
                <a:schemeClr val="dk1"/>
              </a:solidFill>
              <a:latin typeface="Lato"/>
              <a:ea typeface="Lato"/>
              <a:cs typeface="Lato"/>
              <a:sym typeface="Lato"/>
            </a:endParaRPr>
          </a:p>
        </p:txBody>
      </p:sp>
      <p:sp>
        <p:nvSpPr>
          <p:cNvPr id="297" name="Google Shape;297;p48"/>
          <p:cNvSpPr/>
          <p:nvPr/>
        </p:nvSpPr>
        <p:spPr>
          <a:xfrm>
            <a:off x="9154186" y="2083242"/>
            <a:ext cx="2457995" cy="1231458"/>
          </a:xfrm>
          <a:prstGeom prst="rect">
            <a:avLst/>
          </a:prstGeom>
          <a:noFill/>
          <a:ln w="9525" cap="flat" cmpd="sng">
            <a:solidFill>
              <a:srgbClr val="BFBFBF"/>
            </a:solidFill>
            <a:prstDash val="solid"/>
            <a:round/>
            <a:headEnd type="none" w="sm" len="sm"/>
            <a:tailEnd type="none" w="sm" len="sm"/>
          </a:ln>
        </p:spPr>
        <p:txBody>
          <a:bodyPr spcFirstLastPara="1" wrap="square" lIns="118850" tIns="137150" rIns="0" bIns="0" anchor="t" anchorCtr="0">
            <a:noAutofit/>
          </a:bodyPr>
          <a:lstStyle/>
          <a:p>
            <a:pPr marL="171450" marR="0" lvl="0" indent="-95250" algn="l" rtl="0">
              <a:lnSpc>
                <a:spcPct val="95000"/>
              </a:lnSpc>
              <a:spcBef>
                <a:spcPts val="0"/>
              </a:spcBef>
              <a:spcAft>
                <a:spcPts val="0"/>
              </a:spcAft>
              <a:buClr>
                <a:schemeClr val="dk1"/>
              </a:buClr>
              <a:buSzPts val="1200"/>
              <a:buFont typeface="Arial"/>
              <a:buNone/>
            </a:pPr>
            <a:endParaRPr sz="1200">
              <a:solidFill>
                <a:schemeClr val="dk1"/>
              </a:solidFill>
              <a:latin typeface="Lato"/>
              <a:ea typeface="Lato"/>
              <a:cs typeface="Lato"/>
              <a:sym typeface="Lato"/>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hank you">
  <p:cSld name="thank you">
    <p:spTree>
      <p:nvGrpSpPr>
        <p:cNvPr id="1" name="Shape 298"/>
        <p:cNvGrpSpPr/>
        <p:nvPr/>
      </p:nvGrpSpPr>
      <p:grpSpPr>
        <a:xfrm>
          <a:off x="0" y="0"/>
          <a:ext cx="0" cy="0"/>
          <a:chOff x="0" y="0"/>
          <a:chExt cx="0" cy="0"/>
        </a:xfrm>
      </p:grpSpPr>
      <p:pic>
        <p:nvPicPr>
          <p:cNvPr id="299" name="Google Shape;299;p49"/>
          <p:cNvPicPr preferRelativeResize="0"/>
          <p:nvPr/>
        </p:nvPicPr>
        <p:blipFill rotWithShape="1">
          <a:blip r:embed="rId2">
            <a:alphaModFix/>
          </a:blip>
          <a:srcRect/>
          <a:stretch/>
        </p:blipFill>
        <p:spPr>
          <a:xfrm>
            <a:off x="1180" y="5307"/>
            <a:ext cx="12189640" cy="6854187"/>
          </a:xfrm>
          <a:prstGeom prst="rect">
            <a:avLst/>
          </a:prstGeom>
          <a:noFill/>
          <a:ln>
            <a:noFill/>
          </a:ln>
        </p:spPr>
      </p:pic>
      <p:pic>
        <p:nvPicPr>
          <p:cNvPr id="300" name="Google Shape;300;p49"/>
          <p:cNvPicPr preferRelativeResize="0"/>
          <p:nvPr/>
        </p:nvPicPr>
        <p:blipFill rotWithShape="1">
          <a:blip r:embed="rId3">
            <a:alphaModFix/>
          </a:blip>
          <a:srcRect/>
          <a:stretch/>
        </p:blipFill>
        <p:spPr>
          <a:xfrm>
            <a:off x="4890802" y="3842296"/>
            <a:ext cx="2325350" cy="327294"/>
          </a:xfrm>
          <a:prstGeom prst="rect">
            <a:avLst/>
          </a:prstGeom>
          <a:noFill/>
          <a:ln>
            <a:noFill/>
          </a:ln>
        </p:spPr>
      </p:pic>
      <p:sp>
        <p:nvSpPr>
          <p:cNvPr id="301" name="Google Shape;301;p49"/>
          <p:cNvSpPr txBox="1"/>
          <p:nvPr/>
        </p:nvSpPr>
        <p:spPr>
          <a:xfrm>
            <a:off x="1872344" y="2596124"/>
            <a:ext cx="8395062" cy="49244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200">
                <a:solidFill>
                  <a:schemeClr val="lt2"/>
                </a:solidFill>
                <a:latin typeface="Lato"/>
                <a:ea typeface="Lato"/>
                <a:cs typeface="Lato"/>
                <a:sym typeface="Lato"/>
              </a:rPr>
              <a:t>THANK YOU</a:t>
            </a:r>
            <a:endParaRPr/>
          </a:p>
        </p:txBody>
      </p:sp>
      <p:cxnSp>
        <p:nvCxnSpPr>
          <p:cNvPr id="302" name="Google Shape;302;p49"/>
          <p:cNvCxnSpPr/>
          <p:nvPr/>
        </p:nvCxnSpPr>
        <p:spPr>
          <a:xfrm>
            <a:off x="5146766" y="3433763"/>
            <a:ext cx="1837508" cy="0"/>
          </a:xfrm>
          <a:prstGeom prst="straightConnector1">
            <a:avLst/>
          </a:prstGeom>
          <a:noFill/>
          <a:ln w="22225" cap="flat" cmpd="sng">
            <a:solidFill>
              <a:schemeClr val="lt2"/>
            </a:solidFill>
            <a:prstDash val="solid"/>
            <a:miter lim="800000"/>
            <a:headEnd type="none" w="sm" len="sm"/>
            <a:tailEnd type="none" w="sm" len="sm"/>
          </a:ln>
        </p:spPr>
      </p:cxnSp>
    </p:spTree>
  </p:cSld>
  <p:clrMapOvr>
    <a:masterClrMapping/>
  </p:clrMapOvr>
  <p:transition>
    <p:fade/>
  </p:transition>
  <p:extLst>
    <p:ext uri="{DCECCB84-F9BA-43D5-87BE-67443E8EF086}">
      <p15:sldGuideLst xmlns:p15="http://schemas.microsoft.com/office/powerpoint/2012/main">
        <p15:guide id="1" pos="3096">
          <p15:clr>
            <a:srgbClr val="FBAE40"/>
          </p15:clr>
        </p15:guide>
        <p15:guide id="2" pos="4553">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1_thank you">
  <p:cSld name="1_thank you">
    <p:spTree>
      <p:nvGrpSpPr>
        <p:cNvPr id="1" name="Shape 303"/>
        <p:cNvGrpSpPr/>
        <p:nvPr/>
      </p:nvGrpSpPr>
      <p:grpSpPr>
        <a:xfrm>
          <a:off x="0" y="0"/>
          <a:ext cx="0" cy="0"/>
          <a:chOff x="0" y="0"/>
          <a:chExt cx="0" cy="0"/>
        </a:xfrm>
      </p:grpSpPr>
      <p:pic>
        <p:nvPicPr>
          <p:cNvPr id="304" name="Google Shape;304;p50"/>
          <p:cNvPicPr preferRelativeResize="0"/>
          <p:nvPr/>
        </p:nvPicPr>
        <p:blipFill rotWithShape="1">
          <a:blip r:embed="rId2">
            <a:alphaModFix/>
          </a:blip>
          <a:srcRect/>
          <a:stretch/>
        </p:blipFill>
        <p:spPr>
          <a:xfrm>
            <a:off x="1181" y="5307"/>
            <a:ext cx="12189638" cy="6854187"/>
          </a:xfrm>
          <a:prstGeom prst="rect">
            <a:avLst/>
          </a:prstGeom>
          <a:noFill/>
          <a:ln>
            <a:noFill/>
          </a:ln>
        </p:spPr>
      </p:pic>
      <p:pic>
        <p:nvPicPr>
          <p:cNvPr id="305" name="Google Shape;305;p50"/>
          <p:cNvPicPr preferRelativeResize="0"/>
          <p:nvPr/>
        </p:nvPicPr>
        <p:blipFill rotWithShape="1">
          <a:blip r:embed="rId3">
            <a:alphaModFix/>
          </a:blip>
          <a:srcRect/>
          <a:stretch/>
        </p:blipFill>
        <p:spPr>
          <a:xfrm>
            <a:off x="4890802" y="3842296"/>
            <a:ext cx="2325350" cy="327294"/>
          </a:xfrm>
          <a:prstGeom prst="rect">
            <a:avLst/>
          </a:prstGeom>
          <a:noFill/>
          <a:ln>
            <a:noFill/>
          </a:ln>
        </p:spPr>
      </p:pic>
      <p:sp>
        <p:nvSpPr>
          <p:cNvPr id="306" name="Google Shape;306;p50"/>
          <p:cNvSpPr txBox="1"/>
          <p:nvPr/>
        </p:nvSpPr>
        <p:spPr>
          <a:xfrm>
            <a:off x="1872344" y="2596124"/>
            <a:ext cx="8395062" cy="49244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200">
                <a:solidFill>
                  <a:schemeClr val="lt2"/>
                </a:solidFill>
                <a:latin typeface="Lato"/>
                <a:ea typeface="Lato"/>
                <a:cs typeface="Lato"/>
                <a:sym typeface="Lato"/>
              </a:rPr>
              <a:t>THANK YOU</a:t>
            </a:r>
            <a:endParaRPr/>
          </a:p>
        </p:txBody>
      </p:sp>
      <p:cxnSp>
        <p:nvCxnSpPr>
          <p:cNvPr id="307" name="Google Shape;307;p50"/>
          <p:cNvCxnSpPr/>
          <p:nvPr/>
        </p:nvCxnSpPr>
        <p:spPr>
          <a:xfrm>
            <a:off x="5146766" y="3433763"/>
            <a:ext cx="1837508" cy="0"/>
          </a:xfrm>
          <a:prstGeom prst="straightConnector1">
            <a:avLst/>
          </a:prstGeom>
          <a:noFill/>
          <a:ln w="22225" cap="flat" cmpd="sng">
            <a:solidFill>
              <a:schemeClr val="lt2"/>
            </a:solidFill>
            <a:prstDash val="solid"/>
            <a:miter lim="800000"/>
            <a:headEnd type="none" w="sm" len="sm"/>
            <a:tailEnd type="none" w="sm" len="sm"/>
          </a:ln>
        </p:spPr>
      </p:cxnSp>
    </p:spTree>
  </p:cSld>
  <p:clrMapOvr>
    <a:masterClrMapping/>
  </p:clrMapOvr>
  <p:transition>
    <p:fade/>
  </p:transition>
  <p:extLst>
    <p:ext uri="{DCECCB84-F9BA-43D5-87BE-67443E8EF086}">
      <p15:sldGuideLst xmlns:p15="http://schemas.microsoft.com/office/powerpoint/2012/main">
        <p15:guide id="1" pos="3096">
          <p15:clr>
            <a:srgbClr val="FBAE40"/>
          </p15:clr>
        </p15:guide>
        <p15:guide id="2" pos="4553">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Juniper White">
  <p:cSld name="Juniper White">
    <p:spTree>
      <p:nvGrpSpPr>
        <p:cNvPr id="1" name="Shape 308"/>
        <p:cNvGrpSpPr/>
        <p:nvPr/>
      </p:nvGrpSpPr>
      <p:grpSpPr>
        <a:xfrm>
          <a:off x="0" y="0"/>
          <a:ext cx="0" cy="0"/>
          <a:chOff x="0" y="0"/>
          <a:chExt cx="0" cy="0"/>
        </a:xfrm>
      </p:grpSpPr>
      <p:sp>
        <p:nvSpPr>
          <p:cNvPr id="309" name="Google Shape;309;p51"/>
          <p:cNvSpPr txBox="1">
            <a:spLocks noGrp="1"/>
          </p:cNvSpPr>
          <p:nvPr>
            <p:ph type="title"/>
          </p:nvPr>
        </p:nvSpPr>
        <p:spPr>
          <a:xfrm>
            <a:off x="665791" y="219197"/>
            <a:ext cx="9754559" cy="856407"/>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0" name="Google Shape;310;p51"/>
          <p:cNvSpPr txBox="1">
            <a:spLocks noGrp="1"/>
          </p:cNvSpPr>
          <p:nvPr>
            <p:ph type="ftr" idx="11"/>
          </p:nvPr>
        </p:nvSpPr>
        <p:spPr>
          <a:xfrm>
            <a:off x="5197840" y="6638792"/>
            <a:ext cx="1817489" cy="143629"/>
          </a:xfrm>
          <a:prstGeom prst="rect">
            <a:avLst/>
          </a:prstGeom>
          <a:noFill/>
          <a:ln>
            <a:noFill/>
          </a:ln>
        </p:spPr>
        <p:txBody>
          <a:bodyPr spcFirstLastPara="1" wrap="square" lIns="0" tIns="0" rIns="0" bIns="0" anchor="ctr" anchorCtr="0">
            <a:sp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1" name="Google Shape;311;p51"/>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12" name="Google Shape;312;p51"/>
          <p:cNvSpPr txBox="1">
            <a:spLocks noGrp="1"/>
          </p:cNvSpPr>
          <p:nvPr>
            <p:ph type="body" idx="1"/>
          </p:nvPr>
        </p:nvSpPr>
        <p:spPr>
          <a:xfrm>
            <a:off x="664322" y="1368564"/>
            <a:ext cx="11023911" cy="460439"/>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1600"/>
              </a:spcBef>
              <a:spcAft>
                <a:spcPts val="0"/>
              </a:spcAft>
              <a:buClr>
                <a:schemeClr val="dk1"/>
              </a:buClr>
              <a:buSzPts val="1800"/>
              <a:buNone/>
              <a:defRPr sz="1800">
                <a:solidFill>
                  <a:schemeClr val="dk1"/>
                </a:solidFill>
              </a:defRPr>
            </a:lvl1pPr>
            <a:lvl2pPr marL="914400" lvl="1" indent="-342900" algn="l">
              <a:lnSpc>
                <a:spcPct val="95000"/>
              </a:lnSpc>
              <a:spcBef>
                <a:spcPts val="500"/>
              </a:spcBef>
              <a:spcAft>
                <a:spcPts val="0"/>
              </a:spcAft>
              <a:buClr>
                <a:schemeClr val="dk1"/>
              </a:buClr>
              <a:buSzPts val="1800"/>
              <a:buChar char="•"/>
              <a:defRPr/>
            </a:lvl2pPr>
            <a:lvl3pPr marL="1371600" lvl="2" indent="-342900" algn="l">
              <a:lnSpc>
                <a:spcPct val="95000"/>
              </a:lnSpc>
              <a:spcBef>
                <a:spcPts val="500"/>
              </a:spcBef>
              <a:spcAft>
                <a:spcPts val="0"/>
              </a:spcAft>
              <a:buClr>
                <a:schemeClr val="dk1"/>
              </a:buClr>
              <a:buSzPts val="1800"/>
              <a:buChar char="•"/>
              <a:defRPr/>
            </a:lvl3pPr>
            <a:lvl4pPr marL="1828800" lvl="3" indent="-342900" algn="l">
              <a:lnSpc>
                <a:spcPct val="95000"/>
              </a:lnSpc>
              <a:spcBef>
                <a:spcPts val="500"/>
              </a:spcBef>
              <a:spcAft>
                <a:spcPts val="0"/>
              </a:spcAft>
              <a:buClr>
                <a:schemeClr val="dk1"/>
              </a:buClr>
              <a:buSzPts val="1800"/>
              <a:buChar char="•"/>
              <a:defRPr/>
            </a:lvl4pPr>
            <a:lvl5pPr marL="2286000" lvl="4" indent="-342900" algn="l">
              <a:lnSpc>
                <a:spcPct val="95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3" name="Google Shape;313;p51"/>
          <p:cNvSpPr/>
          <p:nvPr/>
        </p:nvSpPr>
        <p:spPr>
          <a:xfrm>
            <a:off x="11077575" y="59185"/>
            <a:ext cx="791308" cy="391192"/>
          </a:xfrm>
          <a:prstGeom prst="rect">
            <a:avLst/>
          </a:prstGeom>
          <a:solidFill>
            <a:schemeClr val="accent1"/>
          </a:solidFill>
          <a:ln>
            <a:noFill/>
          </a:ln>
        </p:spPr>
        <p:txBody>
          <a:bodyPr spcFirstLastPara="1" wrap="square" lIns="0" tIns="27425" rIns="0" bIns="45700" anchor="ctr" anchorCtr="0">
            <a:noAutofit/>
          </a:bodyPr>
          <a:lstStyle/>
          <a:p>
            <a:pPr marL="0" marR="0" lvl="0" indent="0" algn="ctr" rtl="0">
              <a:spcBef>
                <a:spcPts val="0"/>
              </a:spcBef>
              <a:spcAft>
                <a:spcPts val="0"/>
              </a:spcAft>
              <a:buNone/>
            </a:pPr>
            <a:r>
              <a:rPr lang="en-US" sz="1200">
                <a:solidFill>
                  <a:srgbClr val="FEFEFE"/>
                </a:solidFill>
                <a:latin typeface="Lato"/>
                <a:ea typeface="Lato"/>
                <a:cs typeface="Lato"/>
                <a:sym typeface="Lato"/>
              </a:rPr>
              <a:t>Guideline</a:t>
            </a:r>
            <a:endParaRPr/>
          </a:p>
        </p:txBody>
      </p:sp>
      <p:sp>
        <p:nvSpPr>
          <p:cNvPr id="314" name="Google Shape;314;p51"/>
          <p:cNvSpPr txBox="1">
            <a:spLocks noGrp="1"/>
          </p:cNvSpPr>
          <p:nvPr>
            <p:ph type="body" idx="2"/>
          </p:nvPr>
        </p:nvSpPr>
        <p:spPr>
          <a:xfrm>
            <a:off x="11077714" y="402740"/>
            <a:ext cx="792201" cy="245529"/>
          </a:xfrm>
          <a:prstGeom prst="rect">
            <a:avLst/>
          </a:prstGeom>
          <a:solidFill>
            <a:schemeClr val="accent1"/>
          </a:solidFill>
          <a:ln>
            <a:noFill/>
          </a:ln>
        </p:spPr>
        <p:txBody>
          <a:bodyPr spcFirstLastPara="1" wrap="square" lIns="0" tIns="0" rIns="0" bIns="0" anchor="t" anchorCtr="0">
            <a:noAutofit/>
          </a:bodyPr>
          <a:lstStyle>
            <a:lvl1pPr marL="457200" lvl="0" indent="-228600" algn="ctr">
              <a:lnSpc>
                <a:spcPct val="110000"/>
              </a:lnSpc>
              <a:spcBef>
                <a:spcPts val="1600"/>
              </a:spcBef>
              <a:spcAft>
                <a:spcPts val="0"/>
              </a:spcAft>
              <a:buClr>
                <a:srgbClr val="FEFEFE"/>
              </a:buClr>
              <a:buSzPts val="1400"/>
              <a:buNone/>
              <a:defRPr sz="1400" b="1" cap="none">
                <a:solidFill>
                  <a:srgbClr val="FEFEFE"/>
                </a:solidFill>
              </a:defRPr>
            </a:lvl1pPr>
            <a:lvl2pPr marL="914400" lvl="1" indent="-342900" algn="l">
              <a:lnSpc>
                <a:spcPct val="95000"/>
              </a:lnSpc>
              <a:spcBef>
                <a:spcPts val="500"/>
              </a:spcBef>
              <a:spcAft>
                <a:spcPts val="0"/>
              </a:spcAft>
              <a:buClr>
                <a:schemeClr val="dk1"/>
              </a:buClr>
              <a:buSzPts val="1800"/>
              <a:buChar char="•"/>
              <a:defRPr/>
            </a:lvl2pPr>
            <a:lvl3pPr marL="1371600" lvl="2" indent="-342900" algn="l">
              <a:lnSpc>
                <a:spcPct val="95000"/>
              </a:lnSpc>
              <a:spcBef>
                <a:spcPts val="500"/>
              </a:spcBef>
              <a:spcAft>
                <a:spcPts val="0"/>
              </a:spcAft>
              <a:buClr>
                <a:schemeClr val="dk1"/>
              </a:buClr>
              <a:buSzPts val="1800"/>
              <a:buChar char="•"/>
              <a:defRPr/>
            </a:lvl3pPr>
            <a:lvl4pPr marL="1828800" lvl="3" indent="-342900" algn="l">
              <a:lnSpc>
                <a:spcPct val="95000"/>
              </a:lnSpc>
              <a:spcBef>
                <a:spcPts val="500"/>
              </a:spcBef>
              <a:spcAft>
                <a:spcPts val="0"/>
              </a:spcAft>
              <a:buClr>
                <a:schemeClr val="dk1"/>
              </a:buClr>
              <a:buSzPts val="1800"/>
              <a:buChar char="•"/>
              <a:defRPr/>
            </a:lvl4pPr>
            <a:lvl5pPr marL="2286000" lvl="4" indent="-342900" algn="l">
              <a:lnSpc>
                <a:spcPct val="95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ackup layout">
  <p:cSld name="backup layout">
    <p:spTree>
      <p:nvGrpSpPr>
        <p:cNvPr id="1" name="Shape 315"/>
        <p:cNvGrpSpPr/>
        <p:nvPr/>
      </p:nvGrpSpPr>
      <p:grpSpPr>
        <a:xfrm>
          <a:off x="0" y="0"/>
          <a:ext cx="0" cy="0"/>
          <a:chOff x="0" y="0"/>
          <a:chExt cx="0" cy="0"/>
        </a:xfrm>
      </p:grpSpPr>
      <p:sp>
        <p:nvSpPr>
          <p:cNvPr id="316" name="Google Shape;316;p52"/>
          <p:cNvSpPr txBox="1">
            <a:spLocks noGrp="1"/>
          </p:cNvSpPr>
          <p:nvPr>
            <p:ph type="title"/>
          </p:nvPr>
        </p:nvSpPr>
        <p:spPr>
          <a:xfrm>
            <a:off x="665791" y="219197"/>
            <a:ext cx="10992810" cy="856407"/>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7" name="Google Shape;317;p52"/>
          <p:cNvSpPr txBox="1">
            <a:spLocks noGrp="1"/>
          </p:cNvSpPr>
          <p:nvPr>
            <p:ph type="body" idx="1"/>
          </p:nvPr>
        </p:nvSpPr>
        <p:spPr>
          <a:xfrm>
            <a:off x="661519" y="1605010"/>
            <a:ext cx="10997082" cy="2729141"/>
          </a:xfrm>
          <a:prstGeom prst="rect">
            <a:avLst/>
          </a:prstGeom>
          <a:noFill/>
          <a:ln>
            <a:noFill/>
          </a:ln>
        </p:spPr>
        <p:txBody>
          <a:bodyPr spcFirstLastPara="1" wrap="square" lIns="0" tIns="0" rIns="0" bIns="0" anchor="t" anchorCtr="0">
            <a:noAutofit/>
          </a:bodyPr>
          <a:lstStyle>
            <a:lvl1pPr marL="457200" lvl="0" indent="-228600" algn="l">
              <a:lnSpc>
                <a:spcPct val="110000"/>
              </a:lnSpc>
              <a:spcBef>
                <a:spcPts val="1600"/>
              </a:spcBef>
              <a:spcAft>
                <a:spcPts val="0"/>
              </a:spcAft>
              <a:buClr>
                <a:schemeClr val="dk1"/>
              </a:buClr>
              <a:buSzPts val="1800"/>
              <a:buNone/>
              <a:defRPr/>
            </a:lvl1pPr>
            <a:lvl2pPr marL="914400" lvl="1" indent="-342900" algn="l">
              <a:lnSpc>
                <a:spcPct val="95000"/>
              </a:lnSpc>
              <a:spcBef>
                <a:spcPts val="500"/>
              </a:spcBef>
              <a:spcAft>
                <a:spcPts val="0"/>
              </a:spcAft>
              <a:buClr>
                <a:schemeClr val="dk1"/>
              </a:buClr>
              <a:buSzPts val="1800"/>
              <a:buChar char="•"/>
              <a:defRPr/>
            </a:lvl2pPr>
            <a:lvl3pPr marL="1371600" lvl="2" indent="-342900" algn="l">
              <a:lnSpc>
                <a:spcPct val="95000"/>
              </a:lnSpc>
              <a:spcBef>
                <a:spcPts val="500"/>
              </a:spcBef>
              <a:spcAft>
                <a:spcPts val="0"/>
              </a:spcAft>
              <a:buClr>
                <a:schemeClr val="dk1"/>
              </a:buClr>
              <a:buSzPts val="1800"/>
              <a:buChar char="•"/>
              <a:defRPr/>
            </a:lvl3pPr>
            <a:lvl4pPr marL="1828800" lvl="3" indent="-342900" algn="l">
              <a:lnSpc>
                <a:spcPct val="95000"/>
              </a:lnSpc>
              <a:spcBef>
                <a:spcPts val="500"/>
              </a:spcBef>
              <a:spcAft>
                <a:spcPts val="0"/>
              </a:spcAft>
              <a:buClr>
                <a:schemeClr val="dk1"/>
              </a:buClr>
              <a:buSzPts val="1800"/>
              <a:buChar char="•"/>
              <a:defRPr/>
            </a:lvl4pPr>
            <a:lvl5pPr marL="2286000" lvl="4" indent="-342900" algn="l">
              <a:lnSpc>
                <a:spcPct val="95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8" name="Google Shape;318;p52"/>
          <p:cNvSpPr txBox="1">
            <a:spLocks noGrp="1"/>
          </p:cNvSpPr>
          <p:nvPr>
            <p:ph type="ftr" idx="11"/>
          </p:nvPr>
        </p:nvSpPr>
        <p:spPr>
          <a:xfrm>
            <a:off x="5197840" y="6638792"/>
            <a:ext cx="1817489" cy="143629"/>
          </a:xfrm>
          <a:prstGeom prst="rect">
            <a:avLst/>
          </a:prstGeom>
          <a:noFill/>
          <a:ln>
            <a:noFill/>
          </a:ln>
        </p:spPr>
        <p:txBody>
          <a:bodyPr spcFirstLastPara="1" wrap="square" lIns="0" tIns="0" rIns="0" bIns="0" anchor="ctr" anchorCtr="0">
            <a:sp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9" name="Google Shape;319;p52"/>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24"/>
        <p:cNvGrpSpPr/>
        <p:nvPr/>
      </p:nvGrpSpPr>
      <p:grpSpPr>
        <a:xfrm>
          <a:off x="0" y="0"/>
          <a:ext cx="0" cy="0"/>
          <a:chOff x="0" y="0"/>
          <a:chExt cx="0" cy="0"/>
        </a:xfrm>
      </p:grpSpPr>
      <p:sp>
        <p:nvSpPr>
          <p:cNvPr id="325" name="Google Shape;325;gcc1188cb85_1_102"/>
          <p:cNvSpPr txBox="1">
            <a:spLocks noGrp="1"/>
          </p:cNvSpPr>
          <p:nvPr>
            <p:ph type="ctrTitle"/>
          </p:nvPr>
        </p:nvSpPr>
        <p:spPr>
          <a:xfrm>
            <a:off x="415611" y="992767"/>
            <a:ext cx="11360700" cy="2736900"/>
          </a:xfrm>
          <a:prstGeom prst="rect">
            <a:avLst/>
          </a:prstGeom>
        </p:spPr>
        <p:txBody>
          <a:bodyPr spcFirstLastPara="1" wrap="square" lIns="121900" tIns="121900" rIns="121900" bIns="121900" anchor="b" anchorCtr="0">
            <a:noAutofit/>
          </a:bodyPr>
          <a:lstStyle>
            <a:lvl1pPr lvl="0" algn="ctr" rtl="0">
              <a:spcBef>
                <a:spcPts val="0"/>
              </a:spcBef>
              <a:spcAft>
                <a:spcPts val="0"/>
              </a:spcAft>
              <a:buSzPts val="6900"/>
              <a:buNone/>
              <a:defRPr sz="6900"/>
            </a:lvl1pPr>
            <a:lvl2pPr lvl="1" algn="ctr" rtl="0">
              <a:spcBef>
                <a:spcPts val="0"/>
              </a:spcBef>
              <a:spcAft>
                <a:spcPts val="0"/>
              </a:spcAft>
              <a:buSzPts val="6900"/>
              <a:buNone/>
              <a:defRPr sz="6900"/>
            </a:lvl2pPr>
            <a:lvl3pPr lvl="2" algn="ctr" rtl="0">
              <a:spcBef>
                <a:spcPts val="0"/>
              </a:spcBef>
              <a:spcAft>
                <a:spcPts val="0"/>
              </a:spcAft>
              <a:buSzPts val="6900"/>
              <a:buNone/>
              <a:defRPr sz="6900"/>
            </a:lvl3pPr>
            <a:lvl4pPr lvl="3" algn="ctr" rtl="0">
              <a:spcBef>
                <a:spcPts val="0"/>
              </a:spcBef>
              <a:spcAft>
                <a:spcPts val="0"/>
              </a:spcAft>
              <a:buSzPts val="6900"/>
              <a:buNone/>
              <a:defRPr sz="6900"/>
            </a:lvl4pPr>
            <a:lvl5pPr lvl="4" algn="ctr" rtl="0">
              <a:spcBef>
                <a:spcPts val="0"/>
              </a:spcBef>
              <a:spcAft>
                <a:spcPts val="0"/>
              </a:spcAft>
              <a:buSzPts val="6900"/>
              <a:buNone/>
              <a:defRPr sz="6900"/>
            </a:lvl5pPr>
            <a:lvl6pPr lvl="5" algn="ctr" rtl="0">
              <a:spcBef>
                <a:spcPts val="0"/>
              </a:spcBef>
              <a:spcAft>
                <a:spcPts val="0"/>
              </a:spcAft>
              <a:buSzPts val="6900"/>
              <a:buNone/>
              <a:defRPr sz="6900"/>
            </a:lvl6pPr>
            <a:lvl7pPr lvl="6" algn="ctr" rtl="0">
              <a:spcBef>
                <a:spcPts val="0"/>
              </a:spcBef>
              <a:spcAft>
                <a:spcPts val="0"/>
              </a:spcAft>
              <a:buSzPts val="6900"/>
              <a:buNone/>
              <a:defRPr sz="6900"/>
            </a:lvl7pPr>
            <a:lvl8pPr lvl="7" algn="ctr" rtl="0">
              <a:spcBef>
                <a:spcPts val="0"/>
              </a:spcBef>
              <a:spcAft>
                <a:spcPts val="0"/>
              </a:spcAft>
              <a:buSzPts val="6900"/>
              <a:buNone/>
              <a:defRPr sz="6900"/>
            </a:lvl8pPr>
            <a:lvl9pPr lvl="8" algn="ctr" rtl="0">
              <a:spcBef>
                <a:spcPts val="0"/>
              </a:spcBef>
              <a:spcAft>
                <a:spcPts val="0"/>
              </a:spcAft>
              <a:buSzPts val="6900"/>
              <a:buNone/>
              <a:defRPr sz="6900"/>
            </a:lvl9pPr>
          </a:lstStyle>
          <a:p>
            <a:endParaRPr/>
          </a:p>
        </p:txBody>
      </p:sp>
      <p:sp>
        <p:nvSpPr>
          <p:cNvPr id="326" name="Google Shape;326;gcc1188cb85_1_102"/>
          <p:cNvSpPr txBox="1">
            <a:spLocks noGrp="1"/>
          </p:cNvSpPr>
          <p:nvPr>
            <p:ph type="subTitle" idx="1"/>
          </p:nvPr>
        </p:nvSpPr>
        <p:spPr>
          <a:xfrm>
            <a:off x="415600" y="3778833"/>
            <a:ext cx="11360700" cy="1056900"/>
          </a:xfrm>
          <a:prstGeom prst="rect">
            <a:avLst/>
          </a:prstGeom>
        </p:spPr>
        <p:txBody>
          <a:bodyPr spcFirstLastPara="1" wrap="square" lIns="121900" tIns="121900" rIns="121900" bIns="121900" anchor="t" anchorCtr="0">
            <a:noAutofit/>
          </a:bodyPr>
          <a:lstStyle>
            <a:lvl1pPr lvl="0" algn="ctr" rtl="0">
              <a:lnSpc>
                <a:spcPct val="100000"/>
              </a:lnSpc>
              <a:spcBef>
                <a:spcPts val="0"/>
              </a:spcBef>
              <a:spcAft>
                <a:spcPts val="0"/>
              </a:spcAft>
              <a:buSzPts val="3700"/>
              <a:buNone/>
              <a:defRPr sz="3700"/>
            </a:lvl1pPr>
            <a:lvl2pPr lvl="1" algn="ctr" rtl="0">
              <a:lnSpc>
                <a:spcPct val="100000"/>
              </a:lnSpc>
              <a:spcBef>
                <a:spcPts val="0"/>
              </a:spcBef>
              <a:spcAft>
                <a:spcPts val="0"/>
              </a:spcAft>
              <a:buSzPts val="3700"/>
              <a:buNone/>
              <a:defRPr sz="3700"/>
            </a:lvl2pPr>
            <a:lvl3pPr lvl="2" algn="ctr" rtl="0">
              <a:lnSpc>
                <a:spcPct val="100000"/>
              </a:lnSpc>
              <a:spcBef>
                <a:spcPts val="0"/>
              </a:spcBef>
              <a:spcAft>
                <a:spcPts val="0"/>
              </a:spcAft>
              <a:buSzPts val="3700"/>
              <a:buNone/>
              <a:defRPr sz="3700"/>
            </a:lvl3pPr>
            <a:lvl4pPr lvl="3" algn="ctr" rtl="0">
              <a:lnSpc>
                <a:spcPct val="100000"/>
              </a:lnSpc>
              <a:spcBef>
                <a:spcPts val="0"/>
              </a:spcBef>
              <a:spcAft>
                <a:spcPts val="0"/>
              </a:spcAft>
              <a:buSzPts val="3700"/>
              <a:buNone/>
              <a:defRPr sz="3700"/>
            </a:lvl4pPr>
            <a:lvl5pPr lvl="4" algn="ctr" rtl="0">
              <a:lnSpc>
                <a:spcPct val="100000"/>
              </a:lnSpc>
              <a:spcBef>
                <a:spcPts val="0"/>
              </a:spcBef>
              <a:spcAft>
                <a:spcPts val="0"/>
              </a:spcAft>
              <a:buSzPts val="3700"/>
              <a:buNone/>
              <a:defRPr sz="3700"/>
            </a:lvl5pPr>
            <a:lvl6pPr lvl="5" algn="ctr" rtl="0">
              <a:lnSpc>
                <a:spcPct val="100000"/>
              </a:lnSpc>
              <a:spcBef>
                <a:spcPts val="0"/>
              </a:spcBef>
              <a:spcAft>
                <a:spcPts val="0"/>
              </a:spcAft>
              <a:buSzPts val="3700"/>
              <a:buNone/>
              <a:defRPr sz="3700"/>
            </a:lvl6pPr>
            <a:lvl7pPr lvl="6" algn="ctr" rtl="0">
              <a:lnSpc>
                <a:spcPct val="100000"/>
              </a:lnSpc>
              <a:spcBef>
                <a:spcPts val="0"/>
              </a:spcBef>
              <a:spcAft>
                <a:spcPts val="0"/>
              </a:spcAft>
              <a:buSzPts val="3700"/>
              <a:buNone/>
              <a:defRPr sz="3700"/>
            </a:lvl7pPr>
            <a:lvl8pPr lvl="7" algn="ctr" rtl="0">
              <a:lnSpc>
                <a:spcPct val="100000"/>
              </a:lnSpc>
              <a:spcBef>
                <a:spcPts val="0"/>
              </a:spcBef>
              <a:spcAft>
                <a:spcPts val="0"/>
              </a:spcAft>
              <a:buSzPts val="3700"/>
              <a:buNone/>
              <a:defRPr sz="3700"/>
            </a:lvl8pPr>
            <a:lvl9pPr lvl="8" algn="ctr" rtl="0">
              <a:lnSpc>
                <a:spcPct val="100000"/>
              </a:lnSpc>
              <a:spcBef>
                <a:spcPts val="0"/>
              </a:spcBef>
              <a:spcAft>
                <a:spcPts val="0"/>
              </a:spcAft>
              <a:buSzPts val="3700"/>
              <a:buNone/>
              <a:defRPr sz="3700"/>
            </a:lvl9pPr>
          </a:lstStyle>
          <a:p>
            <a:endParaRPr/>
          </a:p>
        </p:txBody>
      </p:sp>
      <p:sp>
        <p:nvSpPr>
          <p:cNvPr id="327" name="Google Shape;327;gcc1188cb85_1_102"/>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8"/>
        <p:cNvGrpSpPr/>
        <p:nvPr/>
      </p:nvGrpSpPr>
      <p:grpSpPr>
        <a:xfrm>
          <a:off x="0" y="0"/>
          <a:ext cx="0" cy="0"/>
          <a:chOff x="0" y="0"/>
          <a:chExt cx="0" cy="0"/>
        </a:xfrm>
      </p:grpSpPr>
      <p:sp>
        <p:nvSpPr>
          <p:cNvPr id="329" name="Google Shape;329;gcc1188cb85_1_106"/>
          <p:cNvSpPr txBox="1">
            <a:spLocks noGrp="1"/>
          </p:cNvSpPr>
          <p:nvPr>
            <p:ph type="title"/>
          </p:nvPr>
        </p:nvSpPr>
        <p:spPr>
          <a:xfrm>
            <a:off x="415600" y="2867800"/>
            <a:ext cx="11360700" cy="1122300"/>
          </a:xfrm>
          <a:prstGeom prst="rect">
            <a:avLst/>
          </a:prstGeom>
        </p:spPr>
        <p:txBody>
          <a:bodyPr spcFirstLastPara="1" wrap="square" lIns="121900" tIns="121900" rIns="121900" bIns="121900" anchor="ctr" anchorCtr="0">
            <a:noAutofit/>
          </a:bodyPr>
          <a:lstStyle>
            <a:lvl1pPr lvl="0" algn="ctr" rtl="0">
              <a:spcBef>
                <a:spcPts val="0"/>
              </a:spcBef>
              <a:spcAft>
                <a:spcPts val="0"/>
              </a:spcAft>
              <a:buSzPts val="4800"/>
              <a:buNone/>
              <a:defRPr sz="4800"/>
            </a:lvl1pPr>
            <a:lvl2pPr lvl="1" algn="ctr" rtl="0">
              <a:spcBef>
                <a:spcPts val="0"/>
              </a:spcBef>
              <a:spcAft>
                <a:spcPts val="0"/>
              </a:spcAft>
              <a:buSzPts val="4800"/>
              <a:buNone/>
              <a:defRPr sz="4800"/>
            </a:lvl2pPr>
            <a:lvl3pPr lvl="2" algn="ctr" rtl="0">
              <a:spcBef>
                <a:spcPts val="0"/>
              </a:spcBef>
              <a:spcAft>
                <a:spcPts val="0"/>
              </a:spcAft>
              <a:buSzPts val="4800"/>
              <a:buNone/>
              <a:defRPr sz="4800"/>
            </a:lvl3pPr>
            <a:lvl4pPr lvl="3" algn="ctr" rtl="0">
              <a:spcBef>
                <a:spcPts val="0"/>
              </a:spcBef>
              <a:spcAft>
                <a:spcPts val="0"/>
              </a:spcAft>
              <a:buSzPts val="4800"/>
              <a:buNone/>
              <a:defRPr sz="4800"/>
            </a:lvl4pPr>
            <a:lvl5pPr lvl="4" algn="ctr" rtl="0">
              <a:spcBef>
                <a:spcPts val="0"/>
              </a:spcBef>
              <a:spcAft>
                <a:spcPts val="0"/>
              </a:spcAft>
              <a:buSzPts val="4800"/>
              <a:buNone/>
              <a:defRPr sz="4800"/>
            </a:lvl5pPr>
            <a:lvl6pPr lvl="5" algn="ctr" rtl="0">
              <a:spcBef>
                <a:spcPts val="0"/>
              </a:spcBef>
              <a:spcAft>
                <a:spcPts val="0"/>
              </a:spcAft>
              <a:buSzPts val="4800"/>
              <a:buNone/>
              <a:defRPr sz="4800"/>
            </a:lvl6pPr>
            <a:lvl7pPr lvl="6" algn="ctr" rtl="0">
              <a:spcBef>
                <a:spcPts val="0"/>
              </a:spcBef>
              <a:spcAft>
                <a:spcPts val="0"/>
              </a:spcAft>
              <a:buSzPts val="4800"/>
              <a:buNone/>
              <a:defRPr sz="4800"/>
            </a:lvl7pPr>
            <a:lvl8pPr lvl="7" algn="ctr" rtl="0">
              <a:spcBef>
                <a:spcPts val="0"/>
              </a:spcBef>
              <a:spcAft>
                <a:spcPts val="0"/>
              </a:spcAft>
              <a:buSzPts val="4800"/>
              <a:buNone/>
              <a:defRPr sz="4800"/>
            </a:lvl8pPr>
            <a:lvl9pPr lvl="8" algn="ctr" rtl="0">
              <a:spcBef>
                <a:spcPts val="0"/>
              </a:spcBef>
              <a:spcAft>
                <a:spcPts val="0"/>
              </a:spcAft>
              <a:buSzPts val="4800"/>
              <a:buNone/>
              <a:defRPr sz="4800"/>
            </a:lvl9pPr>
          </a:lstStyle>
          <a:p>
            <a:endParaRPr/>
          </a:p>
        </p:txBody>
      </p:sp>
      <p:sp>
        <p:nvSpPr>
          <p:cNvPr id="330" name="Google Shape;330;gcc1188cb85_1_106"/>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31"/>
        <p:cNvGrpSpPr/>
        <p:nvPr/>
      </p:nvGrpSpPr>
      <p:grpSpPr>
        <a:xfrm>
          <a:off x="0" y="0"/>
          <a:ext cx="0" cy="0"/>
          <a:chOff x="0" y="0"/>
          <a:chExt cx="0" cy="0"/>
        </a:xfrm>
      </p:grpSpPr>
      <p:sp>
        <p:nvSpPr>
          <p:cNvPr id="332" name="Google Shape;332;gcc1188cb85_1_109"/>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Autofit/>
          </a:bodyPr>
          <a:lstStyle>
            <a:lvl1pPr lvl="0" rtl="0">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a:endParaRPr/>
          </a:p>
        </p:txBody>
      </p:sp>
      <p:sp>
        <p:nvSpPr>
          <p:cNvPr id="333" name="Google Shape;333;gcc1188cb85_1_109"/>
          <p:cNvSpPr txBox="1">
            <a:spLocks noGrp="1"/>
          </p:cNvSpPr>
          <p:nvPr>
            <p:ph type="body" idx="1"/>
          </p:nvPr>
        </p:nvSpPr>
        <p:spPr>
          <a:xfrm>
            <a:off x="415600" y="1536633"/>
            <a:ext cx="11360700" cy="4555200"/>
          </a:xfrm>
          <a:prstGeom prst="rect">
            <a:avLst/>
          </a:prstGeom>
        </p:spPr>
        <p:txBody>
          <a:bodyPr spcFirstLastPara="1" wrap="square" lIns="121900" tIns="121900" rIns="121900" bIns="121900" anchor="t" anchorCtr="0">
            <a:noAutofit/>
          </a:bodyPr>
          <a:lstStyle>
            <a:lvl1pPr marL="457200" lvl="0" indent="-381000" rtl="0">
              <a:spcBef>
                <a:spcPts val="0"/>
              </a:spcBef>
              <a:spcAft>
                <a:spcPts val="0"/>
              </a:spcAft>
              <a:buSzPts val="2400"/>
              <a:buChar char="●"/>
              <a:defRPr/>
            </a:lvl1pPr>
            <a:lvl2pPr marL="914400" lvl="1" indent="-349250" rtl="0">
              <a:spcBef>
                <a:spcPts val="2100"/>
              </a:spcBef>
              <a:spcAft>
                <a:spcPts val="0"/>
              </a:spcAft>
              <a:buSzPts val="1900"/>
              <a:buChar char="○"/>
              <a:defRPr/>
            </a:lvl2pPr>
            <a:lvl3pPr marL="1371600" lvl="2" indent="-349250" rtl="0">
              <a:spcBef>
                <a:spcPts val="2100"/>
              </a:spcBef>
              <a:spcAft>
                <a:spcPts val="0"/>
              </a:spcAft>
              <a:buSzPts val="1900"/>
              <a:buChar char="■"/>
              <a:defRPr/>
            </a:lvl3pPr>
            <a:lvl4pPr marL="1828800" lvl="3" indent="-349250" rtl="0">
              <a:spcBef>
                <a:spcPts val="2100"/>
              </a:spcBef>
              <a:spcAft>
                <a:spcPts val="0"/>
              </a:spcAft>
              <a:buSzPts val="1900"/>
              <a:buChar char="●"/>
              <a:defRPr/>
            </a:lvl4pPr>
            <a:lvl5pPr marL="2286000" lvl="4" indent="-349250" rtl="0">
              <a:spcBef>
                <a:spcPts val="2100"/>
              </a:spcBef>
              <a:spcAft>
                <a:spcPts val="0"/>
              </a:spcAft>
              <a:buSzPts val="1900"/>
              <a:buChar char="○"/>
              <a:defRPr/>
            </a:lvl5pPr>
            <a:lvl6pPr marL="2743200" lvl="5" indent="-349250" rtl="0">
              <a:spcBef>
                <a:spcPts val="2100"/>
              </a:spcBef>
              <a:spcAft>
                <a:spcPts val="0"/>
              </a:spcAft>
              <a:buSzPts val="1900"/>
              <a:buChar char="■"/>
              <a:defRPr/>
            </a:lvl6pPr>
            <a:lvl7pPr marL="3200400" lvl="6" indent="-349250" rtl="0">
              <a:spcBef>
                <a:spcPts val="2100"/>
              </a:spcBef>
              <a:spcAft>
                <a:spcPts val="0"/>
              </a:spcAft>
              <a:buSzPts val="1900"/>
              <a:buChar char="●"/>
              <a:defRPr/>
            </a:lvl7pPr>
            <a:lvl8pPr marL="3657600" lvl="7" indent="-349250" rtl="0">
              <a:spcBef>
                <a:spcPts val="2100"/>
              </a:spcBef>
              <a:spcAft>
                <a:spcPts val="0"/>
              </a:spcAft>
              <a:buSzPts val="1900"/>
              <a:buChar char="○"/>
              <a:defRPr/>
            </a:lvl8pPr>
            <a:lvl9pPr marL="4114800" lvl="8" indent="-349250" rtl="0">
              <a:spcBef>
                <a:spcPts val="2100"/>
              </a:spcBef>
              <a:spcAft>
                <a:spcPts val="2100"/>
              </a:spcAft>
              <a:buSzPts val="1900"/>
              <a:buChar char="■"/>
              <a:defRPr/>
            </a:lvl9pPr>
          </a:lstStyle>
          <a:p>
            <a:endParaRPr/>
          </a:p>
        </p:txBody>
      </p:sp>
      <p:sp>
        <p:nvSpPr>
          <p:cNvPr id="334" name="Google Shape;334;gcc1188cb85_1_109"/>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35"/>
        <p:cNvGrpSpPr/>
        <p:nvPr/>
      </p:nvGrpSpPr>
      <p:grpSpPr>
        <a:xfrm>
          <a:off x="0" y="0"/>
          <a:ext cx="0" cy="0"/>
          <a:chOff x="0" y="0"/>
          <a:chExt cx="0" cy="0"/>
        </a:xfrm>
      </p:grpSpPr>
      <p:sp>
        <p:nvSpPr>
          <p:cNvPr id="336" name="Google Shape;336;gcc1188cb85_1_113"/>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Autofit/>
          </a:bodyPr>
          <a:lstStyle>
            <a:lvl1pPr lvl="0" rtl="0">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a:endParaRPr/>
          </a:p>
        </p:txBody>
      </p:sp>
      <p:sp>
        <p:nvSpPr>
          <p:cNvPr id="337" name="Google Shape;337;gcc1188cb85_1_113"/>
          <p:cNvSpPr txBox="1">
            <a:spLocks noGrp="1"/>
          </p:cNvSpPr>
          <p:nvPr>
            <p:ph type="body" idx="1"/>
          </p:nvPr>
        </p:nvSpPr>
        <p:spPr>
          <a:xfrm>
            <a:off x="415600" y="1536633"/>
            <a:ext cx="5333100" cy="4555200"/>
          </a:xfrm>
          <a:prstGeom prst="rect">
            <a:avLst/>
          </a:prstGeom>
        </p:spPr>
        <p:txBody>
          <a:bodyPr spcFirstLastPara="1" wrap="square" lIns="121900" tIns="121900" rIns="121900" bIns="121900" anchor="t" anchorCtr="0">
            <a:noAutofit/>
          </a:bodyPr>
          <a:lstStyle>
            <a:lvl1pPr marL="457200" lvl="0" indent="-349250" rtl="0">
              <a:spcBef>
                <a:spcPts val="0"/>
              </a:spcBef>
              <a:spcAft>
                <a:spcPts val="0"/>
              </a:spcAft>
              <a:buSzPts val="1900"/>
              <a:buChar char="●"/>
              <a:defRPr sz="1900"/>
            </a:lvl1pPr>
            <a:lvl2pPr marL="914400" lvl="1" indent="-330200" rtl="0">
              <a:spcBef>
                <a:spcPts val="2100"/>
              </a:spcBef>
              <a:spcAft>
                <a:spcPts val="0"/>
              </a:spcAft>
              <a:buSzPts val="1600"/>
              <a:buChar char="○"/>
              <a:defRPr sz="1600"/>
            </a:lvl2pPr>
            <a:lvl3pPr marL="1371600" lvl="2" indent="-330200" rtl="0">
              <a:spcBef>
                <a:spcPts val="2100"/>
              </a:spcBef>
              <a:spcAft>
                <a:spcPts val="0"/>
              </a:spcAft>
              <a:buSzPts val="1600"/>
              <a:buChar char="■"/>
              <a:defRPr sz="1600"/>
            </a:lvl3pPr>
            <a:lvl4pPr marL="1828800" lvl="3" indent="-330200" rtl="0">
              <a:spcBef>
                <a:spcPts val="2100"/>
              </a:spcBef>
              <a:spcAft>
                <a:spcPts val="0"/>
              </a:spcAft>
              <a:buSzPts val="1600"/>
              <a:buChar char="●"/>
              <a:defRPr sz="1600"/>
            </a:lvl4pPr>
            <a:lvl5pPr marL="2286000" lvl="4" indent="-330200" rtl="0">
              <a:spcBef>
                <a:spcPts val="2100"/>
              </a:spcBef>
              <a:spcAft>
                <a:spcPts val="0"/>
              </a:spcAft>
              <a:buSzPts val="1600"/>
              <a:buChar char="○"/>
              <a:defRPr sz="1600"/>
            </a:lvl5pPr>
            <a:lvl6pPr marL="2743200" lvl="5" indent="-330200" rtl="0">
              <a:spcBef>
                <a:spcPts val="2100"/>
              </a:spcBef>
              <a:spcAft>
                <a:spcPts val="0"/>
              </a:spcAft>
              <a:buSzPts val="1600"/>
              <a:buChar char="■"/>
              <a:defRPr sz="1600"/>
            </a:lvl6pPr>
            <a:lvl7pPr marL="3200400" lvl="6" indent="-330200" rtl="0">
              <a:spcBef>
                <a:spcPts val="2100"/>
              </a:spcBef>
              <a:spcAft>
                <a:spcPts val="0"/>
              </a:spcAft>
              <a:buSzPts val="1600"/>
              <a:buChar char="●"/>
              <a:defRPr sz="1600"/>
            </a:lvl7pPr>
            <a:lvl8pPr marL="3657600" lvl="7" indent="-330200" rtl="0">
              <a:spcBef>
                <a:spcPts val="2100"/>
              </a:spcBef>
              <a:spcAft>
                <a:spcPts val="0"/>
              </a:spcAft>
              <a:buSzPts val="1600"/>
              <a:buChar char="○"/>
              <a:defRPr sz="1600"/>
            </a:lvl8pPr>
            <a:lvl9pPr marL="4114800" lvl="8" indent="-330200" rtl="0">
              <a:spcBef>
                <a:spcPts val="2100"/>
              </a:spcBef>
              <a:spcAft>
                <a:spcPts val="2100"/>
              </a:spcAft>
              <a:buSzPts val="1600"/>
              <a:buChar char="■"/>
              <a:defRPr sz="1600"/>
            </a:lvl9pPr>
          </a:lstStyle>
          <a:p>
            <a:endParaRPr/>
          </a:p>
        </p:txBody>
      </p:sp>
      <p:sp>
        <p:nvSpPr>
          <p:cNvPr id="338" name="Google Shape;338;gcc1188cb85_1_113"/>
          <p:cNvSpPr txBox="1">
            <a:spLocks noGrp="1"/>
          </p:cNvSpPr>
          <p:nvPr>
            <p:ph type="body" idx="2"/>
          </p:nvPr>
        </p:nvSpPr>
        <p:spPr>
          <a:xfrm>
            <a:off x="6443200" y="1536633"/>
            <a:ext cx="5333100" cy="4555200"/>
          </a:xfrm>
          <a:prstGeom prst="rect">
            <a:avLst/>
          </a:prstGeom>
        </p:spPr>
        <p:txBody>
          <a:bodyPr spcFirstLastPara="1" wrap="square" lIns="121900" tIns="121900" rIns="121900" bIns="121900" anchor="t" anchorCtr="0">
            <a:noAutofit/>
          </a:bodyPr>
          <a:lstStyle>
            <a:lvl1pPr marL="457200" lvl="0" indent="-349250" rtl="0">
              <a:spcBef>
                <a:spcPts val="0"/>
              </a:spcBef>
              <a:spcAft>
                <a:spcPts val="0"/>
              </a:spcAft>
              <a:buSzPts val="1900"/>
              <a:buChar char="●"/>
              <a:defRPr sz="1900"/>
            </a:lvl1pPr>
            <a:lvl2pPr marL="914400" lvl="1" indent="-330200" rtl="0">
              <a:spcBef>
                <a:spcPts val="2100"/>
              </a:spcBef>
              <a:spcAft>
                <a:spcPts val="0"/>
              </a:spcAft>
              <a:buSzPts val="1600"/>
              <a:buChar char="○"/>
              <a:defRPr sz="1600"/>
            </a:lvl2pPr>
            <a:lvl3pPr marL="1371600" lvl="2" indent="-330200" rtl="0">
              <a:spcBef>
                <a:spcPts val="2100"/>
              </a:spcBef>
              <a:spcAft>
                <a:spcPts val="0"/>
              </a:spcAft>
              <a:buSzPts val="1600"/>
              <a:buChar char="■"/>
              <a:defRPr sz="1600"/>
            </a:lvl3pPr>
            <a:lvl4pPr marL="1828800" lvl="3" indent="-330200" rtl="0">
              <a:spcBef>
                <a:spcPts val="2100"/>
              </a:spcBef>
              <a:spcAft>
                <a:spcPts val="0"/>
              </a:spcAft>
              <a:buSzPts val="1600"/>
              <a:buChar char="●"/>
              <a:defRPr sz="1600"/>
            </a:lvl4pPr>
            <a:lvl5pPr marL="2286000" lvl="4" indent="-330200" rtl="0">
              <a:spcBef>
                <a:spcPts val="2100"/>
              </a:spcBef>
              <a:spcAft>
                <a:spcPts val="0"/>
              </a:spcAft>
              <a:buSzPts val="1600"/>
              <a:buChar char="○"/>
              <a:defRPr sz="1600"/>
            </a:lvl5pPr>
            <a:lvl6pPr marL="2743200" lvl="5" indent="-330200" rtl="0">
              <a:spcBef>
                <a:spcPts val="2100"/>
              </a:spcBef>
              <a:spcAft>
                <a:spcPts val="0"/>
              </a:spcAft>
              <a:buSzPts val="1600"/>
              <a:buChar char="■"/>
              <a:defRPr sz="1600"/>
            </a:lvl6pPr>
            <a:lvl7pPr marL="3200400" lvl="6" indent="-330200" rtl="0">
              <a:spcBef>
                <a:spcPts val="2100"/>
              </a:spcBef>
              <a:spcAft>
                <a:spcPts val="0"/>
              </a:spcAft>
              <a:buSzPts val="1600"/>
              <a:buChar char="●"/>
              <a:defRPr sz="1600"/>
            </a:lvl7pPr>
            <a:lvl8pPr marL="3657600" lvl="7" indent="-330200" rtl="0">
              <a:spcBef>
                <a:spcPts val="2100"/>
              </a:spcBef>
              <a:spcAft>
                <a:spcPts val="0"/>
              </a:spcAft>
              <a:buSzPts val="1600"/>
              <a:buChar char="○"/>
              <a:defRPr sz="1600"/>
            </a:lvl8pPr>
            <a:lvl9pPr marL="4114800" lvl="8" indent="-330200" rtl="0">
              <a:spcBef>
                <a:spcPts val="2100"/>
              </a:spcBef>
              <a:spcAft>
                <a:spcPts val="2100"/>
              </a:spcAft>
              <a:buSzPts val="1600"/>
              <a:buChar char="■"/>
              <a:defRPr sz="1600"/>
            </a:lvl9pPr>
          </a:lstStyle>
          <a:p>
            <a:endParaRPr/>
          </a:p>
        </p:txBody>
      </p:sp>
      <p:sp>
        <p:nvSpPr>
          <p:cNvPr id="339" name="Google Shape;339;gcc1188cb85_1_113"/>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0"/>
        <p:cNvGrpSpPr/>
        <p:nvPr/>
      </p:nvGrpSpPr>
      <p:grpSpPr>
        <a:xfrm>
          <a:off x="0" y="0"/>
          <a:ext cx="0" cy="0"/>
          <a:chOff x="0" y="0"/>
          <a:chExt cx="0" cy="0"/>
        </a:xfrm>
      </p:grpSpPr>
      <p:sp>
        <p:nvSpPr>
          <p:cNvPr id="341" name="Google Shape;341;gcc1188cb85_1_118"/>
          <p:cNvSpPr txBox="1">
            <a:spLocks noGrp="1"/>
          </p:cNvSpPr>
          <p:nvPr>
            <p:ph type="title"/>
          </p:nvPr>
        </p:nvSpPr>
        <p:spPr>
          <a:xfrm>
            <a:off x="415600" y="593367"/>
            <a:ext cx="11360700" cy="763500"/>
          </a:xfrm>
          <a:prstGeom prst="rect">
            <a:avLst/>
          </a:prstGeom>
        </p:spPr>
        <p:txBody>
          <a:bodyPr spcFirstLastPara="1" wrap="square" lIns="121900" tIns="121900" rIns="121900" bIns="121900" anchor="t" anchorCtr="0">
            <a:noAutofit/>
          </a:bodyPr>
          <a:lstStyle>
            <a:lvl1pPr lvl="0" rtl="0">
              <a:spcBef>
                <a:spcPts val="0"/>
              </a:spcBef>
              <a:spcAft>
                <a:spcPts val="0"/>
              </a:spcAft>
              <a:buSzPts val="37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a:endParaRPr/>
          </a:p>
        </p:txBody>
      </p:sp>
      <p:sp>
        <p:nvSpPr>
          <p:cNvPr id="342" name="Google Shape;342;gcc1188cb85_1_118"/>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3"/>
        <p:cNvGrpSpPr/>
        <p:nvPr/>
      </p:nvGrpSpPr>
      <p:grpSpPr>
        <a:xfrm>
          <a:off x="0" y="0"/>
          <a:ext cx="0" cy="0"/>
          <a:chOff x="0" y="0"/>
          <a:chExt cx="0" cy="0"/>
        </a:xfrm>
      </p:grpSpPr>
      <p:sp>
        <p:nvSpPr>
          <p:cNvPr id="344" name="Google Shape;344;gcc1188cb85_1_121"/>
          <p:cNvSpPr txBox="1">
            <a:spLocks noGrp="1"/>
          </p:cNvSpPr>
          <p:nvPr>
            <p:ph type="title"/>
          </p:nvPr>
        </p:nvSpPr>
        <p:spPr>
          <a:xfrm>
            <a:off x="415600" y="740800"/>
            <a:ext cx="3744000" cy="1007700"/>
          </a:xfrm>
          <a:prstGeom prst="rect">
            <a:avLst/>
          </a:prstGeom>
        </p:spPr>
        <p:txBody>
          <a:bodyPr spcFirstLastPara="1" wrap="square" lIns="121900" tIns="121900" rIns="121900" bIns="121900" anchor="b" anchorCtr="0">
            <a:noAutofit/>
          </a:bodyPr>
          <a:lstStyle>
            <a:lvl1pPr lvl="0" rtl="0">
              <a:spcBef>
                <a:spcPts val="0"/>
              </a:spcBef>
              <a:spcAft>
                <a:spcPts val="0"/>
              </a:spcAft>
              <a:buSzPts val="3200"/>
              <a:buNone/>
              <a:defRPr sz="3200"/>
            </a:lvl1pPr>
            <a:lvl2pPr lvl="1" rtl="0">
              <a:spcBef>
                <a:spcPts val="0"/>
              </a:spcBef>
              <a:spcAft>
                <a:spcPts val="0"/>
              </a:spcAft>
              <a:buSzPts val="3200"/>
              <a:buNone/>
              <a:defRPr sz="3200"/>
            </a:lvl2pPr>
            <a:lvl3pPr lvl="2" rtl="0">
              <a:spcBef>
                <a:spcPts val="0"/>
              </a:spcBef>
              <a:spcAft>
                <a:spcPts val="0"/>
              </a:spcAft>
              <a:buSzPts val="3200"/>
              <a:buNone/>
              <a:defRPr sz="3200"/>
            </a:lvl3pPr>
            <a:lvl4pPr lvl="3" rtl="0">
              <a:spcBef>
                <a:spcPts val="0"/>
              </a:spcBef>
              <a:spcAft>
                <a:spcPts val="0"/>
              </a:spcAft>
              <a:buSzPts val="3200"/>
              <a:buNone/>
              <a:defRPr sz="3200"/>
            </a:lvl4pPr>
            <a:lvl5pPr lvl="4" rtl="0">
              <a:spcBef>
                <a:spcPts val="0"/>
              </a:spcBef>
              <a:spcAft>
                <a:spcPts val="0"/>
              </a:spcAft>
              <a:buSzPts val="3200"/>
              <a:buNone/>
              <a:defRPr sz="3200"/>
            </a:lvl5pPr>
            <a:lvl6pPr lvl="5" rtl="0">
              <a:spcBef>
                <a:spcPts val="0"/>
              </a:spcBef>
              <a:spcAft>
                <a:spcPts val="0"/>
              </a:spcAft>
              <a:buSzPts val="3200"/>
              <a:buNone/>
              <a:defRPr sz="3200"/>
            </a:lvl6pPr>
            <a:lvl7pPr lvl="6" rtl="0">
              <a:spcBef>
                <a:spcPts val="0"/>
              </a:spcBef>
              <a:spcAft>
                <a:spcPts val="0"/>
              </a:spcAft>
              <a:buSzPts val="3200"/>
              <a:buNone/>
              <a:defRPr sz="3200"/>
            </a:lvl7pPr>
            <a:lvl8pPr lvl="7" rtl="0">
              <a:spcBef>
                <a:spcPts val="0"/>
              </a:spcBef>
              <a:spcAft>
                <a:spcPts val="0"/>
              </a:spcAft>
              <a:buSzPts val="3200"/>
              <a:buNone/>
              <a:defRPr sz="3200"/>
            </a:lvl8pPr>
            <a:lvl9pPr lvl="8" rtl="0">
              <a:spcBef>
                <a:spcPts val="0"/>
              </a:spcBef>
              <a:spcAft>
                <a:spcPts val="0"/>
              </a:spcAft>
              <a:buSzPts val="3200"/>
              <a:buNone/>
              <a:defRPr sz="3200"/>
            </a:lvl9pPr>
          </a:lstStyle>
          <a:p>
            <a:endParaRPr/>
          </a:p>
        </p:txBody>
      </p:sp>
      <p:sp>
        <p:nvSpPr>
          <p:cNvPr id="345" name="Google Shape;345;gcc1188cb85_1_121"/>
          <p:cNvSpPr txBox="1">
            <a:spLocks noGrp="1"/>
          </p:cNvSpPr>
          <p:nvPr>
            <p:ph type="body" idx="1"/>
          </p:nvPr>
        </p:nvSpPr>
        <p:spPr>
          <a:xfrm>
            <a:off x="415600" y="1852800"/>
            <a:ext cx="3744000" cy="4239300"/>
          </a:xfrm>
          <a:prstGeom prst="rect">
            <a:avLst/>
          </a:prstGeom>
        </p:spPr>
        <p:txBody>
          <a:bodyPr spcFirstLastPara="1" wrap="square" lIns="121900" tIns="121900" rIns="121900" bIns="121900" anchor="t" anchorCtr="0">
            <a:noAutofit/>
          </a:bodyPr>
          <a:lstStyle>
            <a:lvl1pPr marL="457200" lvl="0" indent="-330200" rtl="0">
              <a:spcBef>
                <a:spcPts val="0"/>
              </a:spcBef>
              <a:spcAft>
                <a:spcPts val="0"/>
              </a:spcAft>
              <a:buSzPts val="1600"/>
              <a:buChar char="●"/>
              <a:defRPr sz="1600"/>
            </a:lvl1pPr>
            <a:lvl2pPr marL="914400" lvl="1" indent="-330200" rtl="0">
              <a:spcBef>
                <a:spcPts val="2100"/>
              </a:spcBef>
              <a:spcAft>
                <a:spcPts val="0"/>
              </a:spcAft>
              <a:buSzPts val="1600"/>
              <a:buChar char="○"/>
              <a:defRPr sz="1600"/>
            </a:lvl2pPr>
            <a:lvl3pPr marL="1371600" lvl="2" indent="-330200" rtl="0">
              <a:spcBef>
                <a:spcPts val="2100"/>
              </a:spcBef>
              <a:spcAft>
                <a:spcPts val="0"/>
              </a:spcAft>
              <a:buSzPts val="1600"/>
              <a:buChar char="■"/>
              <a:defRPr sz="1600"/>
            </a:lvl3pPr>
            <a:lvl4pPr marL="1828800" lvl="3" indent="-330200" rtl="0">
              <a:spcBef>
                <a:spcPts val="2100"/>
              </a:spcBef>
              <a:spcAft>
                <a:spcPts val="0"/>
              </a:spcAft>
              <a:buSzPts val="1600"/>
              <a:buChar char="●"/>
              <a:defRPr sz="1600"/>
            </a:lvl4pPr>
            <a:lvl5pPr marL="2286000" lvl="4" indent="-330200" rtl="0">
              <a:spcBef>
                <a:spcPts val="2100"/>
              </a:spcBef>
              <a:spcAft>
                <a:spcPts val="0"/>
              </a:spcAft>
              <a:buSzPts val="1600"/>
              <a:buChar char="○"/>
              <a:defRPr sz="1600"/>
            </a:lvl5pPr>
            <a:lvl6pPr marL="2743200" lvl="5" indent="-330200" rtl="0">
              <a:spcBef>
                <a:spcPts val="2100"/>
              </a:spcBef>
              <a:spcAft>
                <a:spcPts val="0"/>
              </a:spcAft>
              <a:buSzPts val="1600"/>
              <a:buChar char="■"/>
              <a:defRPr sz="1600"/>
            </a:lvl6pPr>
            <a:lvl7pPr marL="3200400" lvl="6" indent="-330200" rtl="0">
              <a:spcBef>
                <a:spcPts val="2100"/>
              </a:spcBef>
              <a:spcAft>
                <a:spcPts val="0"/>
              </a:spcAft>
              <a:buSzPts val="1600"/>
              <a:buChar char="●"/>
              <a:defRPr sz="1600"/>
            </a:lvl7pPr>
            <a:lvl8pPr marL="3657600" lvl="7" indent="-330200" rtl="0">
              <a:spcBef>
                <a:spcPts val="2100"/>
              </a:spcBef>
              <a:spcAft>
                <a:spcPts val="0"/>
              </a:spcAft>
              <a:buSzPts val="1600"/>
              <a:buChar char="○"/>
              <a:defRPr sz="1600"/>
            </a:lvl8pPr>
            <a:lvl9pPr marL="4114800" lvl="8" indent="-330200" rtl="0">
              <a:spcBef>
                <a:spcPts val="2100"/>
              </a:spcBef>
              <a:spcAft>
                <a:spcPts val="2100"/>
              </a:spcAft>
              <a:buSzPts val="1600"/>
              <a:buChar char="■"/>
              <a:defRPr sz="1600"/>
            </a:lvl9pPr>
          </a:lstStyle>
          <a:p>
            <a:endParaRPr/>
          </a:p>
        </p:txBody>
      </p:sp>
      <p:sp>
        <p:nvSpPr>
          <p:cNvPr id="346" name="Google Shape;346;gcc1188cb85_1_121"/>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7"/>
        <p:cNvGrpSpPr/>
        <p:nvPr/>
      </p:nvGrpSpPr>
      <p:grpSpPr>
        <a:xfrm>
          <a:off x="0" y="0"/>
          <a:ext cx="0" cy="0"/>
          <a:chOff x="0" y="0"/>
          <a:chExt cx="0" cy="0"/>
        </a:xfrm>
      </p:grpSpPr>
      <p:sp>
        <p:nvSpPr>
          <p:cNvPr id="348" name="Google Shape;348;gcc1188cb85_1_125"/>
          <p:cNvSpPr txBox="1">
            <a:spLocks noGrp="1"/>
          </p:cNvSpPr>
          <p:nvPr>
            <p:ph type="title"/>
          </p:nvPr>
        </p:nvSpPr>
        <p:spPr>
          <a:xfrm>
            <a:off x="653667" y="600200"/>
            <a:ext cx="8490300" cy="5454300"/>
          </a:xfrm>
          <a:prstGeom prst="rect">
            <a:avLst/>
          </a:prstGeom>
        </p:spPr>
        <p:txBody>
          <a:bodyPr spcFirstLastPara="1" wrap="square" lIns="121900" tIns="121900" rIns="121900" bIns="121900" anchor="ctr" anchorCtr="0">
            <a:noAutofit/>
          </a:bodyPr>
          <a:lstStyle>
            <a:lvl1pPr lvl="0" rtl="0">
              <a:spcBef>
                <a:spcPts val="0"/>
              </a:spcBef>
              <a:spcAft>
                <a:spcPts val="0"/>
              </a:spcAft>
              <a:buSzPts val="6400"/>
              <a:buNone/>
              <a:defRPr sz="6400"/>
            </a:lvl1pPr>
            <a:lvl2pPr lvl="1" rtl="0">
              <a:spcBef>
                <a:spcPts val="0"/>
              </a:spcBef>
              <a:spcAft>
                <a:spcPts val="0"/>
              </a:spcAft>
              <a:buSzPts val="6400"/>
              <a:buNone/>
              <a:defRPr sz="6400"/>
            </a:lvl2pPr>
            <a:lvl3pPr lvl="2" rtl="0">
              <a:spcBef>
                <a:spcPts val="0"/>
              </a:spcBef>
              <a:spcAft>
                <a:spcPts val="0"/>
              </a:spcAft>
              <a:buSzPts val="6400"/>
              <a:buNone/>
              <a:defRPr sz="6400"/>
            </a:lvl3pPr>
            <a:lvl4pPr lvl="3" rtl="0">
              <a:spcBef>
                <a:spcPts val="0"/>
              </a:spcBef>
              <a:spcAft>
                <a:spcPts val="0"/>
              </a:spcAft>
              <a:buSzPts val="6400"/>
              <a:buNone/>
              <a:defRPr sz="6400"/>
            </a:lvl4pPr>
            <a:lvl5pPr lvl="4" rtl="0">
              <a:spcBef>
                <a:spcPts val="0"/>
              </a:spcBef>
              <a:spcAft>
                <a:spcPts val="0"/>
              </a:spcAft>
              <a:buSzPts val="6400"/>
              <a:buNone/>
              <a:defRPr sz="6400"/>
            </a:lvl5pPr>
            <a:lvl6pPr lvl="5" rtl="0">
              <a:spcBef>
                <a:spcPts val="0"/>
              </a:spcBef>
              <a:spcAft>
                <a:spcPts val="0"/>
              </a:spcAft>
              <a:buSzPts val="6400"/>
              <a:buNone/>
              <a:defRPr sz="6400"/>
            </a:lvl6pPr>
            <a:lvl7pPr lvl="6" rtl="0">
              <a:spcBef>
                <a:spcPts val="0"/>
              </a:spcBef>
              <a:spcAft>
                <a:spcPts val="0"/>
              </a:spcAft>
              <a:buSzPts val="6400"/>
              <a:buNone/>
              <a:defRPr sz="6400"/>
            </a:lvl7pPr>
            <a:lvl8pPr lvl="7" rtl="0">
              <a:spcBef>
                <a:spcPts val="0"/>
              </a:spcBef>
              <a:spcAft>
                <a:spcPts val="0"/>
              </a:spcAft>
              <a:buSzPts val="6400"/>
              <a:buNone/>
              <a:defRPr sz="6400"/>
            </a:lvl8pPr>
            <a:lvl9pPr lvl="8" rtl="0">
              <a:spcBef>
                <a:spcPts val="0"/>
              </a:spcBef>
              <a:spcAft>
                <a:spcPts val="0"/>
              </a:spcAft>
              <a:buSzPts val="6400"/>
              <a:buNone/>
              <a:defRPr sz="6400"/>
            </a:lvl9pPr>
          </a:lstStyle>
          <a:p>
            <a:endParaRPr/>
          </a:p>
        </p:txBody>
      </p:sp>
      <p:sp>
        <p:nvSpPr>
          <p:cNvPr id="349" name="Google Shape;349;gcc1188cb85_1_125"/>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0"/>
        <p:cNvGrpSpPr/>
        <p:nvPr/>
      </p:nvGrpSpPr>
      <p:grpSpPr>
        <a:xfrm>
          <a:off x="0" y="0"/>
          <a:ext cx="0" cy="0"/>
          <a:chOff x="0" y="0"/>
          <a:chExt cx="0" cy="0"/>
        </a:xfrm>
      </p:grpSpPr>
      <p:sp>
        <p:nvSpPr>
          <p:cNvPr id="351" name="Google Shape;351;gcc1188cb85_1_128"/>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352" name="Google Shape;352;gcc1188cb85_1_128"/>
          <p:cNvSpPr txBox="1">
            <a:spLocks noGrp="1"/>
          </p:cNvSpPr>
          <p:nvPr>
            <p:ph type="title"/>
          </p:nvPr>
        </p:nvSpPr>
        <p:spPr>
          <a:xfrm>
            <a:off x="354000" y="1644233"/>
            <a:ext cx="5393700" cy="1976400"/>
          </a:xfrm>
          <a:prstGeom prst="rect">
            <a:avLst/>
          </a:prstGeom>
        </p:spPr>
        <p:txBody>
          <a:bodyPr spcFirstLastPara="1" wrap="square" lIns="121900" tIns="121900" rIns="121900" bIns="121900" anchor="b" anchorCtr="0">
            <a:noAutofit/>
          </a:bodyPr>
          <a:lstStyle>
            <a:lvl1pPr lvl="0" algn="ctr" rtl="0">
              <a:spcBef>
                <a:spcPts val="0"/>
              </a:spcBef>
              <a:spcAft>
                <a:spcPts val="0"/>
              </a:spcAft>
              <a:buSzPts val="5600"/>
              <a:buNone/>
              <a:defRPr sz="5600"/>
            </a:lvl1pPr>
            <a:lvl2pPr lvl="1" algn="ctr" rtl="0">
              <a:spcBef>
                <a:spcPts val="0"/>
              </a:spcBef>
              <a:spcAft>
                <a:spcPts val="0"/>
              </a:spcAft>
              <a:buSzPts val="5600"/>
              <a:buNone/>
              <a:defRPr sz="5600"/>
            </a:lvl2pPr>
            <a:lvl3pPr lvl="2" algn="ctr" rtl="0">
              <a:spcBef>
                <a:spcPts val="0"/>
              </a:spcBef>
              <a:spcAft>
                <a:spcPts val="0"/>
              </a:spcAft>
              <a:buSzPts val="5600"/>
              <a:buNone/>
              <a:defRPr sz="5600"/>
            </a:lvl3pPr>
            <a:lvl4pPr lvl="3" algn="ctr" rtl="0">
              <a:spcBef>
                <a:spcPts val="0"/>
              </a:spcBef>
              <a:spcAft>
                <a:spcPts val="0"/>
              </a:spcAft>
              <a:buSzPts val="5600"/>
              <a:buNone/>
              <a:defRPr sz="5600"/>
            </a:lvl4pPr>
            <a:lvl5pPr lvl="4" algn="ctr" rtl="0">
              <a:spcBef>
                <a:spcPts val="0"/>
              </a:spcBef>
              <a:spcAft>
                <a:spcPts val="0"/>
              </a:spcAft>
              <a:buSzPts val="5600"/>
              <a:buNone/>
              <a:defRPr sz="5600"/>
            </a:lvl5pPr>
            <a:lvl6pPr lvl="5" algn="ctr" rtl="0">
              <a:spcBef>
                <a:spcPts val="0"/>
              </a:spcBef>
              <a:spcAft>
                <a:spcPts val="0"/>
              </a:spcAft>
              <a:buSzPts val="5600"/>
              <a:buNone/>
              <a:defRPr sz="5600"/>
            </a:lvl6pPr>
            <a:lvl7pPr lvl="6" algn="ctr" rtl="0">
              <a:spcBef>
                <a:spcPts val="0"/>
              </a:spcBef>
              <a:spcAft>
                <a:spcPts val="0"/>
              </a:spcAft>
              <a:buSzPts val="5600"/>
              <a:buNone/>
              <a:defRPr sz="5600"/>
            </a:lvl7pPr>
            <a:lvl8pPr lvl="7" algn="ctr" rtl="0">
              <a:spcBef>
                <a:spcPts val="0"/>
              </a:spcBef>
              <a:spcAft>
                <a:spcPts val="0"/>
              </a:spcAft>
              <a:buSzPts val="5600"/>
              <a:buNone/>
              <a:defRPr sz="5600"/>
            </a:lvl8pPr>
            <a:lvl9pPr lvl="8" algn="ctr" rtl="0">
              <a:spcBef>
                <a:spcPts val="0"/>
              </a:spcBef>
              <a:spcAft>
                <a:spcPts val="0"/>
              </a:spcAft>
              <a:buSzPts val="5600"/>
              <a:buNone/>
              <a:defRPr sz="5600"/>
            </a:lvl9pPr>
          </a:lstStyle>
          <a:p>
            <a:endParaRPr/>
          </a:p>
        </p:txBody>
      </p:sp>
      <p:sp>
        <p:nvSpPr>
          <p:cNvPr id="353" name="Google Shape;353;gcc1188cb85_1_128"/>
          <p:cNvSpPr txBox="1">
            <a:spLocks noGrp="1"/>
          </p:cNvSpPr>
          <p:nvPr>
            <p:ph type="subTitle" idx="1"/>
          </p:nvPr>
        </p:nvSpPr>
        <p:spPr>
          <a:xfrm>
            <a:off x="354000" y="3737433"/>
            <a:ext cx="5393700" cy="1646700"/>
          </a:xfrm>
          <a:prstGeom prst="rect">
            <a:avLst/>
          </a:prstGeom>
        </p:spPr>
        <p:txBody>
          <a:bodyPr spcFirstLastPara="1" wrap="square" lIns="121900" tIns="121900" rIns="121900" bIns="121900"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354" name="Google Shape;354;gcc1188cb85_1_128"/>
          <p:cNvSpPr txBox="1">
            <a:spLocks noGrp="1"/>
          </p:cNvSpPr>
          <p:nvPr>
            <p:ph type="body" idx="2"/>
          </p:nvPr>
        </p:nvSpPr>
        <p:spPr>
          <a:xfrm>
            <a:off x="6586000" y="965433"/>
            <a:ext cx="5115900" cy="4926900"/>
          </a:xfrm>
          <a:prstGeom prst="rect">
            <a:avLst/>
          </a:prstGeom>
        </p:spPr>
        <p:txBody>
          <a:bodyPr spcFirstLastPara="1" wrap="square" lIns="121900" tIns="121900" rIns="121900" bIns="121900" anchor="ctr" anchorCtr="0">
            <a:noAutofit/>
          </a:bodyPr>
          <a:lstStyle>
            <a:lvl1pPr marL="457200" lvl="0" indent="-381000" rtl="0">
              <a:spcBef>
                <a:spcPts val="0"/>
              </a:spcBef>
              <a:spcAft>
                <a:spcPts val="0"/>
              </a:spcAft>
              <a:buSzPts val="2400"/>
              <a:buChar char="●"/>
              <a:defRPr/>
            </a:lvl1pPr>
            <a:lvl2pPr marL="914400" lvl="1" indent="-349250" rtl="0">
              <a:spcBef>
                <a:spcPts val="2100"/>
              </a:spcBef>
              <a:spcAft>
                <a:spcPts val="0"/>
              </a:spcAft>
              <a:buSzPts val="1900"/>
              <a:buChar char="○"/>
              <a:defRPr/>
            </a:lvl2pPr>
            <a:lvl3pPr marL="1371600" lvl="2" indent="-349250" rtl="0">
              <a:spcBef>
                <a:spcPts val="2100"/>
              </a:spcBef>
              <a:spcAft>
                <a:spcPts val="0"/>
              </a:spcAft>
              <a:buSzPts val="1900"/>
              <a:buChar char="■"/>
              <a:defRPr/>
            </a:lvl3pPr>
            <a:lvl4pPr marL="1828800" lvl="3" indent="-349250" rtl="0">
              <a:spcBef>
                <a:spcPts val="2100"/>
              </a:spcBef>
              <a:spcAft>
                <a:spcPts val="0"/>
              </a:spcAft>
              <a:buSzPts val="1900"/>
              <a:buChar char="●"/>
              <a:defRPr/>
            </a:lvl4pPr>
            <a:lvl5pPr marL="2286000" lvl="4" indent="-349250" rtl="0">
              <a:spcBef>
                <a:spcPts val="2100"/>
              </a:spcBef>
              <a:spcAft>
                <a:spcPts val="0"/>
              </a:spcAft>
              <a:buSzPts val="1900"/>
              <a:buChar char="○"/>
              <a:defRPr/>
            </a:lvl5pPr>
            <a:lvl6pPr marL="2743200" lvl="5" indent="-349250" rtl="0">
              <a:spcBef>
                <a:spcPts val="2100"/>
              </a:spcBef>
              <a:spcAft>
                <a:spcPts val="0"/>
              </a:spcAft>
              <a:buSzPts val="1900"/>
              <a:buChar char="■"/>
              <a:defRPr/>
            </a:lvl6pPr>
            <a:lvl7pPr marL="3200400" lvl="6" indent="-349250" rtl="0">
              <a:spcBef>
                <a:spcPts val="2100"/>
              </a:spcBef>
              <a:spcAft>
                <a:spcPts val="0"/>
              </a:spcAft>
              <a:buSzPts val="1900"/>
              <a:buChar char="●"/>
              <a:defRPr/>
            </a:lvl7pPr>
            <a:lvl8pPr marL="3657600" lvl="7" indent="-349250" rtl="0">
              <a:spcBef>
                <a:spcPts val="2100"/>
              </a:spcBef>
              <a:spcAft>
                <a:spcPts val="0"/>
              </a:spcAft>
              <a:buSzPts val="1900"/>
              <a:buChar char="○"/>
              <a:defRPr/>
            </a:lvl8pPr>
            <a:lvl9pPr marL="4114800" lvl="8" indent="-349250" rtl="0">
              <a:spcBef>
                <a:spcPts val="2100"/>
              </a:spcBef>
              <a:spcAft>
                <a:spcPts val="2100"/>
              </a:spcAft>
              <a:buSzPts val="1900"/>
              <a:buChar char="■"/>
              <a:defRPr/>
            </a:lvl9pPr>
          </a:lstStyle>
          <a:p>
            <a:endParaRPr/>
          </a:p>
        </p:txBody>
      </p:sp>
      <p:sp>
        <p:nvSpPr>
          <p:cNvPr id="355" name="Google Shape;355;gcc1188cb85_1_128"/>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56"/>
        <p:cNvGrpSpPr/>
        <p:nvPr/>
      </p:nvGrpSpPr>
      <p:grpSpPr>
        <a:xfrm>
          <a:off x="0" y="0"/>
          <a:ext cx="0" cy="0"/>
          <a:chOff x="0" y="0"/>
          <a:chExt cx="0" cy="0"/>
        </a:xfrm>
      </p:grpSpPr>
      <p:sp>
        <p:nvSpPr>
          <p:cNvPr id="357" name="Google Shape;357;gcc1188cb85_1_134"/>
          <p:cNvSpPr txBox="1">
            <a:spLocks noGrp="1"/>
          </p:cNvSpPr>
          <p:nvPr>
            <p:ph type="body" idx="1"/>
          </p:nvPr>
        </p:nvSpPr>
        <p:spPr>
          <a:xfrm>
            <a:off x="415600" y="5640767"/>
            <a:ext cx="7998300" cy="806700"/>
          </a:xfrm>
          <a:prstGeom prst="rect">
            <a:avLst/>
          </a:prstGeom>
        </p:spPr>
        <p:txBody>
          <a:bodyPr spcFirstLastPara="1" wrap="square" lIns="121900" tIns="121900" rIns="121900" bIns="121900" anchor="ctr" anchorCtr="0">
            <a:noAutofit/>
          </a:bodyPr>
          <a:lstStyle>
            <a:lvl1pPr marL="457200" lvl="0" indent="-228600" rtl="0">
              <a:lnSpc>
                <a:spcPct val="100000"/>
              </a:lnSpc>
              <a:spcBef>
                <a:spcPts val="0"/>
              </a:spcBef>
              <a:spcAft>
                <a:spcPts val="0"/>
              </a:spcAft>
              <a:buSzPts val="2400"/>
              <a:buNone/>
              <a:defRPr/>
            </a:lvl1pPr>
          </a:lstStyle>
          <a:p>
            <a:endParaRPr/>
          </a:p>
        </p:txBody>
      </p:sp>
      <p:sp>
        <p:nvSpPr>
          <p:cNvPr id="358" name="Google Shape;358;gcc1188cb85_1_134"/>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59"/>
        <p:cNvGrpSpPr/>
        <p:nvPr/>
      </p:nvGrpSpPr>
      <p:grpSpPr>
        <a:xfrm>
          <a:off x="0" y="0"/>
          <a:ext cx="0" cy="0"/>
          <a:chOff x="0" y="0"/>
          <a:chExt cx="0" cy="0"/>
        </a:xfrm>
      </p:grpSpPr>
      <p:sp>
        <p:nvSpPr>
          <p:cNvPr id="360" name="Google Shape;360;gcc1188cb85_1_137"/>
          <p:cNvSpPr txBox="1">
            <a:spLocks noGrp="1"/>
          </p:cNvSpPr>
          <p:nvPr>
            <p:ph type="title" hasCustomPrompt="1"/>
          </p:nvPr>
        </p:nvSpPr>
        <p:spPr>
          <a:xfrm>
            <a:off x="415600" y="1474833"/>
            <a:ext cx="11360700" cy="2618100"/>
          </a:xfrm>
          <a:prstGeom prst="rect">
            <a:avLst/>
          </a:prstGeom>
        </p:spPr>
        <p:txBody>
          <a:bodyPr spcFirstLastPara="1" wrap="square" lIns="121900" tIns="121900" rIns="121900" bIns="121900" anchor="b" anchorCtr="0">
            <a:noAutofit/>
          </a:bodyPr>
          <a:lstStyle>
            <a:lvl1pPr lvl="0" algn="ctr" rtl="0">
              <a:spcBef>
                <a:spcPts val="0"/>
              </a:spcBef>
              <a:spcAft>
                <a:spcPts val="0"/>
              </a:spcAft>
              <a:buSzPts val="16000"/>
              <a:buNone/>
              <a:defRPr sz="16000"/>
            </a:lvl1pPr>
            <a:lvl2pPr lvl="1" algn="ctr" rtl="0">
              <a:spcBef>
                <a:spcPts val="0"/>
              </a:spcBef>
              <a:spcAft>
                <a:spcPts val="0"/>
              </a:spcAft>
              <a:buSzPts val="16000"/>
              <a:buNone/>
              <a:defRPr sz="16000"/>
            </a:lvl2pPr>
            <a:lvl3pPr lvl="2" algn="ctr" rtl="0">
              <a:spcBef>
                <a:spcPts val="0"/>
              </a:spcBef>
              <a:spcAft>
                <a:spcPts val="0"/>
              </a:spcAft>
              <a:buSzPts val="16000"/>
              <a:buNone/>
              <a:defRPr sz="16000"/>
            </a:lvl3pPr>
            <a:lvl4pPr lvl="3" algn="ctr" rtl="0">
              <a:spcBef>
                <a:spcPts val="0"/>
              </a:spcBef>
              <a:spcAft>
                <a:spcPts val="0"/>
              </a:spcAft>
              <a:buSzPts val="16000"/>
              <a:buNone/>
              <a:defRPr sz="16000"/>
            </a:lvl4pPr>
            <a:lvl5pPr lvl="4" algn="ctr" rtl="0">
              <a:spcBef>
                <a:spcPts val="0"/>
              </a:spcBef>
              <a:spcAft>
                <a:spcPts val="0"/>
              </a:spcAft>
              <a:buSzPts val="16000"/>
              <a:buNone/>
              <a:defRPr sz="16000"/>
            </a:lvl5pPr>
            <a:lvl6pPr lvl="5" algn="ctr" rtl="0">
              <a:spcBef>
                <a:spcPts val="0"/>
              </a:spcBef>
              <a:spcAft>
                <a:spcPts val="0"/>
              </a:spcAft>
              <a:buSzPts val="16000"/>
              <a:buNone/>
              <a:defRPr sz="16000"/>
            </a:lvl6pPr>
            <a:lvl7pPr lvl="6" algn="ctr" rtl="0">
              <a:spcBef>
                <a:spcPts val="0"/>
              </a:spcBef>
              <a:spcAft>
                <a:spcPts val="0"/>
              </a:spcAft>
              <a:buSzPts val="16000"/>
              <a:buNone/>
              <a:defRPr sz="16000"/>
            </a:lvl7pPr>
            <a:lvl8pPr lvl="7" algn="ctr" rtl="0">
              <a:spcBef>
                <a:spcPts val="0"/>
              </a:spcBef>
              <a:spcAft>
                <a:spcPts val="0"/>
              </a:spcAft>
              <a:buSzPts val="16000"/>
              <a:buNone/>
              <a:defRPr sz="16000"/>
            </a:lvl8pPr>
            <a:lvl9pPr lvl="8" algn="ctr" rtl="0">
              <a:spcBef>
                <a:spcPts val="0"/>
              </a:spcBef>
              <a:spcAft>
                <a:spcPts val="0"/>
              </a:spcAft>
              <a:buSzPts val="16000"/>
              <a:buNone/>
              <a:defRPr sz="16000"/>
            </a:lvl9pPr>
          </a:lstStyle>
          <a:p>
            <a:r>
              <a:t>xx%</a:t>
            </a:r>
          </a:p>
        </p:txBody>
      </p:sp>
      <p:sp>
        <p:nvSpPr>
          <p:cNvPr id="361" name="Google Shape;361;gcc1188cb85_1_137"/>
          <p:cNvSpPr txBox="1">
            <a:spLocks noGrp="1"/>
          </p:cNvSpPr>
          <p:nvPr>
            <p:ph type="body" idx="1"/>
          </p:nvPr>
        </p:nvSpPr>
        <p:spPr>
          <a:xfrm>
            <a:off x="415600" y="4202967"/>
            <a:ext cx="11360700" cy="1734300"/>
          </a:xfrm>
          <a:prstGeom prst="rect">
            <a:avLst/>
          </a:prstGeom>
        </p:spPr>
        <p:txBody>
          <a:bodyPr spcFirstLastPara="1" wrap="square" lIns="121900" tIns="121900" rIns="121900" bIns="121900" anchor="t" anchorCtr="0">
            <a:noAutofit/>
          </a:bodyPr>
          <a:lstStyle>
            <a:lvl1pPr marL="457200" lvl="0" indent="-381000" algn="ctr" rtl="0">
              <a:spcBef>
                <a:spcPts val="0"/>
              </a:spcBef>
              <a:spcAft>
                <a:spcPts val="0"/>
              </a:spcAft>
              <a:buSzPts val="2400"/>
              <a:buChar char="●"/>
              <a:defRPr/>
            </a:lvl1pPr>
            <a:lvl2pPr marL="914400" lvl="1" indent="-349250" algn="ctr" rtl="0">
              <a:spcBef>
                <a:spcPts val="2100"/>
              </a:spcBef>
              <a:spcAft>
                <a:spcPts val="0"/>
              </a:spcAft>
              <a:buSzPts val="1900"/>
              <a:buChar char="○"/>
              <a:defRPr/>
            </a:lvl2pPr>
            <a:lvl3pPr marL="1371600" lvl="2" indent="-349250" algn="ctr" rtl="0">
              <a:spcBef>
                <a:spcPts val="2100"/>
              </a:spcBef>
              <a:spcAft>
                <a:spcPts val="0"/>
              </a:spcAft>
              <a:buSzPts val="1900"/>
              <a:buChar char="■"/>
              <a:defRPr/>
            </a:lvl3pPr>
            <a:lvl4pPr marL="1828800" lvl="3" indent="-349250" algn="ctr" rtl="0">
              <a:spcBef>
                <a:spcPts val="2100"/>
              </a:spcBef>
              <a:spcAft>
                <a:spcPts val="0"/>
              </a:spcAft>
              <a:buSzPts val="1900"/>
              <a:buChar char="●"/>
              <a:defRPr/>
            </a:lvl4pPr>
            <a:lvl5pPr marL="2286000" lvl="4" indent="-349250" algn="ctr" rtl="0">
              <a:spcBef>
                <a:spcPts val="2100"/>
              </a:spcBef>
              <a:spcAft>
                <a:spcPts val="0"/>
              </a:spcAft>
              <a:buSzPts val="1900"/>
              <a:buChar char="○"/>
              <a:defRPr/>
            </a:lvl5pPr>
            <a:lvl6pPr marL="2743200" lvl="5" indent="-349250" algn="ctr" rtl="0">
              <a:spcBef>
                <a:spcPts val="2100"/>
              </a:spcBef>
              <a:spcAft>
                <a:spcPts val="0"/>
              </a:spcAft>
              <a:buSzPts val="1900"/>
              <a:buChar char="■"/>
              <a:defRPr/>
            </a:lvl6pPr>
            <a:lvl7pPr marL="3200400" lvl="6" indent="-349250" algn="ctr" rtl="0">
              <a:spcBef>
                <a:spcPts val="2100"/>
              </a:spcBef>
              <a:spcAft>
                <a:spcPts val="0"/>
              </a:spcAft>
              <a:buSzPts val="1900"/>
              <a:buChar char="●"/>
              <a:defRPr/>
            </a:lvl7pPr>
            <a:lvl8pPr marL="3657600" lvl="7" indent="-349250" algn="ctr" rtl="0">
              <a:spcBef>
                <a:spcPts val="2100"/>
              </a:spcBef>
              <a:spcAft>
                <a:spcPts val="0"/>
              </a:spcAft>
              <a:buSzPts val="1900"/>
              <a:buChar char="○"/>
              <a:defRPr/>
            </a:lvl8pPr>
            <a:lvl9pPr marL="4114800" lvl="8" indent="-349250" algn="ctr" rtl="0">
              <a:spcBef>
                <a:spcPts val="2100"/>
              </a:spcBef>
              <a:spcAft>
                <a:spcPts val="2100"/>
              </a:spcAft>
              <a:buSzPts val="1900"/>
              <a:buChar char="■"/>
              <a:defRPr/>
            </a:lvl9pPr>
          </a:lstStyle>
          <a:p>
            <a:endParaRPr/>
          </a:p>
        </p:txBody>
      </p:sp>
      <p:sp>
        <p:nvSpPr>
          <p:cNvPr id="362" name="Google Shape;362;gcc1188cb85_1_137"/>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63"/>
        <p:cNvGrpSpPr/>
        <p:nvPr/>
      </p:nvGrpSpPr>
      <p:grpSpPr>
        <a:xfrm>
          <a:off x="0" y="0"/>
          <a:ext cx="0" cy="0"/>
          <a:chOff x="0" y="0"/>
          <a:chExt cx="0" cy="0"/>
        </a:xfrm>
      </p:grpSpPr>
      <p:sp>
        <p:nvSpPr>
          <p:cNvPr id="364" name="Google Shape;364;gcc1188cb85_1_141"/>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theme" Target="../theme/theme2.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cxnSp>
        <p:nvCxnSpPr>
          <p:cNvPr id="10" name="Google Shape;10;p24"/>
          <p:cNvCxnSpPr/>
          <p:nvPr/>
        </p:nvCxnSpPr>
        <p:spPr>
          <a:xfrm>
            <a:off x="651472" y="1250302"/>
            <a:ext cx="11007128" cy="0"/>
          </a:xfrm>
          <a:prstGeom prst="straightConnector1">
            <a:avLst/>
          </a:prstGeom>
          <a:noFill/>
          <a:ln w="9525" cap="flat" cmpd="sng">
            <a:solidFill>
              <a:srgbClr val="A5A5A5"/>
            </a:solidFill>
            <a:prstDash val="solid"/>
            <a:miter lim="800000"/>
            <a:headEnd type="none" w="sm" len="sm"/>
            <a:tailEnd type="none" w="sm" len="sm"/>
          </a:ln>
        </p:spPr>
      </p:cxnSp>
      <p:sp>
        <p:nvSpPr>
          <p:cNvPr id="11" name="Google Shape;11;p24"/>
          <p:cNvSpPr txBox="1"/>
          <p:nvPr/>
        </p:nvSpPr>
        <p:spPr>
          <a:xfrm>
            <a:off x="665790" y="6600907"/>
            <a:ext cx="2953173" cy="129203"/>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933" b="0" i="0" u="none" strike="noStrike" cap="none">
                <a:solidFill>
                  <a:srgbClr val="A5A5A5"/>
                </a:solidFill>
                <a:latin typeface="Lato"/>
                <a:ea typeface="Lato"/>
                <a:cs typeface="Lato"/>
                <a:sym typeface="Lato"/>
              </a:rPr>
              <a:t>© 2021 Juniper Networks </a:t>
            </a:r>
            <a:endParaRPr/>
          </a:p>
        </p:txBody>
      </p:sp>
      <p:sp>
        <p:nvSpPr>
          <p:cNvPr id="12" name="Google Shape;12;p24"/>
          <p:cNvSpPr/>
          <p:nvPr/>
        </p:nvSpPr>
        <p:spPr>
          <a:xfrm>
            <a:off x="0" y="0"/>
            <a:ext cx="12192000" cy="108997"/>
          </a:xfrm>
          <a:prstGeom prst="rect">
            <a:avLst/>
          </a:prstGeom>
          <a:solidFill>
            <a:schemeClr val="accent1"/>
          </a:solidFill>
          <a:ln>
            <a:noFill/>
          </a:ln>
        </p:spPr>
        <p:txBody>
          <a:bodyPr spcFirstLastPara="1" wrap="square" lIns="121900" tIns="60950" rIns="121900" bIns="60950" anchor="ctr" anchorCtr="0">
            <a:noAutofit/>
          </a:bodyPr>
          <a:lstStyle/>
          <a:p>
            <a:pPr marL="0" marR="0" lvl="0" indent="0" algn="ctr" rtl="0">
              <a:spcBef>
                <a:spcPts val="0"/>
              </a:spcBef>
              <a:spcAft>
                <a:spcPts val="0"/>
              </a:spcAft>
              <a:buNone/>
            </a:pPr>
            <a:endParaRPr sz="1867" b="0" i="0" u="none" strike="noStrike" cap="none">
              <a:solidFill>
                <a:schemeClr val="lt1"/>
              </a:solidFill>
              <a:latin typeface="Arial"/>
              <a:ea typeface="Arial"/>
              <a:cs typeface="Arial"/>
              <a:sym typeface="Arial"/>
            </a:endParaRPr>
          </a:p>
        </p:txBody>
      </p:sp>
      <p:cxnSp>
        <p:nvCxnSpPr>
          <p:cNvPr id="13" name="Google Shape;13;p24"/>
          <p:cNvCxnSpPr/>
          <p:nvPr/>
        </p:nvCxnSpPr>
        <p:spPr>
          <a:xfrm>
            <a:off x="651472" y="6536649"/>
            <a:ext cx="11007129" cy="0"/>
          </a:xfrm>
          <a:prstGeom prst="straightConnector1">
            <a:avLst/>
          </a:prstGeom>
          <a:noFill/>
          <a:ln w="9525" cap="flat" cmpd="sng">
            <a:solidFill>
              <a:srgbClr val="A5A5A5"/>
            </a:solidFill>
            <a:prstDash val="solid"/>
            <a:miter lim="800000"/>
            <a:headEnd type="none" w="sm" len="sm"/>
            <a:tailEnd type="none" w="sm" len="sm"/>
          </a:ln>
        </p:spPr>
      </p:cxnSp>
      <p:sp>
        <p:nvSpPr>
          <p:cNvPr id="14" name="Google Shape;14;p24"/>
          <p:cNvSpPr txBox="1">
            <a:spLocks noGrp="1"/>
          </p:cNvSpPr>
          <p:nvPr>
            <p:ph type="title"/>
          </p:nvPr>
        </p:nvSpPr>
        <p:spPr>
          <a:xfrm>
            <a:off x="665791" y="219197"/>
            <a:ext cx="10992810" cy="856407"/>
          </a:xfrm>
          <a:prstGeom prst="rect">
            <a:avLst/>
          </a:prstGeom>
          <a:noFill/>
          <a:ln>
            <a:noFill/>
          </a:ln>
        </p:spPr>
        <p:txBody>
          <a:bodyPr spcFirstLastPara="1" wrap="square" lIns="0" tIns="0" rIns="0" bIns="0" anchor="b" anchorCtr="0">
            <a:noAutofit/>
          </a:bodyPr>
          <a:lstStyle>
            <a:lvl1pPr marR="0" lvl="0" algn="l" rtl="0">
              <a:lnSpc>
                <a:spcPct val="90000"/>
              </a:lnSpc>
              <a:spcBef>
                <a:spcPts val="0"/>
              </a:spcBef>
              <a:spcAft>
                <a:spcPts val="0"/>
              </a:spcAft>
              <a:buClr>
                <a:schemeClr val="accent1"/>
              </a:buClr>
              <a:buSzPts val="2400"/>
              <a:buFont typeface="Lato"/>
              <a:buNone/>
              <a:defRPr sz="2400" b="0" i="0" u="none" strike="noStrike" cap="none">
                <a:solidFill>
                  <a:schemeClr val="accen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 name="Google Shape;15;p24"/>
          <p:cNvSpPr txBox="1">
            <a:spLocks noGrp="1"/>
          </p:cNvSpPr>
          <p:nvPr>
            <p:ph type="body" idx="1"/>
          </p:nvPr>
        </p:nvSpPr>
        <p:spPr>
          <a:xfrm>
            <a:off x="661519" y="1605010"/>
            <a:ext cx="10997082" cy="2729141"/>
          </a:xfrm>
          <a:prstGeom prst="rect">
            <a:avLst/>
          </a:prstGeom>
          <a:noFill/>
          <a:ln>
            <a:noFill/>
          </a:ln>
        </p:spPr>
        <p:txBody>
          <a:bodyPr spcFirstLastPara="1" wrap="square" lIns="0" tIns="0" rIns="0" bIns="0" anchor="t" anchorCtr="0">
            <a:noAutofit/>
          </a:bodyPr>
          <a:lstStyle>
            <a:lvl1pPr marL="457200" marR="0" lvl="0" indent="-228600" algn="l" rtl="0">
              <a:lnSpc>
                <a:spcPct val="110000"/>
              </a:lnSpc>
              <a:spcBef>
                <a:spcPts val="1600"/>
              </a:spcBef>
              <a:spcAft>
                <a:spcPts val="0"/>
              </a:spcAft>
              <a:buClr>
                <a:schemeClr val="dk1"/>
              </a:buClr>
              <a:buSzPts val="1400"/>
              <a:buFont typeface="Arial"/>
              <a:buNone/>
              <a:defRPr sz="1400" b="0" i="0" u="none" strike="noStrike" cap="none">
                <a:solidFill>
                  <a:schemeClr val="dk1"/>
                </a:solidFill>
                <a:latin typeface="Lato"/>
                <a:ea typeface="Lato"/>
                <a:cs typeface="Lato"/>
                <a:sym typeface="Lato"/>
              </a:defRPr>
            </a:lvl1pPr>
            <a:lvl2pPr marL="914400" marR="0" lvl="1" indent="-317500" algn="l" rtl="0">
              <a:lnSpc>
                <a:spcPct val="95000"/>
              </a:lnSpc>
              <a:spcBef>
                <a:spcPts val="500"/>
              </a:spcBef>
              <a:spcAft>
                <a:spcPts val="0"/>
              </a:spcAft>
              <a:buClr>
                <a:schemeClr val="dk1"/>
              </a:buClr>
              <a:buSzPts val="1400"/>
              <a:buFont typeface="Arial"/>
              <a:buChar char="•"/>
              <a:defRPr sz="1400" b="0" i="0" u="none" strike="noStrike" cap="none">
                <a:solidFill>
                  <a:schemeClr val="dk1"/>
                </a:solidFill>
                <a:latin typeface="Lato"/>
                <a:ea typeface="Lato"/>
                <a:cs typeface="Lato"/>
                <a:sym typeface="Lato"/>
              </a:defRPr>
            </a:lvl2pPr>
            <a:lvl3pPr marL="1371600" marR="0" lvl="2" indent="-304800" algn="l" rtl="0">
              <a:lnSpc>
                <a:spcPct val="95000"/>
              </a:lnSpc>
              <a:spcBef>
                <a:spcPts val="500"/>
              </a:spcBef>
              <a:spcAft>
                <a:spcPts val="0"/>
              </a:spcAft>
              <a:buClr>
                <a:schemeClr val="dk1"/>
              </a:buClr>
              <a:buSzPts val="1200"/>
              <a:buFont typeface="Arial"/>
              <a:buChar char="•"/>
              <a:defRPr sz="1200" b="0" i="0" u="none" strike="noStrike" cap="none">
                <a:solidFill>
                  <a:schemeClr val="dk1"/>
                </a:solidFill>
                <a:latin typeface="Lato"/>
                <a:ea typeface="Lato"/>
                <a:cs typeface="Lato"/>
                <a:sym typeface="Lato"/>
              </a:defRPr>
            </a:lvl3pPr>
            <a:lvl4pPr marL="1828800" marR="0" lvl="3" indent="-304800" algn="l" rtl="0">
              <a:lnSpc>
                <a:spcPct val="95000"/>
              </a:lnSpc>
              <a:spcBef>
                <a:spcPts val="500"/>
              </a:spcBef>
              <a:spcAft>
                <a:spcPts val="0"/>
              </a:spcAft>
              <a:buClr>
                <a:schemeClr val="dk1"/>
              </a:buClr>
              <a:buSzPts val="1200"/>
              <a:buFont typeface="Arial"/>
              <a:buChar char="•"/>
              <a:defRPr sz="1200" b="0" i="0" u="none" strike="noStrike" cap="none">
                <a:solidFill>
                  <a:schemeClr val="dk1"/>
                </a:solidFill>
                <a:latin typeface="Lato"/>
                <a:ea typeface="Lato"/>
                <a:cs typeface="Lato"/>
                <a:sym typeface="Lato"/>
              </a:defRPr>
            </a:lvl4pPr>
            <a:lvl5pPr marL="2286000" marR="0" lvl="4" indent="-304800" algn="l" rtl="0">
              <a:lnSpc>
                <a:spcPct val="95000"/>
              </a:lnSpc>
              <a:spcBef>
                <a:spcPts val="500"/>
              </a:spcBef>
              <a:spcAft>
                <a:spcPts val="0"/>
              </a:spcAft>
              <a:buClr>
                <a:schemeClr val="dk1"/>
              </a:buClr>
              <a:buSzPts val="1200"/>
              <a:buFont typeface="Arial"/>
              <a:buChar char="•"/>
              <a:defRPr sz="12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9pPr>
          </a:lstStyle>
          <a:p>
            <a:endParaRPr/>
          </a:p>
        </p:txBody>
      </p:sp>
      <p:sp>
        <p:nvSpPr>
          <p:cNvPr id="16" name="Google Shape;16;p24"/>
          <p:cNvSpPr txBox="1">
            <a:spLocks noGrp="1"/>
          </p:cNvSpPr>
          <p:nvPr>
            <p:ph type="ftr" idx="11"/>
          </p:nvPr>
        </p:nvSpPr>
        <p:spPr>
          <a:xfrm>
            <a:off x="5197840" y="6638792"/>
            <a:ext cx="1817489" cy="143629"/>
          </a:xfrm>
          <a:prstGeom prst="rect">
            <a:avLst/>
          </a:prstGeom>
          <a:noFill/>
          <a:ln>
            <a:noFill/>
          </a:ln>
        </p:spPr>
        <p:txBody>
          <a:bodyPr spcFirstLastPara="1" wrap="square" lIns="0" tIns="0" rIns="0" bIns="0" anchor="ctr" anchorCtr="0">
            <a:spAutoFit/>
          </a:bodyPr>
          <a:lstStyle>
            <a:lvl1pPr marR="0" lvl="0" algn="ctr" rtl="0">
              <a:spcBef>
                <a:spcPts val="0"/>
              </a:spcBef>
              <a:spcAft>
                <a:spcPts val="0"/>
              </a:spcAft>
              <a:buSzPts val="1400"/>
              <a:buNone/>
              <a:defRPr sz="933" b="0" i="0" u="none" strike="noStrike" cap="none">
                <a:solidFill>
                  <a:srgbClr val="7F7F7F"/>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Lato"/>
                <a:ea typeface="Lato"/>
                <a:cs typeface="Lato"/>
                <a:sym typeface="Lato"/>
              </a:defRPr>
            </a:lvl2pPr>
            <a:lvl3pPr marR="0" lvl="2" algn="l" rtl="0">
              <a:spcBef>
                <a:spcPts val="0"/>
              </a:spcBef>
              <a:spcAft>
                <a:spcPts val="0"/>
              </a:spcAft>
              <a:buSzPts val="1400"/>
              <a:buNone/>
              <a:defRPr sz="1800" b="0" i="0" u="none" strike="noStrike" cap="none">
                <a:solidFill>
                  <a:schemeClr val="dk1"/>
                </a:solidFill>
                <a:latin typeface="Lato"/>
                <a:ea typeface="Lato"/>
                <a:cs typeface="Lato"/>
                <a:sym typeface="Lato"/>
              </a:defRPr>
            </a:lvl3pPr>
            <a:lvl4pPr marR="0" lvl="3" algn="l" rtl="0">
              <a:spcBef>
                <a:spcPts val="0"/>
              </a:spcBef>
              <a:spcAft>
                <a:spcPts val="0"/>
              </a:spcAft>
              <a:buSzPts val="1400"/>
              <a:buNone/>
              <a:defRPr sz="1800" b="0" i="0" u="none" strike="noStrike" cap="none">
                <a:solidFill>
                  <a:schemeClr val="dk1"/>
                </a:solidFill>
                <a:latin typeface="Lato"/>
                <a:ea typeface="Lato"/>
                <a:cs typeface="Lato"/>
                <a:sym typeface="Lato"/>
              </a:defRPr>
            </a:lvl4pPr>
            <a:lvl5pPr marR="0" lvl="4" algn="l" rtl="0">
              <a:spcBef>
                <a:spcPts val="0"/>
              </a:spcBef>
              <a:spcAft>
                <a:spcPts val="0"/>
              </a:spcAft>
              <a:buSzPts val="1400"/>
              <a:buNone/>
              <a:defRPr sz="1800" b="0" i="0" u="none" strike="noStrike" cap="none">
                <a:solidFill>
                  <a:schemeClr val="dk1"/>
                </a:solidFill>
                <a:latin typeface="Lato"/>
                <a:ea typeface="Lato"/>
                <a:cs typeface="Lato"/>
                <a:sym typeface="Lato"/>
              </a:defRPr>
            </a:lvl5pPr>
            <a:lvl6pPr marR="0" lvl="5" algn="l" rtl="0">
              <a:spcBef>
                <a:spcPts val="0"/>
              </a:spcBef>
              <a:spcAft>
                <a:spcPts val="0"/>
              </a:spcAft>
              <a:buSzPts val="1400"/>
              <a:buNone/>
              <a:defRPr sz="1800" b="0" i="0" u="none" strike="noStrike" cap="none">
                <a:solidFill>
                  <a:schemeClr val="dk1"/>
                </a:solidFill>
                <a:latin typeface="Lato"/>
                <a:ea typeface="Lato"/>
                <a:cs typeface="Lato"/>
                <a:sym typeface="Lato"/>
              </a:defRPr>
            </a:lvl6pPr>
            <a:lvl7pPr marR="0" lvl="6" algn="l" rtl="0">
              <a:spcBef>
                <a:spcPts val="0"/>
              </a:spcBef>
              <a:spcAft>
                <a:spcPts val="0"/>
              </a:spcAft>
              <a:buSzPts val="1400"/>
              <a:buNone/>
              <a:defRPr sz="1800" b="0" i="0" u="none" strike="noStrike" cap="none">
                <a:solidFill>
                  <a:schemeClr val="dk1"/>
                </a:solidFill>
                <a:latin typeface="Lato"/>
                <a:ea typeface="Lato"/>
                <a:cs typeface="Lato"/>
                <a:sym typeface="Lato"/>
              </a:defRPr>
            </a:lvl7pPr>
            <a:lvl8pPr marR="0" lvl="7" algn="l" rtl="0">
              <a:spcBef>
                <a:spcPts val="0"/>
              </a:spcBef>
              <a:spcAft>
                <a:spcPts val="0"/>
              </a:spcAft>
              <a:buSzPts val="1400"/>
              <a:buNone/>
              <a:defRPr sz="1800" b="0" i="0" u="none" strike="noStrike" cap="none">
                <a:solidFill>
                  <a:schemeClr val="dk1"/>
                </a:solidFill>
                <a:latin typeface="Lato"/>
                <a:ea typeface="Lato"/>
                <a:cs typeface="Lato"/>
                <a:sym typeface="Lato"/>
              </a:defRPr>
            </a:lvl8pPr>
            <a:lvl9pPr marR="0" lvl="8" algn="l" rtl="0">
              <a:spcBef>
                <a:spcPts val="0"/>
              </a:spcBef>
              <a:spcAft>
                <a:spcPts val="0"/>
              </a:spcAft>
              <a:buSzPts val="1400"/>
              <a:buNone/>
              <a:defRPr sz="1800" b="0" i="0" u="none" strike="noStrike" cap="none">
                <a:solidFill>
                  <a:schemeClr val="dk1"/>
                </a:solidFill>
                <a:latin typeface="Lato"/>
                <a:ea typeface="Lato"/>
                <a:cs typeface="Lato"/>
                <a:sym typeface="Lato"/>
              </a:defRPr>
            </a:lvl9pPr>
          </a:lstStyle>
          <a:p>
            <a:endParaRPr/>
          </a:p>
        </p:txBody>
      </p:sp>
      <p:sp>
        <p:nvSpPr>
          <p:cNvPr id="17" name="Google Shape;17;p24"/>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lvl1pPr marL="0" marR="0" lvl="0" indent="0" algn="r" rtl="0">
              <a:spcBef>
                <a:spcPts val="0"/>
              </a:spcBef>
              <a:buNone/>
              <a:defRPr sz="933" b="0" i="0" u="none" strike="noStrike" cap="none">
                <a:solidFill>
                  <a:srgbClr val="A5A5A5"/>
                </a:solidFill>
                <a:latin typeface="Lato"/>
                <a:ea typeface="Lato"/>
                <a:cs typeface="Lato"/>
                <a:sym typeface="Lato"/>
              </a:defRPr>
            </a:lvl1pPr>
            <a:lvl2pPr marL="0" marR="0" lvl="1" indent="0" algn="r" rtl="0">
              <a:spcBef>
                <a:spcPts val="0"/>
              </a:spcBef>
              <a:buNone/>
              <a:defRPr sz="933" b="0" i="0" u="none" strike="noStrike" cap="none">
                <a:solidFill>
                  <a:srgbClr val="A5A5A5"/>
                </a:solidFill>
                <a:latin typeface="Lato"/>
                <a:ea typeface="Lato"/>
                <a:cs typeface="Lato"/>
                <a:sym typeface="Lato"/>
              </a:defRPr>
            </a:lvl2pPr>
            <a:lvl3pPr marL="0" marR="0" lvl="2" indent="0" algn="r" rtl="0">
              <a:spcBef>
                <a:spcPts val="0"/>
              </a:spcBef>
              <a:buNone/>
              <a:defRPr sz="933" b="0" i="0" u="none" strike="noStrike" cap="none">
                <a:solidFill>
                  <a:srgbClr val="A5A5A5"/>
                </a:solidFill>
                <a:latin typeface="Lato"/>
                <a:ea typeface="Lato"/>
                <a:cs typeface="Lato"/>
                <a:sym typeface="Lato"/>
              </a:defRPr>
            </a:lvl3pPr>
            <a:lvl4pPr marL="0" marR="0" lvl="3" indent="0" algn="r" rtl="0">
              <a:spcBef>
                <a:spcPts val="0"/>
              </a:spcBef>
              <a:buNone/>
              <a:defRPr sz="933" b="0" i="0" u="none" strike="noStrike" cap="none">
                <a:solidFill>
                  <a:srgbClr val="A5A5A5"/>
                </a:solidFill>
                <a:latin typeface="Lato"/>
                <a:ea typeface="Lato"/>
                <a:cs typeface="Lato"/>
                <a:sym typeface="Lato"/>
              </a:defRPr>
            </a:lvl4pPr>
            <a:lvl5pPr marL="0" marR="0" lvl="4" indent="0" algn="r" rtl="0">
              <a:spcBef>
                <a:spcPts val="0"/>
              </a:spcBef>
              <a:buNone/>
              <a:defRPr sz="933" b="0" i="0" u="none" strike="noStrike" cap="none">
                <a:solidFill>
                  <a:srgbClr val="A5A5A5"/>
                </a:solidFill>
                <a:latin typeface="Lato"/>
                <a:ea typeface="Lato"/>
                <a:cs typeface="Lato"/>
                <a:sym typeface="Lato"/>
              </a:defRPr>
            </a:lvl5pPr>
            <a:lvl6pPr marL="0" marR="0" lvl="5" indent="0" algn="r" rtl="0">
              <a:spcBef>
                <a:spcPts val="0"/>
              </a:spcBef>
              <a:buNone/>
              <a:defRPr sz="933" b="0" i="0" u="none" strike="noStrike" cap="none">
                <a:solidFill>
                  <a:srgbClr val="A5A5A5"/>
                </a:solidFill>
                <a:latin typeface="Lato"/>
                <a:ea typeface="Lato"/>
                <a:cs typeface="Lato"/>
                <a:sym typeface="Lato"/>
              </a:defRPr>
            </a:lvl6pPr>
            <a:lvl7pPr marL="0" marR="0" lvl="6" indent="0" algn="r" rtl="0">
              <a:spcBef>
                <a:spcPts val="0"/>
              </a:spcBef>
              <a:buNone/>
              <a:defRPr sz="933" b="0" i="0" u="none" strike="noStrike" cap="none">
                <a:solidFill>
                  <a:srgbClr val="A5A5A5"/>
                </a:solidFill>
                <a:latin typeface="Lato"/>
                <a:ea typeface="Lato"/>
                <a:cs typeface="Lato"/>
                <a:sym typeface="Lato"/>
              </a:defRPr>
            </a:lvl7pPr>
            <a:lvl8pPr marL="0" marR="0" lvl="7" indent="0" algn="r" rtl="0">
              <a:spcBef>
                <a:spcPts val="0"/>
              </a:spcBef>
              <a:buNone/>
              <a:defRPr sz="933" b="0" i="0" u="none" strike="noStrike" cap="none">
                <a:solidFill>
                  <a:srgbClr val="A5A5A5"/>
                </a:solidFill>
                <a:latin typeface="Lato"/>
                <a:ea typeface="Lato"/>
                <a:cs typeface="Lato"/>
                <a:sym typeface="Lato"/>
              </a:defRPr>
            </a:lvl8pPr>
            <a:lvl9pPr marL="0" marR="0" lvl="8" indent="0" algn="r" rtl="0">
              <a:spcBef>
                <a:spcPts val="0"/>
              </a:spcBef>
              <a:buNone/>
              <a:defRPr sz="933" b="0" i="0" u="none" strike="noStrike" cap="none">
                <a:solidFill>
                  <a:srgbClr val="A5A5A5"/>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cxnSp>
        <p:nvCxnSpPr>
          <p:cNvPr id="18" name="Google Shape;18;p24"/>
          <p:cNvCxnSpPr/>
          <p:nvPr/>
        </p:nvCxnSpPr>
        <p:spPr>
          <a:xfrm>
            <a:off x="11230630" y="6596757"/>
            <a:ext cx="0" cy="185665"/>
          </a:xfrm>
          <a:prstGeom prst="straightConnector1">
            <a:avLst/>
          </a:prstGeom>
          <a:noFill/>
          <a:ln w="9525" cap="flat" cmpd="sng">
            <a:solidFill>
              <a:srgbClr val="A5A5A5"/>
            </a:solidFill>
            <a:prstDash val="solid"/>
            <a:miter lim="800000"/>
            <a:headEnd type="none" w="sm" len="sm"/>
            <a:tailEnd type="none" w="sm" len="sm"/>
          </a:ln>
        </p:spPr>
      </p:cxnSp>
      <p:grpSp>
        <p:nvGrpSpPr>
          <p:cNvPr id="19" name="Google Shape;19;p24"/>
          <p:cNvGrpSpPr/>
          <p:nvPr/>
        </p:nvGrpSpPr>
        <p:grpSpPr>
          <a:xfrm>
            <a:off x="10324956" y="6592898"/>
            <a:ext cx="698591" cy="191911"/>
            <a:chOff x="1855788" y="3378201"/>
            <a:chExt cx="3709987" cy="1019175"/>
          </a:xfrm>
        </p:grpSpPr>
        <p:sp>
          <p:nvSpPr>
            <p:cNvPr id="20" name="Google Shape;20;p24"/>
            <p:cNvSpPr/>
            <p:nvPr/>
          </p:nvSpPr>
          <p:spPr>
            <a:xfrm>
              <a:off x="3676650" y="4197351"/>
              <a:ext cx="160337" cy="196850"/>
            </a:xfrm>
            <a:custGeom>
              <a:avLst/>
              <a:gdLst/>
              <a:ahLst/>
              <a:cxnLst/>
              <a:rect l="l" t="t" r="r" b="b"/>
              <a:pathLst>
                <a:path w="101" h="124" extrusionOk="0">
                  <a:moveTo>
                    <a:pt x="0" y="0"/>
                  </a:moveTo>
                  <a:lnTo>
                    <a:pt x="13" y="0"/>
                  </a:lnTo>
                  <a:lnTo>
                    <a:pt x="87" y="101"/>
                  </a:lnTo>
                  <a:lnTo>
                    <a:pt x="87" y="0"/>
                  </a:lnTo>
                  <a:lnTo>
                    <a:pt x="101" y="0"/>
                  </a:lnTo>
                  <a:lnTo>
                    <a:pt x="101" y="124"/>
                  </a:lnTo>
                  <a:lnTo>
                    <a:pt x="89" y="124"/>
                  </a:lnTo>
                  <a:lnTo>
                    <a:pt x="12" y="18"/>
                  </a:lnTo>
                  <a:lnTo>
                    <a:pt x="12" y="124"/>
                  </a:lnTo>
                  <a:lnTo>
                    <a:pt x="0" y="124"/>
                  </a:lnTo>
                  <a:lnTo>
                    <a:pt x="0" y="0"/>
                  </a:lnTo>
                  <a:close/>
                </a:path>
              </a:pathLst>
            </a:custGeom>
            <a:solidFill>
              <a:srgbClr val="19191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21" name="Google Shape;21;p24"/>
            <p:cNvSpPr/>
            <p:nvPr/>
          </p:nvSpPr>
          <p:spPr>
            <a:xfrm>
              <a:off x="3886200" y="4197351"/>
              <a:ext cx="130175" cy="196850"/>
            </a:xfrm>
            <a:custGeom>
              <a:avLst/>
              <a:gdLst/>
              <a:ahLst/>
              <a:cxnLst/>
              <a:rect l="l" t="t" r="r" b="b"/>
              <a:pathLst>
                <a:path w="82" h="124" extrusionOk="0">
                  <a:moveTo>
                    <a:pt x="0" y="0"/>
                  </a:moveTo>
                  <a:lnTo>
                    <a:pt x="82" y="0"/>
                  </a:lnTo>
                  <a:lnTo>
                    <a:pt x="82" y="12"/>
                  </a:lnTo>
                  <a:lnTo>
                    <a:pt x="13" y="12"/>
                  </a:lnTo>
                  <a:lnTo>
                    <a:pt x="13" y="53"/>
                  </a:lnTo>
                  <a:lnTo>
                    <a:pt x="80" y="53"/>
                  </a:lnTo>
                  <a:lnTo>
                    <a:pt x="80" y="65"/>
                  </a:lnTo>
                  <a:lnTo>
                    <a:pt x="13" y="65"/>
                  </a:lnTo>
                  <a:lnTo>
                    <a:pt x="13" y="112"/>
                  </a:lnTo>
                  <a:lnTo>
                    <a:pt x="82" y="112"/>
                  </a:lnTo>
                  <a:lnTo>
                    <a:pt x="82" y="124"/>
                  </a:lnTo>
                  <a:lnTo>
                    <a:pt x="0" y="124"/>
                  </a:lnTo>
                  <a:lnTo>
                    <a:pt x="0" y="0"/>
                  </a:lnTo>
                  <a:close/>
                </a:path>
              </a:pathLst>
            </a:custGeom>
            <a:solidFill>
              <a:srgbClr val="19191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22" name="Google Shape;22;p24"/>
            <p:cNvSpPr/>
            <p:nvPr/>
          </p:nvSpPr>
          <p:spPr>
            <a:xfrm>
              <a:off x="4048125" y="4197351"/>
              <a:ext cx="166687" cy="196850"/>
            </a:xfrm>
            <a:custGeom>
              <a:avLst/>
              <a:gdLst/>
              <a:ahLst/>
              <a:cxnLst/>
              <a:rect l="l" t="t" r="r" b="b"/>
              <a:pathLst>
                <a:path w="105" h="124" extrusionOk="0">
                  <a:moveTo>
                    <a:pt x="46" y="12"/>
                  </a:moveTo>
                  <a:lnTo>
                    <a:pt x="0" y="12"/>
                  </a:lnTo>
                  <a:lnTo>
                    <a:pt x="0" y="0"/>
                  </a:lnTo>
                  <a:lnTo>
                    <a:pt x="105" y="0"/>
                  </a:lnTo>
                  <a:lnTo>
                    <a:pt x="105" y="12"/>
                  </a:lnTo>
                  <a:lnTo>
                    <a:pt x="59" y="12"/>
                  </a:lnTo>
                  <a:lnTo>
                    <a:pt x="59" y="124"/>
                  </a:lnTo>
                  <a:lnTo>
                    <a:pt x="46" y="124"/>
                  </a:lnTo>
                  <a:lnTo>
                    <a:pt x="46" y="12"/>
                  </a:lnTo>
                  <a:close/>
                </a:path>
              </a:pathLst>
            </a:custGeom>
            <a:solidFill>
              <a:srgbClr val="19191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23" name="Google Shape;23;p24"/>
            <p:cNvSpPr/>
            <p:nvPr/>
          </p:nvSpPr>
          <p:spPr>
            <a:xfrm>
              <a:off x="4241800" y="4197351"/>
              <a:ext cx="268287" cy="196850"/>
            </a:xfrm>
            <a:custGeom>
              <a:avLst/>
              <a:gdLst/>
              <a:ahLst/>
              <a:cxnLst/>
              <a:rect l="l" t="t" r="r" b="b"/>
              <a:pathLst>
                <a:path w="169" h="124" extrusionOk="0">
                  <a:moveTo>
                    <a:pt x="0" y="0"/>
                  </a:moveTo>
                  <a:lnTo>
                    <a:pt x="14" y="0"/>
                  </a:lnTo>
                  <a:lnTo>
                    <a:pt x="45" y="101"/>
                  </a:lnTo>
                  <a:lnTo>
                    <a:pt x="78" y="0"/>
                  </a:lnTo>
                  <a:lnTo>
                    <a:pt x="91" y="0"/>
                  </a:lnTo>
                  <a:lnTo>
                    <a:pt x="124" y="101"/>
                  </a:lnTo>
                  <a:lnTo>
                    <a:pt x="155" y="0"/>
                  </a:lnTo>
                  <a:lnTo>
                    <a:pt x="169" y="0"/>
                  </a:lnTo>
                  <a:lnTo>
                    <a:pt x="128" y="124"/>
                  </a:lnTo>
                  <a:lnTo>
                    <a:pt x="118" y="124"/>
                  </a:lnTo>
                  <a:lnTo>
                    <a:pt x="85" y="21"/>
                  </a:lnTo>
                  <a:lnTo>
                    <a:pt x="51" y="124"/>
                  </a:lnTo>
                  <a:lnTo>
                    <a:pt x="39" y="124"/>
                  </a:lnTo>
                  <a:lnTo>
                    <a:pt x="0" y="0"/>
                  </a:lnTo>
                  <a:close/>
                </a:path>
              </a:pathLst>
            </a:custGeom>
            <a:solidFill>
              <a:srgbClr val="19191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24" name="Google Shape;24;p24"/>
            <p:cNvSpPr/>
            <p:nvPr/>
          </p:nvSpPr>
          <p:spPr>
            <a:xfrm>
              <a:off x="4527550" y="4192588"/>
              <a:ext cx="198437" cy="204788"/>
            </a:xfrm>
            <a:custGeom>
              <a:avLst/>
              <a:gdLst/>
              <a:ahLst/>
              <a:cxnLst/>
              <a:rect l="l" t="t" r="r" b="b"/>
              <a:pathLst>
                <a:path w="83" h="85" extrusionOk="0">
                  <a:moveTo>
                    <a:pt x="0" y="43"/>
                  </a:moveTo>
                  <a:cubicBezTo>
                    <a:pt x="0" y="13"/>
                    <a:pt x="15" y="0"/>
                    <a:pt x="42" y="0"/>
                  </a:cubicBezTo>
                  <a:cubicBezTo>
                    <a:pt x="68" y="0"/>
                    <a:pt x="83" y="13"/>
                    <a:pt x="83" y="43"/>
                  </a:cubicBezTo>
                  <a:cubicBezTo>
                    <a:pt x="83" y="72"/>
                    <a:pt x="68" y="85"/>
                    <a:pt x="42" y="85"/>
                  </a:cubicBezTo>
                  <a:cubicBezTo>
                    <a:pt x="15" y="85"/>
                    <a:pt x="0" y="72"/>
                    <a:pt x="0" y="43"/>
                  </a:cubicBezTo>
                  <a:close/>
                  <a:moveTo>
                    <a:pt x="74" y="43"/>
                  </a:moveTo>
                  <a:cubicBezTo>
                    <a:pt x="74" y="21"/>
                    <a:pt x="64" y="9"/>
                    <a:pt x="42" y="9"/>
                  </a:cubicBezTo>
                  <a:cubicBezTo>
                    <a:pt x="19" y="9"/>
                    <a:pt x="9" y="21"/>
                    <a:pt x="9" y="43"/>
                  </a:cubicBezTo>
                  <a:cubicBezTo>
                    <a:pt x="9" y="65"/>
                    <a:pt x="19" y="77"/>
                    <a:pt x="42" y="77"/>
                  </a:cubicBezTo>
                  <a:cubicBezTo>
                    <a:pt x="64" y="77"/>
                    <a:pt x="74" y="65"/>
                    <a:pt x="74" y="43"/>
                  </a:cubicBezTo>
                  <a:close/>
                </a:path>
              </a:pathLst>
            </a:custGeom>
            <a:solidFill>
              <a:srgbClr val="19191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25" name="Google Shape;25;p24"/>
            <p:cNvSpPr/>
            <p:nvPr/>
          </p:nvSpPr>
          <p:spPr>
            <a:xfrm>
              <a:off x="4768850" y="4197351"/>
              <a:ext cx="150812" cy="196850"/>
            </a:xfrm>
            <a:custGeom>
              <a:avLst/>
              <a:gdLst/>
              <a:ahLst/>
              <a:cxnLst/>
              <a:rect l="l" t="t" r="r" b="b"/>
              <a:pathLst>
                <a:path w="63" h="82" extrusionOk="0">
                  <a:moveTo>
                    <a:pt x="33" y="48"/>
                  </a:moveTo>
                  <a:cubicBezTo>
                    <a:pt x="8" y="48"/>
                    <a:pt x="8" y="48"/>
                    <a:pt x="8" y="48"/>
                  </a:cubicBezTo>
                  <a:cubicBezTo>
                    <a:pt x="8" y="82"/>
                    <a:pt x="8" y="82"/>
                    <a:pt x="8" y="82"/>
                  </a:cubicBezTo>
                  <a:cubicBezTo>
                    <a:pt x="0" y="82"/>
                    <a:pt x="0" y="82"/>
                    <a:pt x="0" y="82"/>
                  </a:cubicBezTo>
                  <a:cubicBezTo>
                    <a:pt x="0" y="0"/>
                    <a:pt x="0" y="0"/>
                    <a:pt x="0" y="0"/>
                  </a:cubicBezTo>
                  <a:cubicBezTo>
                    <a:pt x="35" y="0"/>
                    <a:pt x="35" y="0"/>
                    <a:pt x="35" y="0"/>
                  </a:cubicBezTo>
                  <a:cubicBezTo>
                    <a:pt x="54" y="0"/>
                    <a:pt x="63" y="7"/>
                    <a:pt x="63" y="24"/>
                  </a:cubicBezTo>
                  <a:cubicBezTo>
                    <a:pt x="63" y="38"/>
                    <a:pt x="56" y="46"/>
                    <a:pt x="42" y="48"/>
                  </a:cubicBezTo>
                  <a:cubicBezTo>
                    <a:pt x="61" y="82"/>
                    <a:pt x="61" y="82"/>
                    <a:pt x="61" y="82"/>
                  </a:cubicBezTo>
                  <a:cubicBezTo>
                    <a:pt x="52" y="82"/>
                    <a:pt x="52" y="82"/>
                    <a:pt x="52" y="82"/>
                  </a:cubicBezTo>
                  <a:lnTo>
                    <a:pt x="33" y="48"/>
                  </a:lnTo>
                  <a:close/>
                  <a:moveTo>
                    <a:pt x="35" y="40"/>
                  </a:moveTo>
                  <a:cubicBezTo>
                    <a:pt x="47" y="40"/>
                    <a:pt x="54" y="37"/>
                    <a:pt x="54" y="24"/>
                  </a:cubicBezTo>
                  <a:cubicBezTo>
                    <a:pt x="54" y="11"/>
                    <a:pt x="47" y="8"/>
                    <a:pt x="35" y="8"/>
                  </a:cubicBezTo>
                  <a:cubicBezTo>
                    <a:pt x="8" y="8"/>
                    <a:pt x="8" y="8"/>
                    <a:pt x="8" y="8"/>
                  </a:cubicBezTo>
                  <a:cubicBezTo>
                    <a:pt x="8" y="40"/>
                    <a:pt x="8" y="40"/>
                    <a:pt x="8" y="40"/>
                  </a:cubicBezTo>
                  <a:lnTo>
                    <a:pt x="35" y="40"/>
                  </a:lnTo>
                  <a:close/>
                </a:path>
              </a:pathLst>
            </a:custGeom>
            <a:solidFill>
              <a:srgbClr val="19191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26" name="Google Shape;26;p24"/>
            <p:cNvSpPr/>
            <p:nvPr/>
          </p:nvSpPr>
          <p:spPr>
            <a:xfrm>
              <a:off x="4962525" y="4197351"/>
              <a:ext cx="153987" cy="196850"/>
            </a:xfrm>
            <a:custGeom>
              <a:avLst/>
              <a:gdLst/>
              <a:ahLst/>
              <a:cxnLst/>
              <a:rect l="l" t="t" r="r" b="b"/>
              <a:pathLst>
                <a:path w="97" h="124" extrusionOk="0">
                  <a:moveTo>
                    <a:pt x="38" y="57"/>
                  </a:moveTo>
                  <a:lnTo>
                    <a:pt x="14" y="85"/>
                  </a:lnTo>
                  <a:lnTo>
                    <a:pt x="14" y="124"/>
                  </a:lnTo>
                  <a:lnTo>
                    <a:pt x="0" y="124"/>
                  </a:lnTo>
                  <a:lnTo>
                    <a:pt x="0" y="0"/>
                  </a:lnTo>
                  <a:lnTo>
                    <a:pt x="14" y="0"/>
                  </a:lnTo>
                  <a:lnTo>
                    <a:pt x="14" y="68"/>
                  </a:lnTo>
                  <a:lnTo>
                    <a:pt x="76" y="0"/>
                  </a:lnTo>
                  <a:lnTo>
                    <a:pt x="91" y="0"/>
                  </a:lnTo>
                  <a:lnTo>
                    <a:pt x="47" y="48"/>
                  </a:lnTo>
                  <a:lnTo>
                    <a:pt x="97" y="124"/>
                  </a:lnTo>
                  <a:lnTo>
                    <a:pt x="82" y="124"/>
                  </a:lnTo>
                  <a:lnTo>
                    <a:pt x="38" y="57"/>
                  </a:lnTo>
                  <a:close/>
                </a:path>
              </a:pathLst>
            </a:custGeom>
            <a:solidFill>
              <a:srgbClr val="19191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27" name="Google Shape;27;p24"/>
            <p:cNvSpPr/>
            <p:nvPr/>
          </p:nvSpPr>
          <p:spPr>
            <a:xfrm>
              <a:off x="5133975" y="4192588"/>
              <a:ext cx="160337" cy="204788"/>
            </a:xfrm>
            <a:custGeom>
              <a:avLst/>
              <a:gdLst/>
              <a:ahLst/>
              <a:cxnLst/>
              <a:rect l="l" t="t" r="r" b="b"/>
              <a:pathLst>
                <a:path w="67" h="85" extrusionOk="0">
                  <a:moveTo>
                    <a:pt x="0" y="75"/>
                  </a:moveTo>
                  <a:cubicBezTo>
                    <a:pt x="5" y="69"/>
                    <a:pt x="5" y="69"/>
                    <a:pt x="5" y="69"/>
                  </a:cubicBezTo>
                  <a:cubicBezTo>
                    <a:pt x="15" y="75"/>
                    <a:pt x="24" y="77"/>
                    <a:pt x="34" y="77"/>
                  </a:cubicBezTo>
                  <a:cubicBezTo>
                    <a:pt x="51" y="77"/>
                    <a:pt x="59" y="72"/>
                    <a:pt x="59" y="61"/>
                  </a:cubicBezTo>
                  <a:cubicBezTo>
                    <a:pt x="59" y="49"/>
                    <a:pt x="49" y="48"/>
                    <a:pt x="34" y="45"/>
                  </a:cubicBezTo>
                  <a:cubicBezTo>
                    <a:pt x="16" y="42"/>
                    <a:pt x="5" y="39"/>
                    <a:pt x="5" y="22"/>
                  </a:cubicBezTo>
                  <a:cubicBezTo>
                    <a:pt x="5" y="7"/>
                    <a:pt x="15" y="0"/>
                    <a:pt x="34" y="0"/>
                  </a:cubicBezTo>
                  <a:cubicBezTo>
                    <a:pt x="47" y="0"/>
                    <a:pt x="56" y="3"/>
                    <a:pt x="63" y="8"/>
                  </a:cubicBezTo>
                  <a:cubicBezTo>
                    <a:pt x="58" y="15"/>
                    <a:pt x="58" y="15"/>
                    <a:pt x="58" y="15"/>
                  </a:cubicBezTo>
                  <a:cubicBezTo>
                    <a:pt x="52" y="11"/>
                    <a:pt x="43" y="8"/>
                    <a:pt x="34" y="8"/>
                  </a:cubicBezTo>
                  <a:cubicBezTo>
                    <a:pt x="19" y="8"/>
                    <a:pt x="13" y="12"/>
                    <a:pt x="13" y="22"/>
                  </a:cubicBezTo>
                  <a:cubicBezTo>
                    <a:pt x="13" y="33"/>
                    <a:pt x="22" y="35"/>
                    <a:pt x="36" y="37"/>
                  </a:cubicBezTo>
                  <a:cubicBezTo>
                    <a:pt x="54" y="40"/>
                    <a:pt x="67" y="43"/>
                    <a:pt x="67" y="61"/>
                  </a:cubicBezTo>
                  <a:cubicBezTo>
                    <a:pt x="67" y="77"/>
                    <a:pt x="57" y="85"/>
                    <a:pt x="34" y="85"/>
                  </a:cubicBezTo>
                  <a:cubicBezTo>
                    <a:pt x="22" y="85"/>
                    <a:pt x="11" y="82"/>
                    <a:pt x="0" y="75"/>
                  </a:cubicBezTo>
                  <a:close/>
                </a:path>
              </a:pathLst>
            </a:custGeom>
            <a:solidFill>
              <a:srgbClr val="19191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28" name="Google Shape;28;p24"/>
            <p:cNvSpPr/>
            <p:nvPr/>
          </p:nvSpPr>
          <p:spPr>
            <a:xfrm>
              <a:off x="5213350" y="3379788"/>
              <a:ext cx="352425" cy="730250"/>
            </a:xfrm>
            <a:custGeom>
              <a:avLst/>
              <a:gdLst/>
              <a:ahLst/>
              <a:cxnLst/>
              <a:rect l="l" t="t" r="r" b="b"/>
              <a:pathLst>
                <a:path w="147" h="303" extrusionOk="0">
                  <a:moveTo>
                    <a:pt x="120" y="0"/>
                  </a:moveTo>
                  <a:cubicBezTo>
                    <a:pt x="5" y="0"/>
                    <a:pt x="0" y="52"/>
                    <a:pt x="0" y="125"/>
                  </a:cubicBezTo>
                  <a:cubicBezTo>
                    <a:pt x="0" y="303"/>
                    <a:pt x="0" y="303"/>
                    <a:pt x="0" y="303"/>
                  </a:cubicBezTo>
                  <a:cubicBezTo>
                    <a:pt x="27" y="303"/>
                    <a:pt x="27" y="303"/>
                    <a:pt x="27" y="303"/>
                  </a:cubicBezTo>
                  <a:cubicBezTo>
                    <a:pt x="27" y="125"/>
                    <a:pt x="27" y="125"/>
                    <a:pt x="27" y="125"/>
                  </a:cubicBezTo>
                  <a:cubicBezTo>
                    <a:pt x="27" y="70"/>
                    <a:pt x="25" y="26"/>
                    <a:pt x="120" y="26"/>
                  </a:cubicBezTo>
                  <a:cubicBezTo>
                    <a:pt x="130" y="26"/>
                    <a:pt x="139" y="26"/>
                    <a:pt x="147" y="27"/>
                  </a:cubicBezTo>
                  <a:cubicBezTo>
                    <a:pt x="147" y="1"/>
                    <a:pt x="147" y="1"/>
                    <a:pt x="147" y="1"/>
                  </a:cubicBezTo>
                  <a:cubicBezTo>
                    <a:pt x="139" y="1"/>
                    <a:pt x="130" y="0"/>
                    <a:pt x="120" y="0"/>
                  </a:cubicBezTo>
                  <a:close/>
                </a:path>
              </a:pathLst>
            </a:custGeom>
            <a:solidFill>
              <a:srgbClr val="19191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29" name="Google Shape;29;p24"/>
            <p:cNvSpPr/>
            <p:nvPr/>
          </p:nvSpPr>
          <p:spPr>
            <a:xfrm>
              <a:off x="2281238" y="3394076"/>
              <a:ext cx="582612" cy="730250"/>
            </a:xfrm>
            <a:custGeom>
              <a:avLst/>
              <a:gdLst/>
              <a:ahLst/>
              <a:cxnLst/>
              <a:rect l="l" t="t" r="r" b="b"/>
              <a:pathLst>
                <a:path w="243" h="303" extrusionOk="0">
                  <a:moveTo>
                    <a:pt x="0" y="181"/>
                  </a:moveTo>
                  <a:cubicBezTo>
                    <a:pt x="0" y="0"/>
                    <a:pt x="0" y="0"/>
                    <a:pt x="0" y="0"/>
                  </a:cubicBezTo>
                  <a:cubicBezTo>
                    <a:pt x="28" y="0"/>
                    <a:pt x="28" y="0"/>
                    <a:pt x="28" y="0"/>
                  </a:cubicBezTo>
                  <a:cubicBezTo>
                    <a:pt x="28" y="182"/>
                    <a:pt x="28" y="182"/>
                    <a:pt x="28" y="182"/>
                  </a:cubicBezTo>
                  <a:cubicBezTo>
                    <a:pt x="28" y="234"/>
                    <a:pt x="27" y="278"/>
                    <a:pt x="123" y="278"/>
                  </a:cubicBezTo>
                  <a:cubicBezTo>
                    <a:pt x="218" y="278"/>
                    <a:pt x="216" y="234"/>
                    <a:pt x="216" y="179"/>
                  </a:cubicBezTo>
                  <a:cubicBezTo>
                    <a:pt x="216" y="0"/>
                    <a:pt x="216" y="0"/>
                    <a:pt x="216" y="0"/>
                  </a:cubicBezTo>
                  <a:cubicBezTo>
                    <a:pt x="243" y="0"/>
                    <a:pt x="243" y="0"/>
                    <a:pt x="243" y="0"/>
                  </a:cubicBezTo>
                  <a:cubicBezTo>
                    <a:pt x="243" y="179"/>
                    <a:pt x="243" y="179"/>
                    <a:pt x="243" y="179"/>
                  </a:cubicBezTo>
                  <a:cubicBezTo>
                    <a:pt x="243" y="252"/>
                    <a:pt x="238" y="303"/>
                    <a:pt x="123" y="303"/>
                  </a:cubicBezTo>
                  <a:cubicBezTo>
                    <a:pt x="7" y="303"/>
                    <a:pt x="0" y="252"/>
                    <a:pt x="0" y="181"/>
                  </a:cubicBezTo>
                  <a:close/>
                </a:path>
              </a:pathLst>
            </a:custGeom>
            <a:solidFill>
              <a:srgbClr val="19191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30" name="Google Shape;30;p24"/>
            <p:cNvSpPr/>
            <p:nvPr/>
          </p:nvSpPr>
          <p:spPr>
            <a:xfrm>
              <a:off x="2973388" y="3379788"/>
              <a:ext cx="581025" cy="730250"/>
            </a:xfrm>
            <a:custGeom>
              <a:avLst/>
              <a:gdLst/>
              <a:ahLst/>
              <a:cxnLst/>
              <a:rect l="l" t="t" r="r" b="b"/>
              <a:pathLst>
                <a:path w="242" h="303" extrusionOk="0">
                  <a:moveTo>
                    <a:pt x="242" y="122"/>
                  </a:moveTo>
                  <a:cubicBezTo>
                    <a:pt x="242" y="303"/>
                    <a:pt x="242" y="303"/>
                    <a:pt x="242" y="303"/>
                  </a:cubicBezTo>
                  <a:cubicBezTo>
                    <a:pt x="215" y="303"/>
                    <a:pt x="215" y="303"/>
                    <a:pt x="215" y="303"/>
                  </a:cubicBezTo>
                  <a:cubicBezTo>
                    <a:pt x="215" y="122"/>
                    <a:pt x="215" y="122"/>
                    <a:pt x="215" y="122"/>
                  </a:cubicBezTo>
                  <a:cubicBezTo>
                    <a:pt x="215" y="70"/>
                    <a:pt x="215" y="26"/>
                    <a:pt x="120" y="26"/>
                  </a:cubicBezTo>
                  <a:cubicBezTo>
                    <a:pt x="25" y="26"/>
                    <a:pt x="27" y="70"/>
                    <a:pt x="27" y="125"/>
                  </a:cubicBezTo>
                  <a:cubicBezTo>
                    <a:pt x="27" y="303"/>
                    <a:pt x="27" y="303"/>
                    <a:pt x="27" y="303"/>
                  </a:cubicBezTo>
                  <a:cubicBezTo>
                    <a:pt x="0" y="303"/>
                    <a:pt x="0" y="303"/>
                    <a:pt x="0" y="303"/>
                  </a:cubicBezTo>
                  <a:cubicBezTo>
                    <a:pt x="0" y="125"/>
                    <a:pt x="0" y="125"/>
                    <a:pt x="0" y="125"/>
                  </a:cubicBezTo>
                  <a:cubicBezTo>
                    <a:pt x="0" y="52"/>
                    <a:pt x="5" y="0"/>
                    <a:pt x="120" y="0"/>
                  </a:cubicBezTo>
                  <a:cubicBezTo>
                    <a:pt x="235" y="0"/>
                    <a:pt x="242" y="52"/>
                    <a:pt x="242" y="122"/>
                  </a:cubicBezTo>
                  <a:close/>
                </a:path>
              </a:pathLst>
            </a:custGeom>
            <a:solidFill>
              <a:srgbClr val="19191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31" name="Google Shape;31;p24"/>
            <p:cNvSpPr/>
            <p:nvPr/>
          </p:nvSpPr>
          <p:spPr>
            <a:xfrm>
              <a:off x="3676650" y="3397251"/>
              <a:ext cx="61912" cy="712788"/>
            </a:xfrm>
            <a:prstGeom prst="rect">
              <a:avLst/>
            </a:prstGeom>
            <a:solidFill>
              <a:srgbClr val="19191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32" name="Google Shape;32;p24"/>
            <p:cNvSpPr/>
            <p:nvPr/>
          </p:nvSpPr>
          <p:spPr>
            <a:xfrm>
              <a:off x="3857625" y="3397251"/>
              <a:ext cx="573087" cy="712788"/>
            </a:xfrm>
            <a:custGeom>
              <a:avLst/>
              <a:gdLst/>
              <a:ahLst/>
              <a:cxnLst/>
              <a:rect l="l" t="t" r="r" b="b"/>
              <a:pathLst>
                <a:path w="239" h="296" extrusionOk="0">
                  <a:moveTo>
                    <a:pt x="0" y="0"/>
                  </a:moveTo>
                  <a:cubicBezTo>
                    <a:pt x="139" y="0"/>
                    <a:pt x="139" y="0"/>
                    <a:pt x="139" y="0"/>
                  </a:cubicBezTo>
                  <a:cubicBezTo>
                    <a:pt x="208" y="0"/>
                    <a:pt x="239" y="34"/>
                    <a:pt x="239" y="95"/>
                  </a:cubicBezTo>
                  <a:cubicBezTo>
                    <a:pt x="239" y="156"/>
                    <a:pt x="208" y="193"/>
                    <a:pt x="139" y="193"/>
                  </a:cubicBezTo>
                  <a:cubicBezTo>
                    <a:pt x="27" y="193"/>
                    <a:pt x="27" y="193"/>
                    <a:pt x="27" y="193"/>
                  </a:cubicBezTo>
                  <a:cubicBezTo>
                    <a:pt x="27" y="296"/>
                    <a:pt x="27" y="296"/>
                    <a:pt x="27" y="296"/>
                  </a:cubicBezTo>
                  <a:cubicBezTo>
                    <a:pt x="0" y="296"/>
                    <a:pt x="0" y="296"/>
                    <a:pt x="0" y="296"/>
                  </a:cubicBezTo>
                  <a:lnTo>
                    <a:pt x="0" y="0"/>
                  </a:lnTo>
                  <a:close/>
                  <a:moveTo>
                    <a:pt x="139" y="167"/>
                  </a:moveTo>
                  <a:cubicBezTo>
                    <a:pt x="187" y="167"/>
                    <a:pt x="211" y="143"/>
                    <a:pt x="211" y="96"/>
                  </a:cubicBezTo>
                  <a:cubicBezTo>
                    <a:pt x="211" y="49"/>
                    <a:pt x="185" y="26"/>
                    <a:pt x="138" y="26"/>
                  </a:cubicBezTo>
                  <a:cubicBezTo>
                    <a:pt x="27" y="26"/>
                    <a:pt x="27" y="26"/>
                    <a:pt x="27" y="26"/>
                  </a:cubicBezTo>
                  <a:cubicBezTo>
                    <a:pt x="27" y="167"/>
                    <a:pt x="27" y="167"/>
                    <a:pt x="27" y="167"/>
                  </a:cubicBezTo>
                  <a:lnTo>
                    <a:pt x="139" y="167"/>
                  </a:lnTo>
                  <a:close/>
                </a:path>
              </a:pathLst>
            </a:custGeom>
            <a:solidFill>
              <a:srgbClr val="19191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33" name="Google Shape;33;p24"/>
            <p:cNvSpPr/>
            <p:nvPr/>
          </p:nvSpPr>
          <p:spPr>
            <a:xfrm>
              <a:off x="4505325" y="3378201"/>
              <a:ext cx="614362" cy="746125"/>
            </a:xfrm>
            <a:custGeom>
              <a:avLst/>
              <a:gdLst/>
              <a:ahLst/>
              <a:cxnLst/>
              <a:rect l="l" t="t" r="r" b="b"/>
              <a:pathLst>
                <a:path w="256" h="310" extrusionOk="0">
                  <a:moveTo>
                    <a:pt x="0" y="155"/>
                  </a:moveTo>
                  <a:cubicBezTo>
                    <a:pt x="0" y="68"/>
                    <a:pt x="25" y="0"/>
                    <a:pt x="137" y="0"/>
                  </a:cubicBezTo>
                  <a:cubicBezTo>
                    <a:pt x="252" y="0"/>
                    <a:pt x="256" y="78"/>
                    <a:pt x="256" y="160"/>
                  </a:cubicBezTo>
                  <a:cubicBezTo>
                    <a:pt x="27" y="160"/>
                    <a:pt x="27" y="160"/>
                    <a:pt x="27" y="160"/>
                  </a:cubicBezTo>
                  <a:cubicBezTo>
                    <a:pt x="27" y="232"/>
                    <a:pt x="45" y="286"/>
                    <a:pt x="139" y="286"/>
                  </a:cubicBezTo>
                  <a:cubicBezTo>
                    <a:pt x="189" y="286"/>
                    <a:pt x="212" y="272"/>
                    <a:pt x="236" y="254"/>
                  </a:cubicBezTo>
                  <a:cubicBezTo>
                    <a:pt x="251" y="274"/>
                    <a:pt x="251" y="274"/>
                    <a:pt x="251" y="274"/>
                  </a:cubicBezTo>
                  <a:cubicBezTo>
                    <a:pt x="224" y="294"/>
                    <a:pt x="192" y="310"/>
                    <a:pt x="139" y="310"/>
                  </a:cubicBezTo>
                  <a:cubicBezTo>
                    <a:pt x="22" y="310"/>
                    <a:pt x="0" y="242"/>
                    <a:pt x="0" y="155"/>
                  </a:cubicBezTo>
                  <a:close/>
                  <a:moveTo>
                    <a:pt x="27" y="135"/>
                  </a:moveTo>
                  <a:cubicBezTo>
                    <a:pt x="229" y="135"/>
                    <a:pt x="229" y="135"/>
                    <a:pt x="229" y="135"/>
                  </a:cubicBezTo>
                  <a:cubicBezTo>
                    <a:pt x="226" y="76"/>
                    <a:pt x="223" y="25"/>
                    <a:pt x="136" y="25"/>
                  </a:cubicBezTo>
                  <a:cubicBezTo>
                    <a:pt x="53" y="25"/>
                    <a:pt x="30" y="70"/>
                    <a:pt x="27" y="135"/>
                  </a:cubicBezTo>
                  <a:close/>
                </a:path>
              </a:pathLst>
            </a:custGeom>
            <a:solidFill>
              <a:srgbClr val="19191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34" name="Google Shape;34;p24"/>
            <p:cNvSpPr/>
            <p:nvPr/>
          </p:nvSpPr>
          <p:spPr>
            <a:xfrm>
              <a:off x="1855788" y="3394076"/>
              <a:ext cx="312737" cy="873125"/>
            </a:xfrm>
            <a:custGeom>
              <a:avLst/>
              <a:gdLst/>
              <a:ahLst/>
              <a:cxnLst/>
              <a:rect l="l" t="t" r="r" b="b"/>
              <a:pathLst>
                <a:path w="130" h="362" extrusionOk="0">
                  <a:moveTo>
                    <a:pt x="10" y="362"/>
                  </a:moveTo>
                  <a:cubicBezTo>
                    <a:pt x="126" y="362"/>
                    <a:pt x="130" y="310"/>
                    <a:pt x="130" y="237"/>
                  </a:cubicBezTo>
                  <a:cubicBezTo>
                    <a:pt x="130" y="0"/>
                    <a:pt x="130" y="0"/>
                    <a:pt x="130" y="0"/>
                  </a:cubicBezTo>
                  <a:cubicBezTo>
                    <a:pt x="103" y="0"/>
                    <a:pt x="103" y="0"/>
                    <a:pt x="103" y="0"/>
                  </a:cubicBezTo>
                  <a:cubicBezTo>
                    <a:pt x="103" y="237"/>
                    <a:pt x="103" y="237"/>
                    <a:pt x="103" y="237"/>
                  </a:cubicBezTo>
                  <a:cubicBezTo>
                    <a:pt x="103" y="292"/>
                    <a:pt x="105" y="336"/>
                    <a:pt x="10" y="336"/>
                  </a:cubicBezTo>
                  <a:cubicBezTo>
                    <a:pt x="7" y="336"/>
                    <a:pt x="3" y="336"/>
                    <a:pt x="0" y="336"/>
                  </a:cubicBezTo>
                  <a:cubicBezTo>
                    <a:pt x="0" y="361"/>
                    <a:pt x="0" y="361"/>
                    <a:pt x="0" y="361"/>
                  </a:cubicBezTo>
                  <a:cubicBezTo>
                    <a:pt x="3" y="362"/>
                    <a:pt x="7" y="362"/>
                    <a:pt x="10" y="362"/>
                  </a:cubicBezTo>
                  <a:close/>
                </a:path>
              </a:pathLst>
            </a:custGeom>
            <a:solidFill>
              <a:srgbClr val="19191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35" name="Google Shape;35;p24"/>
            <p:cNvSpPr/>
            <p:nvPr/>
          </p:nvSpPr>
          <p:spPr>
            <a:xfrm>
              <a:off x="5373688" y="4022726"/>
              <a:ext cx="90487" cy="92075"/>
            </a:xfrm>
            <a:custGeom>
              <a:avLst/>
              <a:gdLst/>
              <a:ahLst/>
              <a:cxnLst/>
              <a:rect l="l" t="t" r="r" b="b"/>
              <a:pathLst>
                <a:path w="38" h="38" extrusionOk="0">
                  <a:moveTo>
                    <a:pt x="19" y="38"/>
                  </a:moveTo>
                  <a:cubicBezTo>
                    <a:pt x="9" y="38"/>
                    <a:pt x="0" y="29"/>
                    <a:pt x="0" y="19"/>
                  </a:cubicBezTo>
                  <a:cubicBezTo>
                    <a:pt x="0" y="8"/>
                    <a:pt x="9" y="0"/>
                    <a:pt x="19" y="0"/>
                  </a:cubicBezTo>
                  <a:cubicBezTo>
                    <a:pt x="30" y="0"/>
                    <a:pt x="38" y="8"/>
                    <a:pt x="38" y="19"/>
                  </a:cubicBezTo>
                  <a:cubicBezTo>
                    <a:pt x="38" y="29"/>
                    <a:pt x="30" y="38"/>
                    <a:pt x="19" y="38"/>
                  </a:cubicBezTo>
                  <a:close/>
                  <a:moveTo>
                    <a:pt x="19" y="2"/>
                  </a:moveTo>
                  <a:cubicBezTo>
                    <a:pt x="10" y="2"/>
                    <a:pt x="3" y="10"/>
                    <a:pt x="3" y="19"/>
                  </a:cubicBezTo>
                  <a:cubicBezTo>
                    <a:pt x="3" y="28"/>
                    <a:pt x="10" y="35"/>
                    <a:pt x="19" y="35"/>
                  </a:cubicBezTo>
                  <a:cubicBezTo>
                    <a:pt x="28" y="35"/>
                    <a:pt x="36" y="28"/>
                    <a:pt x="36" y="19"/>
                  </a:cubicBezTo>
                  <a:cubicBezTo>
                    <a:pt x="36" y="10"/>
                    <a:pt x="28" y="2"/>
                    <a:pt x="19" y="2"/>
                  </a:cubicBezTo>
                  <a:close/>
                </a:path>
              </a:pathLst>
            </a:custGeom>
            <a:solidFill>
              <a:srgbClr val="19191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sp>
          <p:nvSpPr>
            <p:cNvPr id="36" name="Google Shape;36;p24"/>
            <p:cNvSpPr/>
            <p:nvPr/>
          </p:nvSpPr>
          <p:spPr>
            <a:xfrm>
              <a:off x="5402263" y="4041776"/>
              <a:ext cx="41275" cy="53975"/>
            </a:xfrm>
            <a:custGeom>
              <a:avLst/>
              <a:gdLst/>
              <a:ahLst/>
              <a:cxnLst/>
              <a:rect l="l" t="t" r="r" b="b"/>
              <a:pathLst>
                <a:path w="17" h="22" extrusionOk="0">
                  <a:moveTo>
                    <a:pt x="8" y="13"/>
                  </a:moveTo>
                  <a:cubicBezTo>
                    <a:pt x="2" y="13"/>
                    <a:pt x="2" y="13"/>
                    <a:pt x="2" y="13"/>
                  </a:cubicBezTo>
                  <a:cubicBezTo>
                    <a:pt x="2" y="22"/>
                    <a:pt x="2" y="22"/>
                    <a:pt x="2" y="22"/>
                  </a:cubicBezTo>
                  <a:cubicBezTo>
                    <a:pt x="0" y="22"/>
                    <a:pt x="0" y="22"/>
                    <a:pt x="0" y="22"/>
                  </a:cubicBezTo>
                  <a:cubicBezTo>
                    <a:pt x="0" y="0"/>
                    <a:pt x="0" y="0"/>
                    <a:pt x="0" y="0"/>
                  </a:cubicBezTo>
                  <a:cubicBezTo>
                    <a:pt x="9" y="0"/>
                    <a:pt x="9" y="0"/>
                    <a:pt x="9" y="0"/>
                  </a:cubicBezTo>
                  <a:cubicBezTo>
                    <a:pt x="15" y="0"/>
                    <a:pt x="17" y="2"/>
                    <a:pt x="17" y="7"/>
                  </a:cubicBezTo>
                  <a:cubicBezTo>
                    <a:pt x="17" y="10"/>
                    <a:pt x="15" y="12"/>
                    <a:pt x="12" y="13"/>
                  </a:cubicBezTo>
                  <a:cubicBezTo>
                    <a:pt x="16" y="22"/>
                    <a:pt x="16" y="22"/>
                    <a:pt x="16" y="22"/>
                  </a:cubicBezTo>
                  <a:cubicBezTo>
                    <a:pt x="13" y="22"/>
                    <a:pt x="13" y="22"/>
                    <a:pt x="13" y="22"/>
                  </a:cubicBezTo>
                  <a:lnTo>
                    <a:pt x="8" y="13"/>
                  </a:lnTo>
                  <a:close/>
                  <a:moveTo>
                    <a:pt x="9" y="11"/>
                  </a:moveTo>
                  <a:cubicBezTo>
                    <a:pt x="12" y="11"/>
                    <a:pt x="14" y="10"/>
                    <a:pt x="14" y="7"/>
                  </a:cubicBezTo>
                  <a:cubicBezTo>
                    <a:pt x="14" y="4"/>
                    <a:pt x="12" y="3"/>
                    <a:pt x="9" y="3"/>
                  </a:cubicBezTo>
                  <a:cubicBezTo>
                    <a:pt x="2" y="3"/>
                    <a:pt x="2" y="3"/>
                    <a:pt x="2" y="3"/>
                  </a:cubicBezTo>
                  <a:cubicBezTo>
                    <a:pt x="2" y="11"/>
                    <a:pt x="2" y="11"/>
                    <a:pt x="2" y="11"/>
                  </a:cubicBezTo>
                  <a:lnTo>
                    <a:pt x="9" y="11"/>
                  </a:lnTo>
                  <a:close/>
                </a:path>
              </a:pathLst>
            </a:custGeom>
            <a:solidFill>
              <a:srgbClr val="191919"/>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Lato"/>
                <a:ea typeface="Lato"/>
                <a:cs typeface="Lato"/>
                <a:sym typeface="Lato"/>
              </a:endParaRPr>
            </a:p>
          </p:txBody>
        </p:sp>
      </p:grpSp>
      <p:sp>
        <p:nvSpPr>
          <p:cNvPr id="37" name="Google Shape;37;p24" descr="{&quot;HashCode&quot;:-297972150,&quot;Placement&quot;:&quot;Footer&quot;,&quot;Top&quot;:523.380066,&quot;Left&quot;:451.381,&quot;SlideWidth&quot;:960,&quot;SlideHeight&quot;:540}"/>
          <p:cNvSpPr txBox="1"/>
          <p:nvPr/>
        </p:nvSpPr>
        <p:spPr>
          <a:xfrm>
            <a:off x="5732539" y="6646927"/>
            <a:ext cx="726922" cy="211073"/>
          </a:xfrm>
          <a:prstGeom prst="rect">
            <a:avLst/>
          </a:prstGeom>
          <a:noFill/>
          <a:ln>
            <a:noFill/>
          </a:ln>
        </p:spPr>
        <p:txBody>
          <a:bodyPr spcFirstLastPara="1" wrap="square" lIns="0" tIns="0" rIns="0" bIns="0" anchor="ctr" anchorCtr="1">
            <a:spAutoFit/>
          </a:bodyPr>
          <a:lstStyle/>
          <a:p>
            <a:pPr marL="0" marR="0" lvl="0" indent="0" algn="ctr" rtl="0">
              <a:spcBef>
                <a:spcPts val="0"/>
              </a:spcBef>
              <a:spcAft>
                <a:spcPts val="0"/>
              </a:spcAft>
              <a:buNone/>
            </a:pPr>
            <a:r>
              <a:rPr lang="en-US" sz="700">
                <a:solidFill>
                  <a:srgbClr val="000000"/>
                </a:solidFill>
                <a:latin typeface="Calibri"/>
                <a:ea typeface="Calibri"/>
                <a:cs typeface="Calibri"/>
                <a:sym typeface="Calibri"/>
              </a:rPr>
              <a:t>Juniper Public</a:t>
            </a:r>
            <a:endParaRPr sz="700">
              <a:solidFill>
                <a:srgbClr val="000000"/>
              </a:solidFill>
              <a:latin typeface="Calibri"/>
              <a:ea typeface="Calibri"/>
              <a:cs typeface="Calibri"/>
              <a:sym typeface="Calibri"/>
            </a:endParaRPr>
          </a:p>
        </p:txBody>
      </p:sp>
      <p:sp>
        <p:nvSpPr>
          <p:cNvPr id="2" name="MSIPCMContentMarking" descr="{&quot;HashCode&quot;:-297972150,&quot;Placement&quot;:&quot;Footer&quot;,&quot;Top&quot;:523.380066,&quot;Left&quot;:451.381,&quot;SlideWidth&quot;:960,&quot;SlideHeight&quot;:540}">
            <a:extLst>
              <a:ext uri="{FF2B5EF4-FFF2-40B4-BE49-F238E27FC236}">
                <a16:creationId xmlns:a16="http://schemas.microsoft.com/office/drawing/2014/main" id="{B41BA505-912E-4E3C-A4EC-1E6BFE1989FB}"/>
              </a:ext>
            </a:extLst>
          </p:cNvPr>
          <p:cNvSpPr txBox="1"/>
          <p:nvPr userDrawn="1"/>
        </p:nvSpPr>
        <p:spPr>
          <a:xfrm>
            <a:off x="5732539" y="6646927"/>
            <a:ext cx="726922" cy="211073"/>
          </a:xfrm>
          <a:prstGeom prst="rect">
            <a:avLst/>
          </a:prstGeom>
          <a:noFill/>
        </p:spPr>
        <p:txBody>
          <a:bodyPr vert="horz" wrap="square" lIns="0" tIns="0" rIns="0" bIns="0" rtlCol="0" anchor="ctr" anchorCtr="1">
            <a:spAutoFit/>
          </a:bodyPr>
          <a:lstStyle/>
          <a:p>
            <a:pPr algn="ctr">
              <a:spcBef>
                <a:spcPts val="0"/>
              </a:spcBef>
              <a:spcAft>
                <a:spcPts val="0"/>
              </a:spcAft>
            </a:pPr>
            <a:r>
              <a:rPr lang="en-US" sz="700">
                <a:solidFill>
                  <a:srgbClr val="000000"/>
                </a:solidFill>
                <a:latin typeface="Calibri" panose="020F0502020204030204" pitchFamily="34" charset="0"/>
              </a:rPr>
              <a:t>Juniper Public</a:t>
            </a: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408">
          <p15:clr>
            <a:srgbClr val="F26B43"/>
          </p15:clr>
        </p15:guide>
        <p15:guide id="2" orient="horz" pos="744">
          <p15:clr>
            <a:srgbClr val="F26B43"/>
          </p15:clr>
        </p15:guide>
        <p15:guide id="3" pos="7344">
          <p15:clr>
            <a:srgbClr val="F26B43"/>
          </p15:clr>
        </p15:guide>
        <p15:guide id="4" orient="horz" pos="414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37474F"/>
        </a:solidFill>
        <a:effectLst/>
      </p:bgPr>
    </p:bg>
    <p:spTree>
      <p:nvGrpSpPr>
        <p:cNvPr id="1" name="Shape 320"/>
        <p:cNvGrpSpPr/>
        <p:nvPr/>
      </p:nvGrpSpPr>
      <p:grpSpPr>
        <a:xfrm>
          <a:off x="0" y="0"/>
          <a:ext cx="0" cy="0"/>
          <a:chOff x="0" y="0"/>
          <a:chExt cx="0" cy="0"/>
        </a:xfrm>
      </p:grpSpPr>
      <p:sp>
        <p:nvSpPr>
          <p:cNvPr id="321" name="Google Shape;321;gcc1188cb85_1_98"/>
          <p:cNvSpPr txBox="1">
            <a:spLocks noGrp="1"/>
          </p:cNvSpPr>
          <p:nvPr>
            <p:ph type="title"/>
          </p:nvPr>
        </p:nvSpPr>
        <p:spPr>
          <a:xfrm>
            <a:off x="415600" y="593367"/>
            <a:ext cx="11360700" cy="763500"/>
          </a:xfrm>
          <a:prstGeom prst="rect">
            <a:avLst/>
          </a:prstGeom>
          <a:noFill/>
          <a:ln>
            <a:noFill/>
          </a:ln>
        </p:spPr>
        <p:txBody>
          <a:bodyPr spcFirstLastPara="1" wrap="square" lIns="121900" tIns="121900" rIns="121900" bIns="121900" anchor="t" anchorCtr="0">
            <a:noAutofit/>
          </a:bodyPr>
          <a:lstStyle>
            <a:lvl1pPr lvl="0" rtl="0">
              <a:spcBef>
                <a:spcPts val="0"/>
              </a:spcBef>
              <a:spcAft>
                <a:spcPts val="0"/>
              </a:spcAft>
              <a:buClr>
                <a:schemeClr val="dk1"/>
              </a:buClr>
              <a:buSzPts val="3700"/>
              <a:buNone/>
              <a:defRPr sz="3700">
                <a:solidFill>
                  <a:schemeClr val="dk1"/>
                </a:solidFill>
              </a:defRPr>
            </a:lvl1pPr>
            <a:lvl2pPr lvl="1" rtl="0">
              <a:spcBef>
                <a:spcPts val="0"/>
              </a:spcBef>
              <a:spcAft>
                <a:spcPts val="0"/>
              </a:spcAft>
              <a:buClr>
                <a:schemeClr val="dk1"/>
              </a:buClr>
              <a:buSzPts val="3700"/>
              <a:buNone/>
              <a:defRPr sz="3700">
                <a:solidFill>
                  <a:schemeClr val="dk1"/>
                </a:solidFill>
              </a:defRPr>
            </a:lvl2pPr>
            <a:lvl3pPr lvl="2" rtl="0">
              <a:spcBef>
                <a:spcPts val="0"/>
              </a:spcBef>
              <a:spcAft>
                <a:spcPts val="0"/>
              </a:spcAft>
              <a:buClr>
                <a:schemeClr val="dk1"/>
              </a:buClr>
              <a:buSzPts val="3700"/>
              <a:buNone/>
              <a:defRPr sz="3700">
                <a:solidFill>
                  <a:schemeClr val="dk1"/>
                </a:solidFill>
              </a:defRPr>
            </a:lvl3pPr>
            <a:lvl4pPr lvl="3" rtl="0">
              <a:spcBef>
                <a:spcPts val="0"/>
              </a:spcBef>
              <a:spcAft>
                <a:spcPts val="0"/>
              </a:spcAft>
              <a:buClr>
                <a:schemeClr val="dk1"/>
              </a:buClr>
              <a:buSzPts val="3700"/>
              <a:buNone/>
              <a:defRPr sz="3700">
                <a:solidFill>
                  <a:schemeClr val="dk1"/>
                </a:solidFill>
              </a:defRPr>
            </a:lvl4pPr>
            <a:lvl5pPr lvl="4" rtl="0">
              <a:spcBef>
                <a:spcPts val="0"/>
              </a:spcBef>
              <a:spcAft>
                <a:spcPts val="0"/>
              </a:spcAft>
              <a:buClr>
                <a:schemeClr val="dk1"/>
              </a:buClr>
              <a:buSzPts val="3700"/>
              <a:buNone/>
              <a:defRPr sz="3700">
                <a:solidFill>
                  <a:schemeClr val="dk1"/>
                </a:solidFill>
              </a:defRPr>
            </a:lvl5pPr>
            <a:lvl6pPr lvl="5" rtl="0">
              <a:spcBef>
                <a:spcPts val="0"/>
              </a:spcBef>
              <a:spcAft>
                <a:spcPts val="0"/>
              </a:spcAft>
              <a:buClr>
                <a:schemeClr val="dk1"/>
              </a:buClr>
              <a:buSzPts val="3700"/>
              <a:buNone/>
              <a:defRPr sz="3700">
                <a:solidFill>
                  <a:schemeClr val="dk1"/>
                </a:solidFill>
              </a:defRPr>
            </a:lvl6pPr>
            <a:lvl7pPr lvl="6" rtl="0">
              <a:spcBef>
                <a:spcPts val="0"/>
              </a:spcBef>
              <a:spcAft>
                <a:spcPts val="0"/>
              </a:spcAft>
              <a:buClr>
                <a:schemeClr val="dk1"/>
              </a:buClr>
              <a:buSzPts val="3700"/>
              <a:buNone/>
              <a:defRPr sz="3700">
                <a:solidFill>
                  <a:schemeClr val="dk1"/>
                </a:solidFill>
              </a:defRPr>
            </a:lvl7pPr>
            <a:lvl8pPr lvl="7" rtl="0">
              <a:spcBef>
                <a:spcPts val="0"/>
              </a:spcBef>
              <a:spcAft>
                <a:spcPts val="0"/>
              </a:spcAft>
              <a:buClr>
                <a:schemeClr val="dk1"/>
              </a:buClr>
              <a:buSzPts val="3700"/>
              <a:buNone/>
              <a:defRPr sz="3700">
                <a:solidFill>
                  <a:schemeClr val="dk1"/>
                </a:solidFill>
              </a:defRPr>
            </a:lvl8pPr>
            <a:lvl9pPr lvl="8" rtl="0">
              <a:spcBef>
                <a:spcPts val="0"/>
              </a:spcBef>
              <a:spcAft>
                <a:spcPts val="0"/>
              </a:spcAft>
              <a:buClr>
                <a:schemeClr val="dk1"/>
              </a:buClr>
              <a:buSzPts val="3700"/>
              <a:buNone/>
              <a:defRPr sz="3700">
                <a:solidFill>
                  <a:schemeClr val="dk1"/>
                </a:solidFill>
              </a:defRPr>
            </a:lvl9pPr>
          </a:lstStyle>
          <a:p>
            <a:endParaRPr/>
          </a:p>
        </p:txBody>
      </p:sp>
      <p:sp>
        <p:nvSpPr>
          <p:cNvPr id="322" name="Google Shape;322;gcc1188cb85_1_98"/>
          <p:cNvSpPr txBox="1">
            <a:spLocks noGrp="1"/>
          </p:cNvSpPr>
          <p:nvPr>
            <p:ph type="body" idx="1"/>
          </p:nvPr>
        </p:nvSpPr>
        <p:spPr>
          <a:xfrm>
            <a:off x="415600" y="1536633"/>
            <a:ext cx="11360700" cy="4555200"/>
          </a:xfrm>
          <a:prstGeom prst="rect">
            <a:avLst/>
          </a:prstGeom>
          <a:noFill/>
          <a:ln>
            <a:noFill/>
          </a:ln>
        </p:spPr>
        <p:txBody>
          <a:bodyPr spcFirstLastPara="1" wrap="square" lIns="121900" tIns="121900" rIns="121900" bIns="121900" anchor="t" anchorCtr="0">
            <a:noAutofit/>
          </a:bodyPr>
          <a:lstStyle>
            <a:lvl1pPr marL="457200" lvl="0" indent="-381000" rtl="0">
              <a:lnSpc>
                <a:spcPct val="115000"/>
              </a:lnSpc>
              <a:spcBef>
                <a:spcPts val="0"/>
              </a:spcBef>
              <a:spcAft>
                <a:spcPts val="0"/>
              </a:spcAft>
              <a:buClr>
                <a:schemeClr val="dk2"/>
              </a:buClr>
              <a:buSzPts val="2400"/>
              <a:buChar char="●"/>
              <a:defRPr sz="2400">
                <a:solidFill>
                  <a:schemeClr val="dk2"/>
                </a:solidFill>
              </a:defRPr>
            </a:lvl1pPr>
            <a:lvl2pPr marL="914400" lvl="1" indent="-349250" rtl="0">
              <a:lnSpc>
                <a:spcPct val="115000"/>
              </a:lnSpc>
              <a:spcBef>
                <a:spcPts val="2100"/>
              </a:spcBef>
              <a:spcAft>
                <a:spcPts val="0"/>
              </a:spcAft>
              <a:buClr>
                <a:schemeClr val="dk2"/>
              </a:buClr>
              <a:buSzPts val="1900"/>
              <a:buChar char="○"/>
              <a:defRPr sz="1900">
                <a:solidFill>
                  <a:schemeClr val="dk2"/>
                </a:solidFill>
              </a:defRPr>
            </a:lvl2pPr>
            <a:lvl3pPr marL="1371600" lvl="2" indent="-349250" rtl="0">
              <a:lnSpc>
                <a:spcPct val="115000"/>
              </a:lnSpc>
              <a:spcBef>
                <a:spcPts val="2100"/>
              </a:spcBef>
              <a:spcAft>
                <a:spcPts val="0"/>
              </a:spcAft>
              <a:buClr>
                <a:schemeClr val="dk2"/>
              </a:buClr>
              <a:buSzPts val="1900"/>
              <a:buChar char="■"/>
              <a:defRPr sz="1900">
                <a:solidFill>
                  <a:schemeClr val="dk2"/>
                </a:solidFill>
              </a:defRPr>
            </a:lvl3pPr>
            <a:lvl4pPr marL="1828800" lvl="3" indent="-349250" rtl="0">
              <a:lnSpc>
                <a:spcPct val="115000"/>
              </a:lnSpc>
              <a:spcBef>
                <a:spcPts val="2100"/>
              </a:spcBef>
              <a:spcAft>
                <a:spcPts val="0"/>
              </a:spcAft>
              <a:buClr>
                <a:schemeClr val="dk2"/>
              </a:buClr>
              <a:buSzPts val="1900"/>
              <a:buChar char="●"/>
              <a:defRPr sz="1900">
                <a:solidFill>
                  <a:schemeClr val="dk2"/>
                </a:solidFill>
              </a:defRPr>
            </a:lvl4pPr>
            <a:lvl5pPr marL="2286000" lvl="4" indent="-349250" rtl="0">
              <a:lnSpc>
                <a:spcPct val="115000"/>
              </a:lnSpc>
              <a:spcBef>
                <a:spcPts val="2100"/>
              </a:spcBef>
              <a:spcAft>
                <a:spcPts val="0"/>
              </a:spcAft>
              <a:buClr>
                <a:schemeClr val="dk2"/>
              </a:buClr>
              <a:buSzPts val="1900"/>
              <a:buChar char="○"/>
              <a:defRPr sz="1900">
                <a:solidFill>
                  <a:schemeClr val="dk2"/>
                </a:solidFill>
              </a:defRPr>
            </a:lvl5pPr>
            <a:lvl6pPr marL="2743200" lvl="5" indent="-349250" rtl="0">
              <a:lnSpc>
                <a:spcPct val="115000"/>
              </a:lnSpc>
              <a:spcBef>
                <a:spcPts val="2100"/>
              </a:spcBef>
              <a:spcAft>
                <a:spcPts val="0"/>
              </a:spcAft>
              <a:buClr>
                <a:schemeClr val="dk2"/>
              </a:buClr>
              <a:buSzPts val="1900"/>
              <a:buChar char="■"/>
              <a:defRPr sz="1900">
                <a:solidFill>
                  <a:schemeClr val="dk2"/>
                </a:solidFill>
              </a:defRPr>
            </a:lvl6pPr>
            <a:lvl7pPr marL="3200400" lvl="6" indent="-349250" rtl="0">
              <a:lnSpc>
                <a:spcPct val="115000"/>
              </a:lnSpc>
              <a:spcBef>
                <a:spcPts val="2100"/>
              </a:spcBef>
              <a:spcAft>
                <a:spcPts val="0"/>
              </a:spcAft>
              <a:buClr>
                <a:schemeClr val="dk2"/>
              </a:buClr>
              <a:buSzPts val="1900"/>
              <a:buChar char="●"/>
              <a:defRPr sz="1900">
                <a:solidFill>
                  <a:schemeClr val="dk2"/>
                </a:solidFill>
              </a:defRPr>
            </a:lvl7pPr>
            <a:lvl8pPr marL="3657600" lvl="7" indent="-349250" rtl="0">
              <a:lnSpc>
                <a:spcPct val="115000"/>
              </a:lnSpc>
              <a:spcBef>
                <a:spcPts val="2100"/>
              </a:spcBef>
              <a:spcAft>
                <a:spcPts val="0"/>
              </a:spcAft>
              <a:buClr>
                <a:schemeClr val="dk2"/>
              </a:buClr>
              <a:buSzPts val="1900"/>
              <a:buChar char="○"/>
              <a:defRPr sz="1900">
                <a:solidFill>
                  <a:schemeClr val="dk2"/>
                </a:solidFill>
              </a:defRPr>
            </a:lvl8pPr>
            <a:lvl9pPr marL="4114800" lvl="8" indent="-349250" rtl="0">
              <a:lnSpc>
                <a:spcPct val="115000"/>
              </a:lnSpc>
              <a:spcBef>
                <a:spcPts val="2100"/>
              </a:spcBef>
              <a:spcAft>
                <a:spcPts val="2100"/>
              </a:spcAft>
              <a:buClr>
                <a:schemeClr val="dk2"/>
              </a:buClr>
              <a:buSzPts val="1900"/>
              <a:buChar char="■"/>
              <a:defRPr sz="1900">
                <a:solidFill>
                  <a:schemeClr val="dk2"/>
                </a:solidFill>
              </a:defRPr>
            </a:lvl9pPr>
          </a:lstStyle>
          <a:p>
            <a:endParaRPr/>
          </a:p>
        </p:txBody>
      </p:sp>
      <p:sp>
        <p:nvSpPr>
          <p:cNvPr id="323" name="Google Shape;323;gcc1188cb85_1_98"/>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Autofit/>
          </a:bodyPr>
          <a:lstStyle>
            <a:lvl1pPr lvl="0" algn="r" rtl="0">
              <a:buNone/>
              <a:defRPr sz="1300">
                <a:solidFill>
                  <a:schemeClr val="dk2"/>
                </a:solidFill>
              </a:defRPr>
            </a:lvl1pPr>
            <a:lvl2pPr lvl="1" algn="r" rtl="0">
              <a:buNone/>
              <a:defRPr sz="1300">
                <a:solidFill>
                  <a:schemeClr val="dk2"/>
                </a:solidFill>
              </a:defRPr>
            </a:lvl2pPr>
            <a:lvl3pPr lvl="2" algn="r" rtl="0">
              <a:buNone/>
              <a:defRPr sz="1300">
                <a:solidFill>
                  <a:schemeClr val="dk2"/>
                </a:solidFill>
              </a:defRPr>
            </a:lvl3pPr>
            <a:lvl4pPr lvl="3" algn="r" rtl="0">
              <a:buNone/>
              <a:defRPr sz="1300">
                <a:solidFill>
                  <a:schemeClr val="dk2"/>
                </a:solidFill>
              </a:defRPr>
            </a:lvl4pPr>
            <a:lvl5pPr lvl="4" algn="r" rtl="0">
              <a:buNone/>
              <a:defRPr sz="1300">
                <a:solidFill>
                  <a:schemeClr val="dk2"/>
                </a:solidFill>
              </a:defRPr>
            </a:lvl5pPr>
            <a:lvl6pPr lvl="5" algn="r" rtl="0">
              <a:buNone/>
              <a:defRPr sz="1300">
                <a:solidFill>
                  <a:schemeClr val="dk2"/>
                </a:solidFill>
              </a:defRPr>
            </a:lvl6pPr>
            <a:lvl7pPr lvl="6" algn="r" rtl="0">
              <a:buNone/>
              <a:defRPr sz="1300">
                <a:solidFill>
                  <a:schemeClr val="dk2"/>
                </a:solidFill>
              </a:defRPr>
            </a:lvl7pPr>
            <a:lvl8pPr lvl="7" algn="r" rtl="0">
              <a:buNone/>
              <a:defRPr sz="1300">
                <a:solidFill>
                  <a:schemeClr val="dk2"/>
                </a:solidFill>
              </a:defRPr>
            </a:lvl8pPr>
            <a:lvl9pPr lvl="8" algn="r" rtl="0">
              <a:buNone/>
              <a:defRPr sz="1300">
                <a:solidFill>
                  <a:schemeClr val="dk2"/>
                </a:solidFill>
              </a:defRPr>
            </a:lvl9pPr>
          </a:lstStyle>
          <a:p>
            <a:pPr marL="0" lvl="0" indent="0" algn="r" rtl="0">
              <a:spcBef>
                <a:spcPts val="0"/>
              </a:spcBef>
              <a:spcAft>
                <a:spcPts val="0"/>
              </a:spcAft>
              <a:buNone/>
            </a:pPr>
            <a:fld id="{00000000-1234-1234-1234-123412341234}" type="slidenum">
              <a:rPr lang="en-US"/>
              <a:t>‹#›</a:t>
            </a:fld>
            <a:endParaRPr/>
          </a:p>
        </p:txBody>
      </p:sp>
      <p:sp>
        <p:nvSpPr>
          <p:cNvPr id="2" name="MSIPCMContentMarking" descr="{&quot;HashCode&quot;:-297972150,&quot;Placement&quot;:&quot;Footer&quot;,&quot;Top&quot;:523.380066,&quot;Left&quot;:451.381,&quot;SlideWidth&quot;:960,&quot;SlideHeight&quot;:540}">
            <a:extLst>
              <a:ext uri="{FF2B5EF4-FFF2-40B4-BE49-F238E27FC236}">
                <a16:creationId xmlns:a16="http://schemas.microsoft.com/office/drawing/2014/main" id="{612B26E0-CF65-4898-BD61-ED5EB438CDF2}"/>
              </a:ext>
            </a:extLst>
          </p:cNvPr>
          <p:cNvSpPr txBox="1"/>
          <p:nvPr userDrawn="1"/>
        </p:nvSpPr>
        <p:spPr>
          <a:xfrm>
            <a:off x="5732539" y="6646927"/>
            <a:ext cx="726922" cy="211073"/>
          </a:xfrm>
          <a:prstGeom prst="rect">
            <a:avLst/>
          </a:prstGeom>
          <a:noFill/>
        </p:spPr>
        <p:txBody>
          <a:bodyPr vert="horz" wrap="square" lIns="0" tIns="0" rIns="0" bIns="0" rtlCol="0" anchor="ctr" anchorCtr="1">
            <a:spAutoFit/>
          </a:bodyPr>
          <a:lstStyle/>
          <a:p>
            <a:pPr algn="ctr">
              <a:spcBef>
                <a:spcPts val="0"/>
              </a:spcBef>
              <a:spcAft>
                <a:spcPts val="0"/>
              </a:spcAft>
            </a:pPr>
            <a:r>
              <a:rPr lang="en-US" sz="700">
                <a:solidFill>
                  <a:srgbClr val="000000"/>
                </a:solidFill>
                <a:latin typeface="Calibri" panose="020F0502020204030204" pitchFamily="34" charset="0"/>
              </a:rPr>
              <a:t>Juniper Public</a:t>
            </a:r>
          </a:p>
        </p:txBody>
      </p:sp>
    </p:spTree>
  </p:cSld>
  <p:clrMap bg1="lt1" tx1="dk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9.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1"/>
          <p:cNvSpPr txBox="1">
            <a:spLocks noGrp="1"/>
          </p:cNvSpPr>
          <p:nvPr>
            <p:ph type="body" idx="1"/>
          </p:nvPr>
        </p:nvSpPr>
        <p:spPr>
          <a:xfrm>
            <a:off x="2608578" y="4246439"/>
            <a:ext cx="6492607" cy="270843"/>
          </a:xfrm>
          <a:prstGeom prst="rect">
            <a:avLst/>
          </a:prstGeom>
          <a:noFill/>
          <a:ln>
            <a:noFill/>
          </a:ln>
        </p:spPr>
        <p:txBody>
          <a:bodyPr spcFirstLastPara="1" wrap="square" lIns="0" tIns="0" rIns="0" bIns="0" anchor="t" anchorCtr="0">
            <a:spAutoFit/>
          </a:bodyPr>
          <a:lstStyle/>
          <a:p>
            <a:pPr marL="0" lvl="0" indent="0" algn="l" rtl="0">
              <a:lnSpc>
                <a:spcPct val="110000"/>
              </a:lnSpc>
              <a:spcBef>
                <a:spcPts val="0"/>
              </a:spcBef>
              <a:spcAft>
                <a:spcPts val="0"/>
              </a:spcAft>
              <a:buClr>
                <a:schemeClr val="lt1"/>
              </a:buClr>
              <a:buSzPts val="1600"/>
              <a:buNone/>
            </a:pPr>
            <a:r>
              <a:rPr lang="en-US" dirty="0"/>
              <a:t>June 3, 2021</a:t>
            </a:r>
            <a:endParaRPr dirty="0"/>
          </a:p>
        </p:txBody>
      </p:sp>
      <p:sp>
        <p:nvSpPr>
          <p:cNvPr id="370" name="Google Shape;370;p1"/>
          <p:cNvSpPr txBox="1">
            <a:spLocks noGrp="1"/>
          </p:cNvSpPr>
          <p:nvPr>
            <p:ph type="ctrTitle"/>
          </p:nvPr>
        </p:nvSpPr>
        <p:spPr>
          <a:xfrm>
            <a:off x="2608578" y="2140298"/>
            <a:ext cx="6492607" cy="1265943"/>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lt1"/>
              </a:buClr>
              <a:buSzPts val="3600"/>
              <a:buFont typeface="Lato"/>
              <a:buNone/>
            </a:pPr>
            <a:r>
              <a:rPr lang="en-US"/>
              <a:t>ENHANCING PING AND TRACEROUTE</a:t>
            </a:r>
            <a:endParaRPr/>
          </a:p>
        </p:txBody>
      </p:sp>
      <p:cxnSp>
        <p:nvCxnSpPr>
          <p:cNvPr id="371" name="Google Shape;371;p1"/>
          <p:cNvCxnSpPr/>
          <p:nvPr/>
        </p:nvCxnSpPr>
        <p:spPr>
          <a:xfrm>
            <a:off x="2608578" y="3526971"/>
            <a:ext cx="6857639" cy="0"/>
          </a:xfrm>
          <a:prstGeom prst="straightConnector1">
            <a:avLst/>
          </a:prstGeom>
          <a:noFill/>
          <a:ln w="9525" cap="flat" cmpd="sng">
            <a:solidFill>
              <a:schemeClr val="lt2"/>
            </a:solidFill>
            <a:prstDash val="solid"/>
            <a:miter lim="800000"/>
            <a:headEnd type="none" w="sm" len="sm"/>
            <a:tailEnd type="none" w="sm" len="sm"/>
          </a:ln>
        </p:spPr>
      </p:cxnSp>
      <p:pic>
        <p:nvPicPr>
          <p:cNvPr id="372" name="Google Shape;372;p1"/>
          <p:cNvPicPr preferRelativeResize="0"/>
          <p:nvPr/>
        </p:nvPicPr>
        <p:blipFill rotWithShape="1">
          <a:blip r:embed="rId3">
            <a:alphaModFix/>
          </a:blip>
          <a:srcRect/>
          <a:stretch/>
        </p:blipFill>
        <p:spPr>
          <a:xfrm>
            <a:off x="7933508" y="4906694"/>
            <a:ext cx="2002865" cy="28190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2"/>
          <p:cNvSpPr txBox="1">
            <a:spLocks noGrp="1"/>
          </p:cNvSpPr>
          <p:nvPr>
            <p:ph type="title"/>
          </p:nvPr>
        </p:nvSpPr>
        <p:spPr>
          <a:xfrm>
            <a:off x="665791" y="219197"/>
            <a:ext cx="10992810" cy="856407"/>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1"/>
              </a:buClr>
              <a:buSzPts val="3600"/>
              <a:buFont typeface="Lato"/>
              <a:buNone/>
            </a:pPr>
            <a:r>
              <a:rPr lang="en-US" sz="3600"/>
              <a:t>Credits</a:t>
            </a:r>
            <a:endParaRPr/>
          </a:p>
        </p:txBody>
      </p:sp>
      <p:sp>
        <p:nvSpPr>
          <p:cNvPr id="378" name="Google Shape;378;p2"/>
          <p:cNvSpPr txBox="1">
            <a:spLocks noGrp="1"/>
          </p:cNvSpPr>
          <p:nvPr>
            <p:ph type="body" idx="1"/>
          </p:nvPr>
        </p:nvSpPr>
        <p:spPr>
          <a:xfrm>
            <a:off x="661525" y="1704525"/>
            <a:ext cx="10997100" cy="4634100"/>
          </a:xfrm>
          <a:prstGeom prst="rect">
            <a:avLst/>
          </a:prstGeom>
          <a:noFill/>
          <a:ln>
            <a:noFill/>
          </a:ln>
        </p:spPr>
        <p:txBody>
          <a:bodyPr spcFirstLastPara="1" wrap="square" lIns="0" tIns="0" rIns="0" bIns="0" anchor="t" anchorCtr="0">
            <a:noAutofit/>
          </a:bodyPr>
          <a:lstStyle/>
          <a:p>
            <a:pPr marL="174625" lvl="0" indent="-177800" algn="l" rtl="0">
              <a:lnSpc>
                <a:spcPct val="110000"/>
              </a:lnSpc>
              <a:spcBef>
                <a:spcPts val="0"/>
              </a:spcBef>
              <a:spcAft>
                <a:spcPts val="0"/>
              </a:spcAft>
              <a:buClr>
                <a:schemeClr val="dk1"/>
              </a:buClr>
              <a:buSzPts val="2800"/>
              <a:buFont typeface="Arial"/>
              <a:buChar char="•"/>
            </a:pPr>
            <a:r>
              <a:rPr lang="en-US" sz="2800"/>
              <a:t>Developers (Harvey Mudd College)</a:t>
            </a:r>
            <a:endParaRPr sz="2800"/>
          </a:p>
          <a:p>
            <a:pPr marL="571500" lvl="1" indent="-315912" algn="l" rtl="0">
              <a:lnSpc>
                <a:spcPct val="110000"/>
              </a:lnSpc>
              <a:spcBef>
                <a:spcPts val="0"/>
              </a:spcBef>
              <a:spcAft>
                <a:spcPts val="0"/>
              </a:spcAft>
              <a:buSzPts val="2800"/>
              <a:buChar char="–"/>
            </a:pPr>
            <a:r>
              <a:rPr lang="en-US" sz="2800"/>
              <a:t>Ishaan Gandhi</a:t>
            </a:r>
            <a:endParaRPr sz="2800"/>
          </a:p>
          <a:p>
            <a:pPr marL="571500" lvl="1" indent="-315912" algn="l" rtl="0">
              <a:lnSpc>
                <a:spcPct val="110000"/>
              </a:lnSpc>
              <a:spcBef>
                <a:spcPts val="0"/>
              </a:spcBef>
              <a:spcAft>
                <a:spcPts val="0"/>
              </a:spcAft>
              <a:buSzPts val="2800"/>
              <a:buChar char="–"/>
            </a:pPr>
            <a:r>
              <a:rPr lang="en-US" sz="2800"/>
              <a:t>Andreas Roeseler</a:t>
            </a:r>
            <a:endParaRPr sz="2800"/>
          </a:p>
          <a:p>
            <a:pPr marL="571500" lvl="1" indent="-315912" algn="l" rtl="0">
              <a:lnSpc>
                <a:spcPct val="110000"/>
              </a:lnSpc>
              <a:spcBef>
                <a:spcPts val="0"/>
              </a:spcBef>
              <a:spcAft>
                <a:spcPts val="0"/>
              </a:spcAft>
              <a:buSzPts val="2800"/>
              <a:buChar char="–"/>
            </a:pPr>
            <a:r>
              <a:rPr lang="en-US" sz="2800"/>
              <a:t>Spencer Lang</a:t>
            </a:r>
            <a:endParaRPr sz="2800"/>
          </a:p>
          <a:p>
            <a:pPr marL="571500" lvl="1" indent="-315912" algn="l" rtl="0">
              <a:lnSpc>
                <a:spcPct val="110000"/>
              </a:lnSpc>
              <a:spcBef>
                <a:spcPts val="0"/>
              </a:spcBef>
              <a:spcAft>
                <a:spcPts val="0"/>
              </a:spcAft>
              <a:buSzPts val="2800"/>
              <a:buChar char="–"/>
            </a:pPr>
            <a:r>
              <a:rPr lang="en-US" sz="2800"/>
              <a:t>Nick Ludwig</a:t>
            </a:r>
            <a:endParaRPr sz="2800"/>
          </a:p>
          <a:p>
            <a:pPr marL="174625" lvl="0" indent="-177800" algn="l" rtl="0">
              <a:lnSpc>
                <a:spcPct val="110000"/>
              </a:lnSpc>
              <a:spcBef>
                <a:spcPts val="0"/>
              </a:spcBef>
              <a:spcAft>
                <a:spcPts val="0"/>
              </a:spcAft>
              <a:buClr>
                <a:schemeClr val="dk1"/>
              </a:buClr>
              <a:buSzPts val="2800"/>
              <a:buFont typeface="Arial"/>
              <a:buChar char="•"/>
            </a:pPr>
            <a:r>
              <a:rPr lang="en-US" sz="2800"/>
              <a:t>Mentors</a:t>
            </a:r>
            <a:endParaRPr sz="2800"/>
          </a:p>
          <a:p>
            <a:pPr marL="571500" lvl="1" indent="-315912" algn="l" rtl="0">
              <a:lnSpc>
                <a:spcPct val="110000"/>
              </a:lnSpc>
              <a:spcBef>
                <a:spcPts val="0"/>
              </a:spcBef>
              <a:spcAft>
                <a:spcPts val="0"/>
              </a:spcAft>
              <a:buSzPts val="2800"/>
              <a:buChar char="–"/>
            </a:pPr>
            <a:r>
              <a:rPr lang="en-US" sz="2800"/>
              <a:t>Ron Bonica (Juniper Network)</a:t>
            </a:r>
            <a:endParaRPr sz="2800"/>
          </a:p>
          <a:p>
            <a:pPr marL="571500" lvl="1" indent="-315912" algn="l" rtl="0">
              <a:lnSpc>
                <a:spcPct val="110000"/>
              </a:lnSpc>
              <a:spcBef>
                <a:spcPts val="0"/>
              </a:spcBef>
              <a:spcAft>
                <a:spcPts val="0"/>
              </a:spcAft>
              <a:buSzPts val="2800"/>
              <a:buChar char="–"/>
            </a:pPr>
            <a:r>
              <a:rPr lang="en-US" sz="2800"/>
              <a:t>Zach Dodds (Harvey Mudd College)</a:t>
            </a:r>
            <a:endParaRPr sz="2800"/>
          </a:p>
        </p:txBody>
      </p:sp>
      <p:sp>
        <p:nvSpPr>
          <p:cNvPr id="379" name="Google Shape;379;p2"/>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gcc1188cb85_4_0"/>
          <p:cNvSpPr txBox="1">
            <a:spLocks noGrp="1"/>
          </p:cNvSpPr>
          <p:nvPr>
            <p:ph type="title"/>
          </p:nvPr>
        </p:nvSpPr>
        <p:spPr>
          <a:xfrm>
            <a:off x="665791" y="219197"/>
            <a:ext cx="10992900" cy="8565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1"/>
              </a:buClr>
              <a:buSzPts val="3600"/>
              <a:buFont typeface="Lato"/>
              <a:buNone/>
            </a:pPr>
            <a:r>
              <a:rPr lang="en-US" sz="3600"/>
              <a:t>THE IP OAM TOOLKIT</a:t>
            </a:r>
            <a:endParaRPr/>
          </a:p>
        </p:txBody>
      </p:sp>
      <p:sp>
        <p:nvSpPr>
          <p:cNvPr id="385" name="Google Shape;385;gcc1188cb85_4_0"/>
          <p:cNvSpPr txBox="1">
            <a:spLocks noGrp="1"/>
          </p:cNvSpPr>
          <p:nvPr>
            <p:ph type="body" idx="1"/>
          </p:nvPr>
        </p:nvSpPr>
        <p:spPr>
          <a:xfrm>
            <a:off x="661519" y="2007220"/>
            <a:ext cx="10997100" cy="3758100"/>
          </a:xfrm>
          <a:prstGeom prst="rect">
            <a:avLst/>
          </a:prstGeom>
          <a:noFill/>
          <a:ln>
            <a:noFill/>
          </a:ln>
        </p:spPr>
        <p:txBody>
          <a:bodyPr spcFirstLastPara="1" wrap="square" lIns="0" tIns="0" rIns="0" bIns="0" anchor="t" anchorCtr="0">
            <a:noAutofit/>
          </a:bodyPr>
          <a:lstStyle/>
          <a:p>
            <a:pPr marL="174625" lvl="0" indent="-177800" algn="l" rtl="0">
              <a:lnSpc>
                <a:spcPct val="110000"/>
              </a:lnSpc>
              <a:spcBef>
                <a:spcPts val="0"/>
              </a:spcBef>
              <a:spcAft>
                <a:spcPts val="0"/>
              </a:spcAft>
              <a:buClr>
                <a:schemeClr val="dk1"/>
              </a:buClr>
              <a:buSzPts val="2800"/>
              <a:buFont typeface="Arial"/>
              <a:buChar char="•"/>
            </a:pPr>
            <a:r>
              <a:rPr lang="en-US" sz="2800"/>
              <a:t>PING and TRACEROUTE are the most commonly use tools in the IP OAM Toolkit</a:t>
            </a:r>
            <a:endParaRPr/>
          </a:p>
          <a:p>
            <a:pPr marL="174625" lvl="0" indent="-177800" algn="l" rtl="0">
              <a:lnSpc>
                <a:spcPct val="110000"/>
              </a:lnSpc>
              <a:spcBef>
                <a:spcPts val="1600"/>
              </a:spcBef>
              <a:spcAft>
                <a:spcPts val="0"/>
              </a:spcAft>
              <a:buClr>
                <a:schemeClr val="dk1"/>
              </a:buClr>
              <a:buSzPts val="2800"/>
              <a:buFont typeface="Arial"/>
              <a:buChar char="•"/>
            </a:pPr>
            <a:r>
              <a:rPr lang="en-US" sz="2800"/>
              <a:t>What do they do?</a:t>
            </a:r>
            <a:endParaRPr/>
          </a:p>
          <a:p>
            <a:pPr marL="174625" lvl="0" indent="-177800" algn="l" rtl="0">
              <a:lnSpc>
                <a:spcPct val="110000"/>
              </a:lnSpc>
              <a:spcBef>
                <a:spcPts val="1600"/>
              </a:spcBef>
              <a:spcAft>
                <a:spcPts val="0"/>
              </a:spcAft>
              <a:buClr>
                <a:schemeClr val="dk1"/>
              </a:buClr>
              <a:buSzPts val="2800"/>
              <a:buFont typeface="Arial"/>
              <a:buChar char="•"/>
            </a:pPr>
            <a:r>
              <a:rPr lang="en-US" sz="2800"/>
              <a:t>How do they work?</a:t>
            </a:r>
            <a:endParaRPr/>
          </a:p>
          <a:p>
            <a:pPr marL="174625" lvl="0" indent="-177800" algn="l" rtl="0">
              <a:lnSpc>
                <a:spcPct val="110000"/>
              </a:lnSpc>
              <a:spcBef>
                <a:spcPts val="1600"/>
              </a:spcBef>
              <a:spcAft>
                <a:spcPts val="0"/>
              </a:spcAft>
              <a:buClr>
                <a:schemeClr val="dk1"/>
              </a:buClr>
              <a:buSzPts val="2800"/>
              <a:buFont typeface="Arial"/>
              <a:buChar char="•"/>
            </a:pPr>
            <a:r>
              <a:rPr lang="en-US" sz="2800"/>
              <a:t>What can’t they do?</a:t>
            </a:r>
            <a:endParaRPr/>
          </a:p>
          <a:p>
            <a:pPr marL="174625" lvl="0" indent="-177800" algn="l" rtl="0">
              <a:lnSpc>
                <a:spcPct val="110000"/>
              </a:lnSpc>
              <a:spcBef>
                <a:spcPts val="1600"/>
              </a:spcBef>
              <a:spcAft>
                <a:spcPts val="0"/>
              </a:spcAft>
              <a:buClr>
                <a:schemeClr val="dk1"/>
              </a:buClr>
              <a:buSzPts val="2800"/>
              <a:buFont typeface="Arial"/>
              <a:buChar char="•"/>
            </a:pPr>
            <a:r>
              <a:rPr lang="en-US" sz="2800" b="1" i="1"/>
              <a:t>How can they be enhanced?</a:t>
            </a:r>
            <a:endParaRPr/>
          </a:p>
        </p:txBody>
      </p:sp>
      <p:sp>
        <p:nvSpPr>
          <p:cNvPr id="386" name="Google Shape;386;gcc1188cb85_4_0"/>
          <p:cNvSpPr txBox="1">
            <a:spLocks noGrp="1"/>
          </p:cNvSpPr>
          <p:nvPr>
            <p:ph type="sldNum" idx="12"/>
          </p:nvPr>
        </p:nvSpPr>
        <p:spPr>
          <a:xfrm>
            <a:off x="11294960" y="6614172"/>
            <a:ext cx="327300" cy="143700"/>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3"/>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US"/>
              <a:t>4</a:t>
            </a:fld>
            <a:endParaRPr/>
          </a:p>
        </p:txBody>
      </p:sp>
      <p:sp>
        <p:nvSpPr>
          <p:cNvPr id="392" name="Google Shape;392;p3"/>
          <p:cNvSpPr txBox="1">
            <a:spLocks noGrp="1"/>
          </p:cNvSpPr>
          <p:nvPr>
            <p:ph type="body" idx="1"/>
          </p:nvPr>
        </p:nvSpPr>
        <p:spPr>
          <a:xfrm>
            <a:off x="6490032" y="2485748"/>
            <a:ext cx="5132335" cy="1074199"/>
          </a:xfrm>
          <a:prstGeom prst="rect">
            <a:avLst/>
          </a:prstGeom>
          <a:noFill/>
          <a:ln>
            <a:noFill/>
          </a:ln>
        </p:spPr>
        <p:txBody>
          <a:bodyPr spcFirstLastPara="1" wrap="square" lIns="0" tIns="0" rIns="0" bIns="0" anchor="ctr" anchorCtr="0">
            <a:noAutofit/>
          </a:bodyPr>
          <a:lstStyle/>
          <a:p>
            <a:pPr marL="0" lvl="0" indent="0" algn="l" rtl="0">
              <a:lnSpc>
                <a:spcPct val="110000"/>
              </a:lnSpc>
              <a:spcBef>
                <a:spcPts val="0"/>
              </a:spcBef>
              <a:spcAft>
                <a:spcPts val="0"/>
              </a:spcAft>
              <a:buClr>
                <a:schemeClr val="lt1"/>
              </a:buClr>
              <a:buSzPts val="3200"/>
              <a:buFont typeface="Arial"/>
              <a:buNone/>
            </a:pPr>
            <a:r>
              <a:rPr lang="en-US"/>
              <a:t>PING</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4"/>
          <p:cNvSpPr txBox="1">
            <a:spLocks noGrp="1"/>
          </p:cNvSpPr>
          <p:nvPr>
            <p:ph type="title"/>
          </p:nvPr>
        </p:nvSpPr>
        <p:spPr>
          <a:xfrm>
            <a:off x="665791" y="219197"/>
            <a:ext cx="10992810" cy="856407"/>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1"/>
              </a:buClr>
              <a:buSzPts val="3600"/>
              <a:buFont typeface="Lato"/>
              <a:buNone/>
            </a:pPr>
            <a:r>
              <a:rPr lang="en-US" sz="3600"/>
              <a:t>WHAT DOES IT DO?</a:t>
            </a:r>
            <a:endParaRPr/>
          </a:p>
        </p:txBody>
      </p:sp>
      <p:sp>
        <p:nvSpPr>
          <p:cNvPr id="398" name="Google Shape;398;p4"/>
          <p:cNvSpPr txBox="1">
            <a:spLocks noGrp="1"/>
          </p:cNvSpPr>
          <p:nvPr>
            <p:ph type="body" idx="1"/>
          </p:nvPr>
        </p:nvSpPr>
        <p:spPr>
          <a:xfrm>
            <a:off x="661519" y="2341756"/>
            <a:ext cx="10997082" cy="2553629"/>
          </a:xfrm>
          <a:prstGeom prst="rect">
            <a:avLst/>
          </a:prstGeom>
          <a:noFill/>
          <a:ln>
            <a:noFill/>
          </a:ln>
        </p:spPr>
        <p:txBody>
          <a:bodyPr spcFirstLastPara="1" wrap="square" lIns="0" tIns="0" rIns="0" bIns="0" anchor="t" anchorCtr="0">
            <a:noAutofit/>
          </a:bodyPr>
          <a:lstStyle/>
          <a:p>
            <a:pPr marL="174625" lvl="0" indent="-177800" algn="l" rtl="0">
              <a:lnSpc>
                <a:spcPct val="110000"/>
              </a:lnSpc>
              <a:spcBef>
                <a:spcPts val="0"/>
              </a:spcBef>
              <a:spcAft>
                <a:spcPts val="0"/>
              </a:spcAft>
              <a:buClr>
                <a:schemeClr val="dk1"/>
              </a:buClr>
              <a:buSzPts val="2800"/>
              <a:buFont typeface="Arial"/>
              <a:buChar char="•"/>
            </a:pPr>
            <a:r>
              <a:rPr lang="en-US" sz="2800" dirty="0"/>
              <a:t>Test the liveliness of a </a:t>
            </a:r>
            <a:r>
              <a:rPr lang="en-US" sz="2800" b="1" i="1" dirty="0"/>
              <a:t>reachable</a:t>
            </a:r>
            <a:r>
              <a:rPr lang="en-US" sz="2800" dirty="0"/>
              <a:t> interface</a:t>
            </a:r>
            <a:endParaRPr dirty="0"/>
          </a:p>
          <a:p>
            <a:pPr marL="174625" lvl="0" indent="-177800" algn="l" rtl="0">
              <a:lnSpc>
                <a:spcPct val="110000"/>
              </a:lnSpc>
              <a:spcBef>
                <a:spcPts val="1600"/>
              </a:spcBef>
              <a:spcAft>
                <a:spcPts val="0"/>
              </a:spcAft>
              <a:buClr>
                <a:schemeClr val="dk1"/>
              </a:buClr>
              <a:buSzPts val="2800"/>
              <a:buFont typeface="Arial"/>
              <a:buChar char="•"/>
            </a:pPr>
            <a:r>
              <a:rPr lang="en-US" sz="2800" dirty="0"/>
              <a:t>Test the liveliness of a </a:t>
            </a:r>
            <a:r>
              <a:rPr lang="en-US" sz="2800" b="1" i="1" dirty="0"/>
              <a:t>reachable</a:t>
            </a:r>
            <a:r>
              <a:rPr lang="en-US" sz="2800" dirty="0"/>
              <a:t> node</a:t>
            </a:r>
            <a:endParaRPr dirty="0"/>
          </a:p>
          <a:p>
            <a:pPr marL="571500" lvl="1" indent="-227012" algn="l" rtl="0">
              <a:lnSpc>
                <a:spcPct val="95000"/>
              </a:lnSpc>
              <a:spcBef>
                <a:spcPts val="500"/>
              </a:spcBef>
              <a:spcAft>
                <a:spcPts val="0"/>
              </a:spcAft>
              <a:buClr>
                <a:schemeClr val="dk1"/>
              </a:buClr>
              <a:buSzPts val="2800"/>
              <a:buChar char="–"/>
            </a:pPr>
            <a:r>
              <a:rPr lang="en-US" sz="2800" dirty="0"/>
              <a:t>By testing the liveliness of one of its </a:t>
            </a:r>
            <a:r>
              <a:rPr lang="en-US" sz="2800" b="1" i="1" dirty="0"/>
              <a:t>reachable</a:t>
            </a:r>
            <a:r>
              <a:rPr lang="en-US" sz="2800" dirty="0"/>
              <a:t> interfaces</a:t>
            </a:r>
            <a:endParaRPr dirty="0"/>
          </a:p>
        </p:txBody>
      </p:sp>
      <p:sp>
        <p:nvSpPr>
          <p:cNvPr id="399" name="Google Shape;399;p4"/>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5"/>
          <p:cNvSpPr txBox="1">
            <a:spLocks noGrp="1"/>
          </p:cNvSpPr>
          <p:nvPr>
            <p:ph type="title"/>
          </p:nvPr>
        </p:nvSpPr>
        <p:spPr>
          <a:xfrm>
            <a:off x="665791" y="219197"/>
            <a:ext cx="10992810" cy="856407"/>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1"/>
              </a:buClr>
              <a:buSzPts val="3600"/>
              <a:buFont typeface="Lato"/>
              <a:buNone/>
            </a:pPr>
            <a:r>
              <a:rPr lang="en-US" sz="3600"/>
              <a:t>HOW DOES IT WORK?</a:t>
            </a:r>
            <a:endParaRPr/>
          </a:p>
        </p:txBody>
      </p:sp>
      <p:sp>
        <p:nvSpPr>
          <p:cNvPr id="405" name="Google Shape;405;p5"/>
          <p:cNvSpPr txBox="1">
            <a:spLocks noGrp="1"/>
          </p:cNvSpPr>
          <p:nvPr>
            <p:ph type="body" idx="1"/>
          </p:nvPr>
        </p:nvSpPr>
        <p:spPr>
          <a:xfrm>
            <a:off x="661519" y="1516566"/>
            <a:ext cx="10997082" cy="4705814"/>
          </a:xfrm>
          <a:prstGeom prst="rect">
            <a:avLst/>
          </a:prstGeom>
          <a:noFill/>
          <a:ln>
            <a:noFill/>
          </a:ln>
        </p:spPr>
        <p:txBody>
          <a:bodyPr spcFirstLastPara="1" wrap="square" lIns="0" tIns="0" rIns="0" bIns="0" anchor="t" anchorCtr="0">
            <a:noAutofit/>
          </a:bodyPr>
          <a:lstStyle/>
          <a:p>
            <a:pPr marL="174625" lvl="0" indent="-177800" algn="l" rtl="0">
              <a:lnSpc>
                <a:spcPct val="110000"/>
              </a:lnSpc>
              <a:spcBef>
                <a:spcPts val="0"/>
              </a:spcBef>
              <a:spcAft>
                <a:spcPts val="0"/>
              </a:spcAft>
              <a:buClr>
                <a:schemeClr val="dk1"/>
              </a:buClr>
              <a:buSzPts val="2800"/>
              <a:buFont typeface="Arial"/>
              <a:buChar char="•"/>
            </a:pPr>
            <a:r>
              <a:rPr lang="en-US" sz="2800" dirty="0"/>
              <a:t>A probing node sends an ICMP Echo to a probed interface</a:t>
            </a:r>
            <a:endParaRPr dirty="0"/>
          </a:p>
          <a:p>
            <a:pPr marL="174625" lvl="0" indent="-177800" algn="l" rtl="0">
              <a:lnSpc>
                <a:spcPct val="110000"/>
              </a:lnSpc>
              <a:spcBef>
                <a:spcPts val="1600"/>
              </a:spcBef>
              <a:spcAft>
                <a:spcPts val="0"/>
              </a:spcAft>
              <a:buClr>
                <a:schemeClr val="dk1"/>
              </a:buClr>
              <a:buSzPts val="2800"/>
              <a:buFont typeface="Arial"/>
              <a:buChar char="•"/>
            </a:pPr>
            <a:r>
              <a:rPr lang="en-US" sz="2800" dirty="0"/>
              <a:t>The probed interface sends an ICMP Echo Reply to the probing node</a:t>
            </a:r>
            <a:endParaRPr dirty="0"/>
          </a:p>
          <a:p>
            <a:pPr marL="174625" lvl="0" indent="-177800" algn="l" rtl="0">
              <a:lnSpc>
                <a:spcPct val="110000"/>
              </a:lnSpc>
              <a:spcBef>
                <a:spcPts val="1600"/>
              </a:spcBef>
              <a:spcAft>
                <a:spcPts val="0"/>
              </a:spcAft>
              <a:buClr>
                <a:schemeClr val="dk1"/>
              </a:buClr>
              <a:buSzPts val="2800"/>
              <a:buFont typeface="Arial"/>
              <a:buChar char="•"/>
            </a:pPr>
            <a:r>
              <a:rPr lang="en-US" sz="2800" dirty="0"/>
              <a:t>Nerd Notes</a:t>
            </a:r>
            <a:endParaRPr dirty="0"/>
          </a:p>
          <a:p>
            <a:pPr marL="571500" lvl="1" indent="-227012" algn="l" rtl="0">
              <a:lnSpc>
                <a:spcPct val="95000"/>
              </a:lnSpc>
              <a:spcBef>
                <a:spcPts val="500"/>
              </a:spcBef>
              <a:spcAft>
                <a:spcPts val="0"/>
              </a:spcAft>
              <a:buClr>
                <a:schemeClr val="dk1"/>
              </a:buClr>
              <a:buSzPts val="2800"/>
              <a:buChar char="–"/>
            </a:pPr>
            <a:r>
              <a:rPr lang="en-US" sz="2800" dirty="0"/>
              <a:t>The ICMP Echo may enter the probed node through any of its interfaces</a:t>
            </a:r>
            <a:endParaRPr dirty="0"/>
          </a:p>
          <a:p>
            <a:pPr marL="571500" lvl="1" indent="-227012" algn="l" rtl="0">
              <a:lnSpc>
                <a:spcPct val="95000"/>
              </a:lnSpc>
              <a:spcBef>
                <a:spcPts val="500"/>
              </a:spcBef>
              <a:spcAft>
                <a:spcPts val="0"/>
              </a:spcAft>
              <a:buClr>
                <a:schemeClr val="dk1"/>
              </a:buClr>
              <a:buSzPts val="2800"/>
              <a:buChar char="–"/>
            </a:pPr>
            <a:r>
              <a:rPr lang="en-US" sz="2800" dirty="0"/>
              <a:t>The ICMP Echo reply message may leave the probed node through any of its interfaces</a:t>
            </a:r>
            <a:endParaRPr dirty="0"/>
          </a:p>
          <a:p>
            <a:pPr marL="571500" lvl="1" indent="-227012" algn="l" rtl="0">
              <a:lnSpc>
                <a:spcPct val="95000"/>
              </a:lnSpc>
              <a:spcBef>
                <a:spcPts val="500"/>
              </a:spcBef>
              <a:spcAft>
                <a:spcPts val="0"/>
              </a:spcAft>
              <a:buClr>
                <a:schemeClr val="dk1"/>
              </a:buClr>
              <a:buSzPts val="2800"/>
              <a:buChar char="–"/>
            </a:pPr>
            <a:r>
              <a:rPr lang="en-US" sz="2800" dirty="0"/>
              <a:t>There is no guarantee that that either ICMP message traverses the probed interface</a:t>
            </a:r>
            <a:endParaRPr dirty="0"/>
          </a:p>
        </p:txBody>
      </p:sp>
      <p:sp>
        <p:nvSpPr>
          <p:cNvPr id="406" name="Google Shape;406;p5"/>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6"/>
          <p:cNvSpPr txBox="1">
            <a:spLocks noGrp="1"/>
          </p:cNvSpPr>
          <p:nvPr>
            <p:ph type="title"/>
          </p:nvPr>
        </p:nvSpPr>
        <p:spPr>
          <a:xfrm>
            <a:off x="665791" y="219197"/>
            <a:ext cx="10992810" cy="856407"/>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1"/>
              </a:buClr>
              <a:buSzPts val="3600"/>
              <a:buFont typeface="Lato"/>
              <a:buNone/>
            </a:pPr>
            <a:r>
              <a:rPr lang="en-US" sz="3600"/>
              <a:t>WHAT CAN’T IT DO?</a:t>
            </a:r>
            <a:endParaRPr/>
          </a:p>
        </p:txBody>
      </p:sp>
      <p:sp>
        <p:nvSpPr>
          <p:cNvPr id="412" name="Google Shape;412;p6"/>
          <p:cNvSpPr txBox="1">
            <a:spLocks noGrp="1"/>
          </p:cNvSpPr>
          <p:nvPr>
            <p:ph type="body" idx="1"/>
          </p:nvPr>
        </p:nvSpPr>
        <p:spPr>
          <a:xfrm>
            <a:off x="661519" y="2007220"/>
            <a:ext cx="10997082" cy="3757959"/>
          </a:xfrm>
          <a:prstGeom prst="rect">
            <a:avLst/>
          </a:prstGeom>
          <a:noFill/>
          <a:ln>
            <a:noFill/>
          </a:ln>
        </p:spPr>
        <p:txBody>
          <a:bodyPr spcFirstLastPara="1" wrap="square" lIns="0" tIns="0" rIns="0" bIns="0" anchor="t" anchorCtr="0">
            <a:noAutofit/>
          </a:bodyPr>
          <a:lstStyle/>
          <a:p>
            <a:pPr marL="174625" lvl="0" indent="-177800" algn="l" rtl="0">
              <a:lnSpc>
                <a:spcPct val="110000"/>
              </a:lnSpc>
              <a:spcBef>
                <a:spcPts val="0"/>
              </a:spcBef>
              <a:spcAft>
                <a:spcPts val="0"/>
              </a:spcAft>
              <a:buClr>
                <a:schemeClr val="dk1"/>
              </a:buClr>
              <a:buSzPts val="2800"/>
              <a:buFont typeface="Arial"/>
              <a:buChar char="•"/>
            </a:pPr>
            <a:r>
              <a:rPr lang="en-US" sz="2800" dirty="0"/>
              <a:t>Test the liveliness of </a:t>
            </a:r>
            <a:r>
              <a:rPr lang="en-US" sz="2800" b="1" i="1" dirty="0"/>
              <a:t>less-than-reachable</a:t>
            </a:r>
            <a:r>
              <a:rPr lang="en-US" sz="2800" dirty="0"/>
              <a:t> interface</a:t>
            </a:r>
            <a:endParaRPr dirty="0"/>
          </a:p>
          <a:p>
            <a:pPr marL="174625" lvl="0" indent="-177800" algn="l" rtl="0">
              <a:lnSpc>
                <a:spcPct val="110000"/>
              </a:lnSpc>
              <a:spcBef>
                <a:spcPts val="1600"/>
              </a:spcBef>
              <a:spcAft>
                <a:spcPts val="0"/>
              </a:spcAft>
              <a:buClr>
                <a:schemeClr val="dk1"/>
              </a:buClr>
              <a:buSzPts val="2800"/>
              <a:buFont typeface="Arial"/>
              <a:buChar char="•"/>
            </a:pPr>
            <a:r>
              <a:rPr lang="en-US" sz="2800" dirty="0"/>
              <a:t>Examples of </a:t>
            </a:r>
            <a:r>
              <a:rPr lang="en-US" sz="2800" b="1" i="1" dirty="0"/>
              <a:t>less-than-reachable</a:t>
            </a:r>
            <a:r>
              <a:rPr lang="en-US" sz="2800" dirty="0"/>
              <a:t> interfaces</a:t>
            </a:r>
            <a:endParaRPr dirty="0"/>
          </a:p>
          <a:p>
            <a:pPr marL="571500" lvl="1" indent="-227012" algn="l" rtl="0">
              <a:lnSpc>
                <a:spcPct val="95000"/>
              </a:lnSpc>
              <a:spcBef>
                <a:spcPts val="500"/>
              </a:spcBef>
              <a:spcAft>
                <a:spcPts val="0"/>
              </a:spcAft>
              <a:buClr>
                <a:schemeClr val="dk1"/>
              </a:buClr>
              <a:buSzPts val="2800"/>
              <a:buChar char="–"/>
            </a:pPr>
            <a:r>
              <a:rPr lang="en-US" sz="2800" dirty="0"/>
              <a:t>IPv4 unnumbered</a:t>
            </a:r>
          </a:p>
          <a:p>
            <a:pPr marL="571500" lvl="1" indent="-227012" algn="l" rtl="0">
              <a:lnSpc>
                <a:spcPct val="95000"/>
              </a:lnSpc>
              <a:spcBef>
                <a:spcPts val="500"/>
              </a:spcBef>
              <a:spcAft>
                <a:spcPts val="0"/>
              </a:spcAft>
              <a:buClr>
                <a:schemeClr val="dk1"/>
              </a:buClr>
              <a:buSzPts val="2800"/>
              <a:buChar char="–"/>
            </a:pPr>
            <a:r>
              <a:rPr lang="en-US" sz="2800" dirty="0"/>
              <a:t>IPv6 unicast with narrowly scoped address (link-local, ULA)</a:t>
            </a:r>
            <a:endParaRPr dirty="0"/>
          </a:p>
          <a:p>
            <a:pPr marL="571500" lvl="1" indent="-227012" algn="l" rtl="0">
              <a:lnSpc>
                <a:spcPct val="95000"/>
              </a:lnSpc>
              <a:spcBef>
                <a:spcPts val="500"/>
              </a:spcBef>
              <a:spcAft>
                <a:spcPts val="0"/>
              </a:spcAft>
              <a:buClr>
                <a:schemeClr val="dk1"/>
              </a:buClr>
              <a:buSzPts val="2800"/>
              <a:buChar char="–"/>
            </a:pPr>
            <a:r>
              <a:rPr lang="en-US" sz="2800" dirty="0"/>
              <a:t>Any interface to which the probing node lacks a route </a:t>
            </a:r>
            <a:endParaRPr dirty="0"/>
          </a:p>
          <a:p>
            <a:pPr marL="571500" lvl="1" indent="-49212" algn="l" rtl="0">
              <a:lnSpc>
                <a:spcPct val="95000"/>
              </a:lnSpc>
              <a:spcBef>
                <a:spcPts val="500"/>
              </a:spcBef>
              <a:spcAft>
                <a:spcPts val="0"/>
              </a:spcAft>
              <a:buClr>
                <a:schemeClr val="dk1"/>
              </a:buClr>
              <a:buSzPts val="2800"/>
              <a:buNone/>
            </a:pPr>
            <a:endParaRPr sz="2800" dirty="0"/>
          </a:p>
        </p:txBody>
      </p:sp>
      <p:sp>
        <p:nvSpPr>
          <p:cNvPr id="413" name="Google Shape;413;p6"/>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7"/>
          <p:cNvSpPr txBox="1">
            <a:spLocks noGrp="1"/>
          </p:cNvSpPr>
          <p:nvPr>
            <p:ph type="title"/>
          </p:nvPr>
        </p:nvSpPr>
        <p:spPr>
          <a:xfrm>
            <a:off x="665791" y="219197"/>
            <a:ext cx="10992810" cy="856407"/>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1"/>
              </a:buClr>
              <a:buSzPts val="3600"/>
              <a:buFont typeface="Lato"/>
              <a:buNone/>
            </a:pPr>
            <a:r>
              <a:rPr lang="en-US" sz="3600"/>
              <a:t>HOW CAN IT BE ENHANCED? [RFC 8335]</a:t>
            </a:r>
            <a:endParaRPr/>
          </a:p>
        </p:txBody>
      </p:sp>
      <p:sp>
        <p:nvSpPr>
          <p:cNvPr id="419" name="Google Shape;419;p7"/>
          <p:cNvSpPr txBox="1">
            <a:spLocks noGrp="1"/>
          </p:cNvSpPr>
          <p:nvPr>
            <p:ph type="body" idx="1"/>
          </p:nvPr>
        </p:nvSpPr>
        <p:spPr>
          <a:xfrm>
            <a:off x="661519" y="2007220"/>
            <a:ext cx="10997082" cy="4204009"/>
          </a:xfrm>
          <a:prstGeom prst="rect">
            <a:avLst/>
          </a:prstGeom>
          <a:noFill/>
          <a:ln>
            <a:noFill/>
          </a:ln>
        </p:spPr>
        <p:txBody>
          <a:bodyPr spcFirstLastPara="1" wrap="square" lIns="0" tIns="0" rIns="0" bIns="0" anchor="t" anchorCtr="0">
            <a:noAutofit/>
          </a:bodyPr>
          <a:lstStyle/>
          <a:p>
            <a:pPr marL="174625" lvl="0" indent="-177800" algn="l" rtl="0">
              <a:lnSpc>
                <a:spcPct val="110000"/>
              </a:lnSpc>
              <a:spcBef>
                <a:spcPts val="0"/>
              </a:spcBef>
              <a:spcAft>
                <a:spcPts val="0"/>
              </a:spcAft>
              <a:buClr>
                <a:schemeClr val="dk1"/>
              </a:buClr>
              <a:buSzPts val="2800"/>
              <a:buFont typeface="Arial"/>
              <a:buChar char="•"/>
            </a:pPr>
            <a:r>
              <a:rPr lang="en-US" sz="2800" dirty="0"/>
              <a:t>A </a:t>
            </a:r>
            <a:r>
              <a:rPr lang="en-US" sz="2800" b="1" dirty="0"/>
              <a:t>probing</a:t>
            </a:r>
            <a:r>
              <a:rPr lang="en-US" sz="2800" dirty="0"/>
              <a:t> node sends an ICMP Extended Echo Request to a </a:t>
            </a:r>
            <a:r>
              <a:rPr lang="en-US" sz="2800" b="1" dirty="0"/>
              <a:t>proxy</a:t>
            </a:r>
            <a:r>
              <a:rPr lang="en-US" sz="2800" dirty="0"/>
              <a:t> interface</a:t>
            </a:r>
            <a:endParaRPr dirty="0"/>
          </a:p>
          <a:p>
            <a:pPr marL="571500" lvl="1" indent="-227012" algn="l" rtl="0">
              <a:lnSpc>
                <a:spcPct val="95000"/>
              </a:lnSpc>
              <a:spcBef>
                <a:spcPts val="500"/>
              </a:spcBef>
              <a:spcAft>
                <a:spcPts val="0"/>
              </a:spcAft>
              <a:buClr>
                <a:schemeClr val="dk1"/>
              </a:buClr>
              <a:buSzPts val="2800"/>
              <a:buChar char="–"/>
            </a:pPr>
            <a:r>
              <a:rPr lang="en-US" sz="2800" dirty="0"/>
              <a:t>ICMP Extended Echo Request identifies the </a:t>
            </a:r>
            <a:r>
              <a:rPr lang="en-US" sz="2800" b="1" dirty="0"/>
              <a:t>probed </a:t>
            </a:r>
            <a:r>
              <a:rPr lang="en-US" sz="2800" dirty="0"/>
              <a:t>interface</a:t>
            </a:r>
            <a:endParaRPr dirty="0"/>
          </a:p>
          <a:p>
            <a:pPr marL="174625" lvl="0" indent="-177800" algn="l" rtl="0">
              <a:lnSpc>
                <a:spcPct val="110000"/>
              </a:lnSpc>
              <a:spcBef>
                <a:spcPts val="1600"/>
              </a:spcBef>
              <a:spcAft>
                <a:spcPts val="0"/>
              </a:spcAft>
              <a:buClr>
                <a:schemeClr val="dk1"/>
              </a:buClr>
              <a:buSzPts val="2800"/>
              <a:buFont typeface="Arial"/>
              <a:buChar char="•"/>
            </a:pPr>
            <a:r>
              <a:rPr lang="en-US" sz="2800" dirty="0"/>
              <a:t>The proxy interface sends an Extended ICMP Echo Reply to the probing node</a:t>
            </a:r>
            <a:endParaRPr dirty="0"/>
          </a:p>
          <a:p>
            <a:pPr marL="571500" lvl="1" indent="-227012" algn="l" rtl="0">
              <a:lnSpc>
                <a:spcPct val="95000"/>
              </a:lnSpc>
              <a:spcBef>
                <a:spcPts val="500"/>
              </a:spcBef>
              <a:spcAft>
                <a:spcPts val="0"/>
              </a:spcAft>
              <a:buClr>
                <a:schemeClr val="dk1"/>
              </a:buClr>
              <a:buSzPts val="2800"/>
              <a:buChar char="–"/>
            </a:pPr>
            <a:r>
              <a:rPr lang="en-US" sz="2800" dirty="0"/>
              <a:t>The extended ICMP Echo Reply reports the liveliness of the probed interface</a:t>
            </a:r>
            <a:endParaRPr dirty="0"/>
          </a:p>
          <a:p>
            <a:pPr marL="174625" lvl="0" indent="0" algn="l" rtl="0">
              <a:lnSpc>
                <a:spcPct val="110000"/>
              </a:lnSpc>
              <a:spcBef>
                <a:spcPts val="1600"/>
              </a:spcBef>
              <a:spcAft>
                <a:spcPts val="0"/>
              </a:spcAft>
              <a:buClr>
                <a:schemeClr val="dk1"/>
              </a:buClr>
              <a:buSzPts val="2800"/>
              <a:buFont typeface="Arial"/>
              <a:buNone/>
            </a:pPr>
            <a:endParaRPr sz="2800" dirty="0"/>
          </a:p>
          <a:p>
            <a:pPr marL="174625" lvl="0" indent="0" algn="l" rtl="0">
              <a:lnSpc>
                <a:spcPct val="110000"/>
              </a:lnSpc>
              <a:spcBef>
                <a:spcPts val="1600"/>
              </a:spcBef>
              <a:spcAft>
                <a:spcPts val="0"/>
              </a:spcAft>
              <a:buClr>
                <a:schemeClr val="dk1"/>
              </a:buClr>
              <a:buSzPts val="2800"/>
              <a:buFont typeface="Arial"/>
              <a:buNone/>
            </a:pPr>
            <a:endParaRPr sz="2800" dirty="0"/>
          </a:p>
        </p:txBody>
      </p:sp>
      <p:sp>
        <p:nvSpPr>
          <p:cNvPr id="420" name="Google Shape;420;p7"/>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gcc1188cb85_1_75"/>
          <p:cNvSpPr txBox="1"/>
          <p:nvPr/>
        </p:nvSpPr>
        <p:spPr>
          <a:xfrm>
            <a:off x="0" y="6386200"/>
            <a:ext cx="550800" cy="489900"/>
          </a:xfrm>
          <a:prstGeom prst="rect">
            <a:avLst/>
          </a:prstGeom>
          <a:no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1600">
                <a:solidFill>
                  <a:srgbClr val="666666"/>
                </a:solidFill>
                <a:latin typeface="Calibri"/>
                <a:ea typeface="Calibri"/>
                <a:cs typeface="Calibri"/>
                <a:sym typeface="Calibri"/>
              </a:rPr>
              <a:t>NL</a:t>
            </a:r>
            <a:endParaRPr sz="1600">
              <a:solidFill>
                <a:srgbClr val="666666"/>
              </a:solidFill>
            </a:endParaRPr>
          </a:p>
        </p:txBody>
      </p:sp>
      <p:pic>
        <p:nvPicPr>
          <p:cNvPr id="426" name="Google Shape;426;gcc1188cb85_1_75"/>
          <p:cNvPicPr preferRelativeResize="0"/>
          <p:nvPr/>
        </p:nvPicPr>
        <p:blipFill>
          <a:blip r:embed="rId3">
            <a:alphaModFix/>
          </a:blip>
          <a:stretch>
            <a:fillRect/>
          </a:stretch>
        </p:blipFill>
        <p:spPr>
          <a:xfrm>
            <a:off x="10116567" y="1721017"/>
            <a:ext cx="1552035" cy="1552035"/>
          </a:xfrm>
          <a:prstGeom prst="rect">
            <a:avLst/>
          </a:prstGeom>
          <a:noFill/>
          <a:ln>
            <a:noFill/>
          </a:ln>
        </p:spPr>
      </p:pic>
      <p:sp>
        <p:nvSpPr>
          <p:cNvPr id="427" name="Google Shape;427;gcc1188cb85_1_75"/>
          <p:cNvSpPr/>
          <p:nvPr/>
        </p:nvSpPr>
        <p:spPr>
          <a:xfrm>
            <a:off x="9913383" y="1401600"/>
            <a:ext cx="1958400" cy="2179200"/>
          </a:xfrm>
          <a:prstGeom prst="roundRect">
            <a:avLst>
              <a:gd name="adj" fmla="val 16667"/>
            </a:avLst>
          </a:prstGeom>
          <a:noFill/>
          <a:ln w="28575" cap="flat" cmpd="sng">
            <a:solidFill>
              <a:srgbClr val="000000"/>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pic>
        <p:nvPicPr>
          <p:cNvPr id="429" name="Google Shape;429;gcc1188cb85_1_75"/>
          <p:cNvPicPr preferRelativeResize="0"/>
          <p:nvPr/>
        </p:nvPicPr>
        <p:blipFill>
          <a:blip r:embed="rId4">
            <a:alphaModFix/>
          </a:blip>
          <a:stretch>
            <a:fillRect/>
          </a:stretch>
        </p:blipFill>
        <p:spPr>
          <a:xfrm>
            <a:off x="550800" y="1858396"/>
            <a:ext cx="1745600" cy="1745600"/>
          </a:xfrm>
          <a:prstGeom prst="rect">
            <a:avLst/>
          </a:prstGeom>
          <a:noFill/>
          <a:ln>
            <a:noFill/>
          </a:ln>
        </p:spPr>
      </p:pic>
      <p:cxnSp>
        <p:nvCxnSpPr>
          <p:cNvPr id="430" name="Google Shape;430;gcc1188cb85_1_75"/>
          <p:cNvCxnSpPr/>
          <p:nvPr/>
        </p:nvCxnSpPr>
        <p:spPr>
          <a:xfrm>
            <a:off x="2440400" y="2970163"/>
            <a:ext cx="6651000" cy="38400"/>
          </a:xfrm>
          <a:prstGeom prst="straightConnector1">
            <a:avLst/>
          </a:prstGeom>
          <a:noFill/>
          <a:ln w="28575" cap="flat" cmpd="sng">
            <a:solidFill>
              <a:srgbClr val="FFFFFF"/>
            </a:solidFill>
            <a:prstDash val="solid"/>
            <a:round/>
            <a:headEnd type="triangle" w="med" len="med"/>
            <a:tailEnd type="none" w="med" len="med"/>
          </a:ln>
        </p:spPr>
      </p:cxnSp>
      <p:cxnSp>
        <p:nvCxnSpPr>
          <p:cNvPr id="431" name="Google Shape;431;gcc1188cb85_1_75"/>
          <p:cNvCxnSpPr/>
          <p:nvPr/>
        </p:nvCxnSpPr>
        <p:spPr>
          <a:xfrm>
            <a:off x="2430800" y="2154163"/>
            <a:ext cx="6805200" cy="13500"/>
          </a:xfrm>
          <a:prstGeom prst="straightConnector1">
            <a:avLst/>
          </a:prstGeom>
          <a:noFill/>
          <a:ln w="28575" cap="flat" cmpd="sng">
            <a:solidFill>
              <a:srgbClr val="FFFFFF"/>
            </a:solidFill>
            <a:prstDash val="solid"/>
            <a:round/>
            <a:headEnd type="none" w="med" len="med"/>
            <a:tailEnd type="triangle" w="med" len="med"/>
          </a:ln>
        </p:spPr>
      </p:cxnSp>
      <p:sp>
        <p:nvSpPr>
          <p:cNvPr id="432" name="Google Shape;432;gcc1188cb85_1_75"/>
          <p:cNvSpPr txBox="1"/>
          <p:nvPr/>
        </p:nvSpPr>
        <p:spPr>
          <a:xfrm>
            <a:off x="10797000" y="1736200"/>
            <a:ext cx="393600" cy="367500"/>
          </a:xfrm>
          <a:prstGeom prst="rect">
            <a:avLst/>
          </a:prstGeom>
          <a:noFill/>
          <a:ln>
            <a:noFill/>
          </a:ln>
        </p:spPr>
        <p:txBody>
          <a:bodyPr spcFirstLastPara="1" wrap="square" lIns="121900" tIns="121900" rIns="121900" bIns="121900" anchor="t" anchorCtr="0">
            <a:noAutofit/>
          </a:bodyPr>
          <a:lstStyle/>
          <a:p>
            <a:pPr marL="0" lvl="0" indent="0" algn="ctr" rtl="0">
              <a:spcBef>
                <a:spcPts val="0"/>
              </a:spcBef>
              <a:spcAft>
                <a:spcPts val="0"/>
              </a:spcAft>
              <a:buNone/>
            </a:pPr>
            <a:r>
              <a:rPr lang="en-US" sz="1300">
                <a:solidFill>
                  <a:srgbClr val="FFFFFF"/>
                </a:solidFill>
                <a:latin typeface="Consolas"/>
                <a:ea typeface="Consolas"/>
                <a:cs typeface="Consolas"/>
                <a:sym typeface="Consolas"/>
              </a:rPr>
              <a:t>1</a:t>
            </a:r>
            <a:endParaRPr sz="1300">
              <a:solidFill>
                <a:srgbClr val="FFFFFF"/>
              </a:solidFill>
              <a:latin typeface="Consolas"/>
              <a:ea typeface="Consolas"/>
              <a:cs typeface="Consolas"/>
              <a:sym typeface="Consolas"/>
            </a:endParaRPr>
          </a:p>
        </p:txBody>
      </p:sp>
      <p:sp>
        <p:nvSpPr>
          <p:cNvPr id="433" name="Google Shape;433;gcc1188cb85_1_75"/>
          <p:cNvSpPr txBox="1"/>
          <p:nvPr/>
        </p:nvSpPr>
        <p:spPr>
          <a:xfrm>
            <a:off x="10797000" y="2255520"/>
            <a:ext cx="393600" cy="367500"/>
          </a:xfrm>
          <a:prstGeom prst="rect">
            <a:avLst/>
          </a:prstGeom>
          <a:noFill/>
          <a:ln>
            <a:noFill/>
          </a:ln>
        </p:spPr>
        <p:txBody>
          <a:bodyPr spcFirstLastPara="1" wrap="square" lIns="121900" tIns="121900" rIns="121900" bIns="121900" anchor="t" anchorCtr="0">
            <a:noAutofit/>
          </a:bodyPr>
          <a:lstStyle/>
          <a:p>
            <a:pPr marL="0" lvl="0" indent="0" algn="ctr" rtl="0">
              <a:spcBef>
                <a:spcPts val="0"/>
              </a:spcBef>
              <a:spcAft>
                <a:spcPts val="0"/>
              </a:spcAft>
              <a:buNone/>
            </a:pPr>
            <a:r>
              <a:rPr lang="en-US" sz="1300">
                <a:solidFill>
                  <a:srgbClr val="FFFFFF"/>
                </a:solidFill>
                <a:latin typeface="Consolas"/>
                <a:ea typeface="Consolas"/>
                <a:cs typeface="Consolas"/>
                <a:sym typeface="Consolas"/>
              </a:rPr>
              <a:t>2</a:t>
            </a:r>
            <a:endParaRPr sz="1300">
              <a:solidFill>
                <a:srgbClr val="FFFFFF"/>
              </a:solidFill>
              <a:latin typeface="Consolas"/>
              <a:ea typeface="Consolas"/>
              <a:cs typeface="Consolas"/>
              <a:sym typeface="Consolas"/>
            </a:endParaRPr>
          </a:p>
          <a:p>
            <a:pPr marL="0" lvl="0" indent="0" algn="ctr" rtl="0">
              <a:spcBef>
                <a:spcPts val="0"/>
              </a:spcBef>
              <a:spcAft>
                <a:spcPts val="0"/>
              </a:spcAft>
              <a:buNone/>
            </a:pPr>
            <a:endParaRPr sz="1300">
              <a:solidFill>
                <a:srgbClr val="FFFFFF"/>
              </a:solidFill>
              <a:latin typeface="Consolas"/>
              <a:ea typeface="Consolas"/>
              <a:cs typeface="Consolas"/>
              <a:sym typeface="Consolas"/>
            </a:endParaRPr>
          </a:p>
        </p:txBody>
      </p:sp>
      <p:sp>
        <p:nvSpPr>
          <p:cNvPr id="434" name="Google Shape;434;gcc1188cb85_1_75"/>
          <p:cNvSpPr txBox="1"/>
          <p:nvPr/>
        </p:nvSpPr>
        <p:spPr>
          <a:xfrm>
            <a:off x="10797000" y="2791968"/>
            <a:ext cx="393600" cy="367500"/>
          </a:xfrm>
          <a:prstGeom prst="rect">
            <a:avLst/>
          </a:prstGeom>
          <a:noFill/>
          <a:ln>
            <a:noFill/>
          </a:ln>
        </p:spPr>
        <p:txBody>
          <a:bodyPr spcFirstLastPara="1" wrap="square" lIns="121900" tIns="121900" rIns="121900" bIns="121900" anchor="t" anchorCtr="0">
            <a:noAutofit/>
          </a:bodyPr>
          <a:lstStyle/>
          <a:p>
            <a:pPr marL="0" lvl="0" indent="0" algn="ctr" rtl="0">
              <a:spcBef>
                <a:spcPts val="0"/>
              </a:spcBef>
              <a:spcAft>
                <a:spcPts val="0"/>
              </a:spcAft>
              <a:buNone/>
            </a:pPr>
            <a:r>
              <a:rPr lang="en-US" sz="1300">
                <a:solidFill>
                  <a:srgbClr val="FFFFFF"/>
                </a:solidFill>
                <a:latin typeface="Consolas"/>
                <a:ea typeface="Consolas"/>
                <a:cs typeface="Consolas"/>
                <a:sym typeface="Consolas"/>
              </a:rPr>
              <a:t>3</a:t>
            </a:r>
            <a:endParaRPr sz="1300">
              <a:solidFill>
                <a:srgbClr val="FFFFFF"/>
              </a:solidFill>
              <a:latin typeface="Consolas"/>
              <a:ea typeface="Consolas"/>
              <a:cs typeface="Consolas"/>
              <a:sym typeface="Consolas"/>
            </a:endParaRPr>
          </a:p>
          <a:p>
            <a:pPr marL="0" lvl="0" indent="0" algn="ctr" rtl="0">
              <a:spcBef>
                <a:spcPts val="0"/>
              </a:spcBef>
              <a:spcAft>
                <a:spcPts val="0"/>
              </a:spcAft>
              <a:buNone/>
            </a:pPr>
            <a:endParaRPr sz="1300">
              <a:solidFill>
                <a:srgbClr val="FFFFFF"/>
              </a:solidFill>
              <a:latin typeface="Consolas"/>
              <a:ea typeface="Consolas"/>
              <a:cs typeface="Consolas"/>
              <a:sym typeface="Consolas"/>
            </a:endParaRPr>
          </a:p>
        </p:txBody>
      </p:sp>
      <p:sp>
        <p:nvSpPr>
          <p:cNvPr id="435" name="Google Shape;435;gcc1188cb85_1_75"/>
          <p:cNvSpPr txBox="1"/>
          <p:nvPr/>
        </p:nvSpPr>
        <p:spPr>
          <a:xfrm>
            <a:off x="647600" y="1390096"/>
            <a:ext cx="1551900" cy="659700"/>
          </a:xfrm>
          <a:prstGeom prst="rect">
            <a:avLst/>
          </a:prstGeom>
          <a:noFill/>
          <a:ln>
            <a:noFill/>
          </a:ln>
        </p:spPr>
        <p:txBody>
          <a:bodyPr spcFirstLastPara="1" wrap="square" lIns="121900" tIns="121900" rIns="121900" bIns="121900" anchor="t" anchorCtr="0">
            <a:noAutofit/>
          </a:bodyPr>
          <a:lstStyle/>
          <a:p>
            <a:pPr marL="0" lvl="0" indent="0" algn="ctr" rtl="0">
              <a:spcBef>
                <a:spcPts val="0"/>
              </a:spcBef>
              <a:spcAft>
                <a:spcPts val="0"/>
              </a:spcAft>
              <a:buNone/>
            </a:pPr>
            <a:r>
              <a:rPr lang="en-US" sz="1900">
                <a:solidFill>
                  <a:srgbClr val="FFFFFF"/>
                </a:solidFill>
                <a:latin typeface="Consolas"/>
                <a:ea typeface="Consolas"/>
                <a:cs typeface="Consolas"/>
                <a:sym typeface="Consolas"/>
              </a:rPr>
              <a:t>Nick’s</a:t>
            </a:r>
            <a:endParaRPr sz="1900">
              <a:solidFill>
                <a:srgbClr val="FFFFFF"/>
              </a:solidFill>
              <a:latin typeface="Consolas"/>
              <a:ea typeface="Consolas"/>
              <a:cs typeface="Consolas"/>
              <a:sym typeface="Consolas"/>
            </a:endParaRPr>
          </a:p>
          <a:p>
            <a:pPr marL="0" lvl="0" indent="0" algn="ctr" rtl="0">
              <a:spcBef>
                <a:spcPts val="0"/>
              </a:spcBef>
              <a:spcAft>
                <a:spcPts val="0"/>
              </a:spcAft>
              <a:buNone/>
            </a:pPr>
            <a:r>
              <a:rPr lang="en-US" sz="1900">
                <a:solidFill>
                  <a:srgbClr val="FFFFFF"/>
                </a:solidFill>
                <a:latin typeface="Consolas"/>
                <a:ea typeface="Consolas"/>
                <a:cs typeface="Consolas"/>
                <a:sym typeface="Consolas"/>
              </a:rPr>
              <a:t>Machine</a:t>
            </a:r>
            <a:endParaRPr sz="1900">
              <a:solidFill>
                <a:srgbClr val="FFFFFF"/>
              </a:solidFill>
              <a:latin typeface="Consolas"/>
              <a:ea typeface="Consolas"/>
              <a:cs typeface="Consolas"/>
              <a:sym typeface="Consolas"/>
            </a:endParaRPr>
          </a:p>
        </p:txBody>
      </p:sp>
      <p:sp>
        <p:nvSpPr>
          <p:cNvPr id="436" name="Google Shape;436;gcc1188cb85_1_75"/>
          <p:cNvSpPr/>
          <p:nvPr/>
        </p:nvSpPr>
        <p:spPr>
          <a:xfrm>
            <a:off x="137525" y="3967225"/>
            <a:ext cx="4060800" cy="950400"/>
          </a:xfrm>
          <a:prstGeom prst="roundRect">
            <a:avLst>
              <a:gd name="adj" fmla="val 16667"/>
            </a:avLst>
          </a:prstGeom>
          <a:solidFill>
            <a:srgbClr val="FCE5CD"/>
          </a:solidFill>
          <a:ln w="19050" cap="flat" cmpd="sng">
            <a:solidFill>
              <a:srgbClr val="FFAB40"/>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37" name="Google Shape;437;gcc1188cb85_1_75"/>
          <p:cNvSpPr txBox="1"/>
          <p:nvPr/>
        </p:nvSpPr>
        <p:spPr>
          <a:xfrm>
            <a:off x="708725" y="3997992"/>
            <a:ext cx="2908800" cy="919500"/>
          </a:xfrm>
          <a:prstGeom prst="rect">
            <a:avLst/>
          </a:prstGeom>
          <a:no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1900" b="1">
                <a:latin typeface="Consolas"/>
                <a:ea typeface="Consolas"/>
                <a:cs typeface="Consolas"/>
                <a:sym typeface="Consolas"/>
              </a:rPr>
              <a:t>Interface 3 is up.</a:t>
            </a:r>
            <a:endParaRPr sz="1900" b="1">
              <a:latin typeface="Consolas"/>
              <a:ea typeface="Consolas"/>
              <a:cs typeface="Consolas"/>
              <a:sym typeface="Consolas"/>
            </a:endParaRPr>
          </a:p>
        </p:txBody>
      </p:sp>
      <p:cxnSp>
        <p:nvCxnSpPr>
          <p:cNvPr id="438" name="Google Shape;438;gcc1188cb85_1_75"/>
          <p:cNvCxnSpPr/>
          <p:nvPr/>
        </p:nvCxnSpPr>
        <p:spPr>
          <a:xfrm>
            <a:off x="9393483" y="2220300"/>
            <a:ext cx="801600" cy="170700"/>
          </a:xfrm>
          <a:prstGeom prst="straightConnector1">
            <a:avLst/>
          </a:prstGeom>
          <a:noFill/>
          <a:ln w="28575" cap="flat" cmpd="sng">
            <a:solidFill>
              <a:srgbClr val="FFFFFF"/>
            </a:solidFill>
            <a:prstDash val="solid"/>
            <a:round/>
            <a:headEnd type="none" w="med" len="med"/>
            <a:tailEnd type="triangle" w="med" len="med"/>
          </a:ln>
        </p:spPr>
      </p:cxnSp>
      <p:cxnSp>
        <p:nvCxnSpPr>
          <p:cNvPr id="439" name="Google Shape;439;gcc1188cb85_1_75"/>
          <p:cNvCxnSpPr/>
          <p:nvPr/>
        </p:nvCxnSpPr>
        <p:spPr>
          <a:xfrm flipH="1">
            <a:off x="9236000" y="2561900"/>
            <a:ext cx="945900" cy="408300"/>
          </a:xfrm>
          <a:prstGeom prst="straightConnector1">
            <a:avLst/>
          </a:prstGeom>
          <a:noFill/>
          <a:ln w="28575" cap="flat" cmpd="sng">
            <a:solidFill>
              <a:srgbClr val="FFFFFF"/>
            </a:solidFill>
            <a:prstDash val="solid"/>
            <a:round/>
            <a:headEnd type="none" w="med" len="med"/>
            <a:tailEnd type="triangle" w="med" len="med"/>
          </a:ln>
        </p:spPr>
      </p:cxnSp>
      <p:sp>
        <p:nvSpPr>
          <p:cNvPr id="440" name="Google Shape;440;gcc1188cb85_1_75"/>
          <p:cNvSpPr/>
          <p:nvPr/>
        </p:nvSpPr>
        <p:spPr>
          <a:xfrm>
            <a:off x="5545100" y="1099400"/>
            <a:ext cx="4060800" cy="950400"/>
          </a:xfrm>
          <a:prstGeom prst="roundRect">
            <a:avLst>
              <a:gd name="adj" fmla="val 16667"/>
            </a:avLst>
          </a:prstGeom>
          <a:solidFill>
            <a:srgbClr val="FCE5CD"/>
          </a:solidFill>
          <a:ln w="19050" cap="flat" cmpd="sng">
            <a:solidFill>
              <a:srgbClr val="FFAB40"/>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a:p>
        </p:txBody>
      </p:sp>
      <p:sp>
        <p:nvSpPr>
          <p:cNvPr id="441" name="Google Shape;441;gcc1188cb85_1_75"/>
          <p:cNvSpPr txBox="1"/>
          <p:nvPr/>
        </p:nvSpPr>
        <p:spPr>
          <a:xfrm>
            <a:off x="6116300" y="1130167"/>
            <a:ext cx="2908800" cy="919500"/>
          </a:xfrm>
          <a:prstGeom prst="rect">
            <a:avLst/>
          </a:prstGeom>
          <a:no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1900" b="1">
                <a:latin typeface="Consolas"/>
                <a:ea typeface="Consolas"/>
                <a:cs typeface="Consolas"/>
                <a:sym typeface="Consolas"/>
              </a:rPr>
              <a:t>How is interface 3?</a:t>
            </a:r>
            <a:endParaRPr sz="1900" b="1">
              <a:latin typeface="Consolas"/>
              <a:ea typeface="Consolas"/>
              <a:cs typeface="Consolas"/>
              <a:sym typeface="Consola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8"/>
          <p:cNvSpPr txBox="1">
            <a:spLocks noGrp="1"/>
          </p:cNvSpPr>
          <p:nvPr>
            <p:ph type="title"/>
          </p:nvPr>
        </p:nvSpPr>
        <p:spPr>
          <a:xfrm>
            <a:off x="665791" y="219197"/>
            <a:ext cx="10992810" cy="856407"/>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1"/>
              </a:buClr>
              <a:buSzPts val="3600"/>
              <a:buFont typeface="Lato"/>
              <a:buNone/>
            </a:pPr>
            <a:r>
              <a:rPr lang="en-US" sz="3600"/>
              <a:t>RFC 8335 NERD NOTES</a:t>
            </a:r>
            <a:endParaRPr/>
          </a:p>
        </p:txBody>
      </p:sp>
      <p:sp>
        <p:nvSpPr>
          <p:cNvPr id="447" name="Google Shape;447;p8"/>
          <p:cNvSpPr txBox="1">
            <a:spLocks noGrp="1"/>
          </p:cNvSpPr>
          <p:nvPr>
            <p:ph type="body" idx="1"/>
          </p:nvPr>
        </p:nvSpPr>
        <p:spPr>
          <a:xfrm>
            <a:off x="661519" y="1828800"/>
            <a:ext cx="10997082" cy="4382429"/>
          </a:xfrm>
          <a:prstGeom prst="rect">
            <a:avLst/>
          </a:prstGeom>
          <a:noFill/>
          <a:ln>
            <a:noFill/>
          </a:ln>
        </p:spPr>
        <p:txBody>
          <a:bodyPr spcFirstLastPara="1" wrap="square" lIns="0" tIns="0" rIns="0" bIns="0" anchor="t" anchorCtr="0">
            <a:noAutofit/>
          </a:bodyPr>
          <a:lstStyle/>
          <a:p>
            <a:pPr marL="174625" lvl="0" indent="-177800" algn="l" rtl="0">
              <a:lnSpc>
                <a:spcPct val="110000"/>
              </a:lnSpc>
              <a:spcBef>
                <a:spcPts val="0"/>
              </a:spcBef>
              <a:spcAft>
                <a:spcPts val="0"/>
              </a:spcAft>
              <a:buClr>
                <a:schemeClr val="dk1"/>
              </a:buClr>
              <a:buSzPts val="2800"/>
              <a:buFont typeface="Arial"/>
              <a:buChar char="•"/>
            </a:pPr>
            <a:r>
              <a:rPr lang="en-US" sz="2800"/>
              <a:t>The proxy interface can be different from the probed interface</a:t>
            </a:r>
            <a:endParaRPr/>
          </a:p>
          <a:p>
            <a:pPr marL="571500" lvl="1" indent="-227012" algn="l" rtl="0">
              <a:lnSpc>
                <a:spcPct val="95000"/>
              </a:lnSpc>
              <a:spcBef>
                <a:spcPts val="500"/>
              </a:spcBef>
              <a:spcAft>
                <a:spcPts val="0"/>
              </a:spcAft>
              <a:buClr>
                <a:schemeClr val="dk1"/>
              </a:buClr>
              <a:buSzPts val="2800"/>
              <a:buChar char="–"/>
            </a:pPr>
            <a:r>
              <a:rPr lang="en-US" sz="2800"/>
              <a:t>And is different in most cases</a:t>
            </a:r>
            <a:endParaRPr/>
          </a:p>
          <a:p>
            <a:pPr marL="174625" lvl="0" indent="-177800" algn="l" rtl="0">
              <a:lnSpc>
                <a:spcPct val="110000"/>
              </a:lnSpc>
              <a:spcBef>
                <a:spcPts val="1600"/>
              </a:spcBef>
              <a:spcAft>
                <a:spcPts val="0"/>
              </a:spcAft>
              <a:buClr>
                <a:schemeClr val="dk1"/>
              </a:buClr>
              <a:buSzPts val="2800"/>
              <a:buFont typeface="Arial"/>
              <a:buChar char="•"/>
            </a:pPr>
            <a:r>
              <a:rPr lang="en-US" sz="2800"/>
              <a:t>The proxy interface must be </a:t>
            </a:r>
            <a:r>
              <a:rPr lang="en-US" sz="2800" b="1" i="1"/>
              <a:t>reachable</a:t>
            </a:r>
            <a:r>
              <a:rPr lang="en-US" sz="2800"/>
              <a:t> from the probing node</a:t>
            </a:r>
            <a:endParaRPr/>
          </a:p>
          <a:p>
            <a:pPr marL="174625" lvl="0" indent="-177800" algn="l" rtl="0">
              <a:lnSpc>
                <a:spcPct val="110000"/>
              </a:lnSpc>
              <a:spcBef>
                <a:spcPts val="1600"/>
              </a:spcBef>
              <a:spcAft>
                <a:spcPts val="0"/>
              </a:spcAft>
              <a:buClr>
                <a:schemeClr val="dk1"/>
              </a:buClr>
              <a:buSzPts val="2800"/>
              <a:buFont typeface="Arial"/>
              <a:buChar char="•"/>
            </a:pPr>
            <a:r>
              <a:rPr lang="en-US" sz="2800"/>
              <a:t>The proxy interface must reside on one of the following</a:t>
            </a:r>
            <a:endParaRPr/>
          </a:p>
          <a:p>
            <a:pPr marL="571500" lvl="1" indent="-227012" algn="l" rtl="0">
              <a:lnSpc>
                <a:spcPct val="95000"/>
              </a:lnSpc>
              <a:spcBef>
                <a:spcPts val="500"/>
              </a:spcBef>
              <a:spcAft>
                <a:spcPts val="0"/>
              </a:spcAft>
              <a:buClr>
                <a:schemeClr val="dk1"/>
              </a:buClr>
              <a:buSzPts val="2800"/>
              <a:buChar char="–"/>
            </a:pPr>
            <a:r>
              <a:rPr lang="en-US" sz="2800"/>
              <a:t>The same node as the probed interface</a:t>
            </a:r>
            <a:endParaRPr/>
          </a:p>
          <a:p>
            <a:pPr marL="571500" lvl="1" indent="-227012" algn="l" rtl="0">
              <a:lnSpc>
                <a:spcPct val="95000"/>
              </a:lnSpc>
              <a:spcBef>
                <a:spcPts val="500"/>
              </a:spcBef>
              <a:spcAft>
                <a:spcPts val="0"/>
              </a:spcAft>
              <a:buClr>
                <a:schemeClr val="dk1"/>
              </a:buClr>
              <a:buSzPts val="2800"/>
              <a:buChar char="–"/>
            </a:pPr>
            <a:r>
              <a:rPr lang="en-US" sz="2800"/>
              <a:t>A node that is directly connected to the probed interface</a:t>
            </a:r>
            <a:endParaRPr/>
          </a:p>
          <a:p>
            <a:pPr marL="174625" lvl="0" indent="0" algn="l" rtl="0">
              <a:lnSpc>
                <a:spcPct val="110000"/>
              </a:lnSpc>
              <a:spcBef>
                <a:spcPts val="1600"/>
              </a:spcBef>
              <a:spcAft>
                <a:spcPts val="0"/>
              </a:spcAft>
              <a:buClr>
                <a:schemeClr val="dk1"/>
              </a:buClr>
              <a:buSzPts val="2800"/>
              <a:buFont typeface="Arial"/>
              <a:buNone/>
            </a:pPr>
            <a:endParaRPr sz="2800"/>
          </a:p>
          <a:p>
            <a:pPr marL="174625" lvl="0" indent="0" algn="l" rtl="0">
              <a:lnSpc>
                <a:spcPct val="110000"/>
              </a:lnSpc>
              <a:spcBef>
                <a:spcPts val="1600"/>
              </a:spcBef>
              <a:spcAft>
                <a:spcPts val="0"/>
              </a:spcAft>
              <a:buClr>
                <a:schemeClr val="dk1"/>
              </a:buClr>
              <a:buSzPts val="2800"/>
              <a:buFont typeface="Arial"/>
              <a:buNone/>
            </a:pPr>
            <a:endParaRPr sz="2800"/>
          </a:p>
        </p:txBody>
      </p:sp>
      <p:sp>
        <p:nvSpPr>
          <p:cNvPr id="448" name="Google Shape;448;p8"/>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9"/>
          <p:cNvSpPr txBox="1">
            <a:spLocks noGrp="1"/>
          </p:cNvSpPr>
          <p:nvPr>
            <p:ph type="title"/>
          </p:nvPr>
        </p:nvSpPr>
        <p:spPr>
          <a:xfrm>
            <a:off x="665791" y="219197"/>
            <a:ext cx="10992810" cy="856407"/>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1"/>
              </a:buClr>
              <a:buSzPts val="3600"/>
              <a:buFont typeface="Lato"/>
              <a:buNone/>
            </a:pPr>
            <a:r>
              <a:rPr lang="en-US" sz="3600"/>
              <a:t>Example Usage</a:t>
            </a:r>
            <a:endParaRPr/>
          </a:p>
        </p:txBody>
      </p:sp>
      <p:sp>
        <p:nvSpPr>
          <p:cNvPr id="454" name="Google Shape;454;p9"/>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US"/>
              <a:t>11</a:t>
            </a:fld>
            <a:endParaRPr/>
          </a:p>
        </p:txBody>
      </p:sp>
      <p:pic>
        <p:nvPicPr>
          <p:cNvPr id="455" name="Google Shape;455;p9"/>
          <p:cNvPicPr preferRelativeResize="0"/>
          <p:nvPr/>
        </p:nvPicPr>
        <p:blipFill rotWithShape="1">
          <a:blip r:embed="rId3">
            <a:alphaModFix/>
          </a:blip>
          <a:srcRect t="54088" r="19993" b="26815"/>
          <a:stretch/>
        </p:blipFill>
        <p:spPr>
          <a:xfrm>
            <a:off x="1336350" y="2993700"/>
            <a:ext cx="9519299" cy="1431000"/>
          </a:xfrm>
          <a:prstGeom prst="rect">
            <a:avLst/>
          </a:prstGeom>
          <a:noFill/>
          <a:ln>
            <a:noFill/>
          </a:ln>
        </p:spPr>
      </p:pic>
      <p:pic>
        <p:nvPicPr>
          <p:cNvPr id="456" name="Google Shape;456;p9"/>
          <p:cNvPicPr preferRelativeResize="0"/>
          <p:nvPr/>
        </p:nvPicPr>
        <p:blipFill rotWithShape="1">
          <a:blip r:embed="rId3">
            <a:alphaModFix/>
          </a:blip>
          <a:srcRect r="19993" b="88958"/>
          <a:stretch/>
        </p:blipFill>
        <p:spPr>
          <a:xfrm>
            <a:off x="1336350" y="2175300"/>
            <a:ext cx="9519299" cy="827400"/>
          </a:xfrm>
          <a:prstGeom prst="rect">
            <a:avLst/>
          </a:prstGeom>
          <a:noFill/>
          <a:ln>
            <a:noFill/>
          </a:ln>
        </p:spPr>
      </p:pic>
      <p:pic>
        <p:nvPicPr>
          <p:cNvPr id="457" name="Google Shape;457;p9"/>
          <p:cNvPicPr preferRelativeResize="0"/>
          <p:nvPr/>
        </p:nvPicPr>
        <p:blipFill rotWithShape="1">
          <a:blip r:embed="rId3">
            <a:alphaModFix/>
          </a:blip>
          <a:srcRect l="53804" t="72503" r="24259" b="24242"/>
          <a:stretch/>
        </p:blipFill>
        <p:spPr>
          <a:xfrm>
            <a:off x="7700800" y="3761175"/>
            <a:ext cx="2610000" cy="2438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gcc1188cb85_5_6"/>
          <p:cNvSpPr txBox="1">
            <a:spLocks noGrp="1"/>
          </p:cNvSpPr>
          <p:nvPr>
            <p:ph type="title"/>
          </p:nvPr>
        </p:nvSpPr>
        <p:spPr>
          <a:xfrm>
            <a:off x="665791" y="219197"/>
            <a:ext cx="10992900" cy="8565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1"/>
              </a:buClr>
              <a:buSzPts val="3600"/>
              <a:buFont typeface="Lato"/>
              <a:buNone/>
            </a:pPr>
            <a:r>
              <a:rPr lang="en-US" sz="3600"/>
              <a:t>SECURITY CONSIDERATIONS</a:t>
            </a:r>
            <a:endParaRPr/>
          </a:p>
        </p:txBody>
      </p:sp>
      <p:sp>
        <p:nvSpPr>
          <p:cNvPr id="463" name="Google Shape;463;gcc1188cb85_5_6"/>
          <p:cNvSpPr txBox="1">
            <a:spLocks noGrp="1"/>
          </p:cNvSpPr>
          <p:nvPr>
            <p:ph type="body" idx="1"/>
          </p:nvPr>
        </p:nvSpPr>
        <p:spPr>
          <a:xfrm>
            <a:off x="661519" y="1828800"/>
            <a:ext cx="10997100" cy="4382400"/>
          </a:xfrm>
          <a:prstGeom prst="rect">
            <a:avLst/>
          </a:prstGeom>
          <a:noFill/>
          <a:ln>
            <a:noFill/>
          </a:ln>
        </p:spPr>
        <p:txBody>
          <a:bodyPr spcFirstLastPara="1" wrap="square" lIns="0" tIns="0" rIns="0" bIns="0" anchor="t" anchorCtr="0">
            <a:noAutofit/>
          </a:bodyPr>
          <a:lstStyle/>
          <a:p>
            <a:pPr marL="174625" lvl="0" indent="-177800" algn="l" rtl="0">
              <a:lnSpc>
                <a:spcPct val="110000"/>
              </a:lnSpc>
              <a:spcBef>
                <a:spcPts val="0"/>
              </a:spcBef>
              <a:spcAft>
                <a:spcPts val="0"/>
              </a:spcAft>
              <a:buClr>
                <a:schemeClr val="dk1"/>
              </a:buClr>
              <a:buSzPts val="2800"/>
              <a:buFont typeface="Arial"/>
              <a:buChar char="•"/>
            </a:pPr>
            <a:r>
              <a:rPr lang="en-US" sz="2800"/>
              <a:t>Not enabled by default</a:t>
            </a:r>
            <a:endParaRPr/>
          </a:p>
          <a:p>
            <a:pPr marL="174625" lvl="0" indent="-177800" algn="l" rtl="0">
              <a:lnSpc>
                <a:spcPct val="110000"/>
              </a:lnSpc>
              <a:spcBef>
                <a:spcPts val="1600"/>
              </a:spcBef>
              <a:spcAft>
                <a:spcPts val="0"/>
              </a:spcAft>
              <a:buClr>
                <a:schemeClr val="dk1"/>
              </a:buClr>
              <a:buSzPts val="2800"/>
              <a:buFont typeface="Arial"/>
              <a:buChar char="•"/>
            </a:pPr>
            <a:r>
              <a:rPr lang="en-US" sz="2800"/>
              <a:t>Accessible from specified source addresses only</a:t>
            </a:r>
            <a:endParaRPr/>
          </a:p>
        </p:txBody>
      </p:sp>
      <p:sp>
        <p:nvSpPr>
          <p:cNvPr id="464" name="Google Shape;464;gcc1188cb85_5_6"/>
          <p:cNvSpPr txBox="1">
            <a:spLocks noGrp="1"/>
          </p:cNvSpPr>
          <p:nvPr>
            <p:ph type="sldNum" idx="12"/>
          </p:nvPr>
        </p:nvSpPr>
        <p:spPr>
          <a:xfrm>
            <a:off x="11294960" y="6614172"/>
            <a:ext cx="327300" cy="143700"/>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10"/>
          <p:cNvSpPr txBox="1">
            <a:spLocks noGrp="1"/>
          </p:cNvSpPr>
          <p:nvPr>
            <p:ph type="title"/>
          </p:nvPr>
        </p:nvSpPr>
        <p:spPr>
          <a:xfrm>
            <a:off x="665791" y="219197"/>
            <a:ext cx="10992810" cy="856407"/>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1"/>
              </a:buClr>
              <a:buSzPts val="3600"/>
              <a:buFont typeface="Lato"/>
              <a:buNone/>
            </a:pPr>
            <a:r>
              <a:rPr lang="en-US" sz="3600"/>
              <a:t>IMPLEMENTATIONS</a:t>
            </a:r>
            <a:endParaRPr/>
          </a:p>
        </p:txBody>
      </p:sp>
      <p:sp>
        <p:nvSpPr>
          <p:cNvPr id="470" name="Google Shape;470;p10"/>
          <p:cNvSpPr txBox="1">
            <a:spLocks noGrp="1"/>
          </p:cNvSpPr>
          <p:nvPr>
            <p:ph type="body" idx="1"/>
          </p:nvPr>
        </p:nvSpPr>
        <p:spPr>
          <a:xfrm>
            <a:off x="661519" y="1828800"/>
            <a:ext cx="10997100" cy="4382400"/>
          </a:xfrm>
          <a:prstGeom prst="rect">
            <a:avLst/>
          </a:prstGeom>
          <a:noFill/>
          <a:ln>
            <a:noFill/>
          </a:ln>
        </p:spPr>
        <p:txBody>
          <a:bodyPr spcFirstLastPara="1" wrap="square" lIns="0" tIns="0" rIns="0" bIns="0" anchor="t" anchorCtr="0">
            <a:noAutofit/>
          </a:bodyPr>
          <a:lstStyle/>
          <a:p>
            <a:pPr marL="174625" lvl="0" indent="-177800" algn="l" rtl="0">
              <a:lnSpc>
                <a:spcPct val="110000"/>
              </a:lnSpc>
              <a:spcBef>
                <a:spcPts val="0"/>
              </a:spcBef>
              <a:spcAft>
                <a:spcPts val="0"/>
              </a:spcAft>
              <a:buClr>
                <a:schemeClr val="dk1"/>
              </a:buClr>
              <a:buSzPts val="2800"/>
              <a:buFont typeface="Arial"/>
              <a:buChar char="•"/>
            </a:pPr>
            <a:r>
              <a:rPr lang="en-US" sz="2800" dirty="0"/>
              <a:t>JUNOS 20.3R1</a:t>
            </a:r>
            <a:endParaRPr dirty="0"/>
          </a:p>
          <a:p>
            <a:pPr marL="174625" lvl="0" indent="-177800" algn="l" rtl="0">
              <a:lnSpc>
                <a:spcPct val="110000"/>
              </a:lnSpc>
              <a:spcBef>
                <a:spcPts val="1600"/>
              </a:spcBef>
              <a:spcAft>
                <a:spcPts val="0"/>
              </a:spcAft>
              <a:buClr>
                <a:schemeClr val="dk1"/>
              </a:buClr>
              <a:buSzPts val="2800"/>
              <a:buFont typeface="Arial"/>
              <a:buChar char="•"/>
            </a:pPr>
            <a:r>
              <a:rPr lang="en-US" sz="2800" dirty="0"/>
              <a:t>LINUX Kernel(5.13)</a:t>
            </a:r>
            <a:endParaRPr sz="2800" dirty="0"/>
          </a:p>
          <a:p>
            <a:pPr marL="174625" lvl="0" indent="-177800" algn="l" rtl="0">
              <a:lnSpc>
                <a:spcPct val="110000"/>
              </a:lnSpc>
              <a:spcBef>
                <a:spcPts val="1600"/>
              </a:spcBef>
              <a:spcAft>
                <a:spcPts val="0"/>
              </a:spcAft>
              <a:buSzPts val="2800"/>
              <a:buChar char="•"/>
            </a:pPr>
            <a:r>
              <a:rPr lang="en-US" sz="2800" dirty="0"/>
              <a:t>LINUX IP Utils Ping (in progress)</a:t>
            </a:r>
            <a:endParaRPr sz="2800" dirty="0"/>
          </a:p>
          <a:p>
            <a:pPr marL="174625" lvl="0" indent="-263525" algn="l" rtl="0">
              <a:spcBef>
                <a:spcPts val="1600"/>
              </a:spcBef>
              <a:spcAft>
                <a:spcPts val="0"/>
              </a:spcAft>
              <a:buSzPts val="2800"/>
              <a:buChar char="•"/>
            </a:pPr>
            <a:r>
              <a:rPr lang="en-US" sz="2800" dirty="0"/>
              <a:t>Wireshark (3.5)</a:t>
            </a:r>
            <a:endParaRPr sz="2800" dirty="0"/>
          </a:p>
          <a:p>
            <a:pPr marL="174625" lvl="0" indent="-177800" algn="l" rtl="0">
              <a:lnSpc>
                <a:spcPct val="110000"/>
              </a:lnSpc>
              <a:spcBef>
                <a:spcPts val="1600"/>
              </a:spcBef>
              <a:spcAft>
                <a:spcPts val="0"/>
              </a:spcAft>
              <a:buSzPts val="2800"/>
              <a:buChar char="•"/>
            </a:pPr>
            <a:r>
              <a:rPr lang="en-US" sz="2800" dirty="0"/>
              <a:t>TCPDUMP (in progress)</a:t>
            </a:r>
            <a:endParaRPr sz="2800" dirty="0"/>
          </a:p>
          <a:p>
            <a:pPr marL="174625" lvl="0" indent="0" algn="l" rtl="0">
              <a:lnSpc>
                <a:spcPct val="110000"/>
              </a:lnSpc>
              <a:spcBef>
                <a:spcPts val="1600"/>
              </a:spcBef>
              <a:spcAft>
                <a:spcPts val="0"/>
              </a:spcAft>
              <a:buClr>
                <a:schemeClr val="dk1"/>
              </a:buClr>
              <a:buSzPts val="2800"/>
              <a:buFont typeface="Arial"/>
              <a:buNone/>
            </a:pPr>
            <a:endParaRPr sz="2800" dirty="0"/>
          </a:p>
        </p:txBody>
      </p:sp>
      <p:sp>
        <p:nvSpPr>
          <p:cNvPr id="471" name="Google Shape;471;p10"/>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12"/>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US"/>
              <a:t>14</a:t>
            </a:fld>
            <a:endParaRPr/>
          </a:p>
        </p:txBody>
      </p:sp>
      <p:sp>
        <p:nvSpPr>
          <p:cNvPr id="477" name="Google Shape;477;p12"/>
          <p:cNvSpPr txBox="1">
            <a:spLocks noGrp="1"/>
          </p:cNvSpPr>
          <p:nvPr>
            <p:ph type="body" idx="1"/>
          </p:nvPr>
        </p:nvSpPr>
        <p:spPr>
          <a:xfrm>
            <a:off x="6490032" y="2485748"/>
            <a:ext cx="5132335" cy="1074199"/>
          </a:xfrm>
          <a:prstGeom prst="rect">
            <a:avLst/>
          </a:prstGeom>
          <a:noFill/>
          <a:ln>
            <a:noFill/>
          </a:ln>
        </p:spPr>
        <p:txBody>
          <a:bodyPr spcFirstLastPara="1" wrap="square" lIns="0" tIns="0" rIns="0" bIns="0" anchor="ctr" anchorCtr="0">
            <a:noAutofit/>
          </a:bodyPr>
          <a:lstStyle/>
          <a:p>
            <a:pPr marL="0" lvl="0" indent="0" algn="l" rtl="0">
              <a:lnSpc>
                <a:spcPct val="110000"/>
              </a:lnSpc>
              <a:spcBef>
                <a:spcPts val="0"/>
              </a:spcBef>
              <a:spcAft>
                <a:spcPts val="0"/>
              </a:spcAft>
              <a:buClr>
                <a:schemeClr val="lt1"/>
              </a:buClr>
              <a:buSzPts val="3200"/>
              <a:buFont typeface="Arial"/>
              <a:buNone/>
            </a:pPr>
            <a:r>
              <a:rPr lang="en-US"/>
              <a:t>TRACEROUTE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13"/>
          <p:cNvSpPr txBox="1">
            <a:spLocks noGrp="1"/>
          </p:cNvSpPr>
          <p:nvPr>
            <p:ph type="title"/>
          </p:nvPr>
        </p:nvSpPr>
        <p:spPr>
          <a:xfrm>
            <a:off x="665791" y="219197"/>
            <a:ext cx="10992810" cy="856407"/>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1"/>
              </a:buClr>
              <a:buSzPts val="3600"/>
              <a:buFont typeface="Lato"/>
              <a:buNone/>
            </a:pPr>
            <a:r>
              <a:rPr lang="en-US" sz="3600"/>
              <a:t>WHAT DOES IT DO?</a:t>
            </a:r>
            <a:endParaRPr/>
          </a:p>
        </p:txBody>
      </p:sp>
      <p:sp>
        <p:nvSpPr>
          <p:cNvPr id="483" name="Google Shape;483;p13"/>
          <p:cNvSpPr txBox="1">
            <a:spLocks noGrp="1"/>
          </p:cNvSpPr>
          <p:nvPr>
            <p:ph type="body" idx="1"/>
          </p:nvPr>
        </p:nvSpPr>
        <p:spPr>
          <a:xfrm>
            <a:off x="661519" y="2341756"/>
            <a:ext cx="10997082" cy="2553629"/>
          </a:xfrm>
          <a:prstGeom prst="rect">
            <a:avLst/>
          </a:prstGeom>
          <a:noFill/>
          <a:ln>
            <a:noFill/>
          </a:ln>
        </p:spPr>
        <p:txBody>
          <a:bodyPr spcFirstLastPara="1" wrap="square" lIns="0" tIns="0" rIns="0" bIns="0" anchor="t" anchorCtr="0">
            <a:noAutofit/>
          </a:bodyPr>
          <a:lstStyle/>
          <a:p>
            <a:pPr marL="174625" lvl="0" indent="-177800" algn="l" rtl="0">
              <a:lnSpc>
                <a:spcPct val="110000"/>
              </a:lnSpc>
              <a:spcBef>
                <a:spcPts val="0"/>
              </a:spcBef>
              <a:spcAft>
                <a:spcPts val="0"/>
              </a:spcAft>
              <a:buClr>
                <a:schemeClr val="dk1"/>
              </a:buClr>
              <a:buSzPts val="2800"/>
              <a:buFont typeface="Arial"/>
              <a:buChar char="•"/>
            </a:pPr>
            <a:r>
              <a:rPr lang="en-US" sz="2800"/>
              <a:t>Elicit feedback from each </a:t>
            </a:r>
            <a:r>
              <a:rPr lang="en-US" sz="2800" b="1" i="1"/>
              <a:t>node</a:t>
            </a:r>
            <a:r>
              <a:rPr lang="en-US" sz="2800"/>
              <a:t> on the delivery path between a probing interface and a destination interface</a:t>
            </a:r>
            <a:endParaRPr/>
          </a:p>
          <a:p>
            <a:pPr marL="174625" lvl="0" indent="-177800" algn="l" rtl="0">
              <a:lnSpc>
                <a:spcPct val="110000"/>
              </a:lnSpc>
              <a:spcBef>
                <a:spcPts val="1600"/>
              </a:spcBef>
              <a:spcAft>
                <a:spcPts val="0"/>
              </a:spcAft>
              <a:buClr>
                <a:schemeClr val="dk1"/>
              </a:buClr>
              <a:buSzPts val="2800"/>
              <a:buFont typeface="Arial"/>
              <a:buChar char="•"/>
            </a:pPr>
            <a:r>
              <a:rPr lang="en-US" sz="2800"/>
              <a:t>Identify </a:t>
            </a:r>
            <a:r>
              <a:rPr lang="en-US" sz="2800" b="1" i="1"/>
              <a:t>nodes </a:t>
            </a:r>
            <a:r>
              <a:rPr lang="en-US" sz="2800"/>
              <a:t>along the delivery path</a:t>
            </a:r>
            <a:endParaRPr sz="2800" b="1" i="1"/>
          </a:p>
          <a:p>
            <a:pPr marL="174625" lvl="0" indent="0" algn="l" rtl="0">
              <a:lnSpc>
                <a:spcPct val="110000"/>
              </a:lnSpc>
              <a:spcBef>
                <a:spcPts val="1600"/>
              </a:spcBef>
              <a:spcAft>
                <a:spcPts val="0"/>
              </a:spcAft>
              <a:buClr>
                <a:schemeClr val="dk1"/>
              </a:buClr>
              <a:buSzPts val="2800"/>
              <a:buFont typeface="Arial"/>
              <a:buNone/>
            </a:pPr>
            <a:endParaRPr sz="2800"/>
          </a:p>
        </p:txBody>
      </p:sp>
      <p:sp>
        <p:nvSpPr>
          <p:cNvPr id="484" name="Google Shape;484;p13"/>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14"/>
          <p:cNvSpPr txBox="1">
            <a:spLocks noGrp="1"/>
          </p:cNvSpPr>
          <p:nvPr>
            <p:ph type="title"/>
          </p:nvPr>
        </p:nvSpPr>
        <p:spPr>
          <a:xfrm>
            <a:off x="665791" y="219197"/>
            <a:ext cx="10992810" cy="856407"/>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1"/>
              </a:buClr>
              <a:buSzPts val="3600"/>
              <a:buFont typeface="Lato"/>
              <a:buNone/>
            </a:pPr>
            <a:r>
              <a:rPr lang="en-US" sz="3600"/>
              <a:t>HOW DOES IT WORK?</a:t>
            </a:r>
            <a:endParaRPr/>
          </a:p>
        </p:txBody>
      </p:sp>
      <p:sp>
        <p:nvSpPr>
          <p:cNvPr id="490" name="Google Shape;490;p14"/>
          <p:cNvSpPr txBox="1">
            <a:spLocks noGrp="1"/>
          </p:cNvSpPr>
          <p:nvPr>
            <p:ph type="body" idx="1"/>
          </p:nvPr>
        </p:nvSpPr>
        <p:spPr>
          <a:xfrm>
            <a:off x="661519" y="1862254"/>
            <a:ext cx="10997082" cy="4181707"/>
          </a:xfrm>
          <a:prstGeom prst="rect">
            <a:avLst/>
          </a:prstGeom>
          <a:noFill/>
          <a:ln>
            <a:noFill/>
          </a:ln>
        </p:spPr>
        <p:txBody>
          <a:bodyPr spcFirstLastPara="1" wrap="square" lIns="0" tIns="0" rIns="0" bIns="0" anchor="t" anchorCtr="0">
            <a:noAutofit/>
          </a:bodyPr>
          <a:lstStyle/>
          <a:p>
            <a:pPr marL="174625" lvl="0" indent="-177800" algn="l" rtl="0">
              <a:lnSpc>
                <a:spcPct val="110000"/>
              </a:lnSpc>
              <a:spcBef>
                <a:spcPts val="0"/>
              </a:spcBef>
              <a:spcAft>
                <a:spcPts val="0"/>
              </a:spcAft>
              <a:buClr>
                <a:schemeClr val="dk1"/>
              </a:buClr>
              <a:buSzPts val="2800"/>
              <a:buFont typeface="Arial"/>
              <a:buChar char="•"/>
            </a:pPr>
            <a:r>
              <a:rPr lang="en-US" sz="2800"/>
              <a:t>A probing node sends a series of UDP packets to a destination interface</a:t>
            </a:r>
            <a:endParaRPr/>
          </a:p>
          <a:p>
            <a:pPr marL="571500" lvl="1" indent="-227012" algn="l" rtl="0">
              <a:lnSpc>
                <a:spcPct val="95000"/>
              </a:lnSpc>
              <a:spcBef>
                <a:spcPts val="500"/>
              </a:spcBef>
              <a:spcAft>
                <a:spcPts val="0"/>
              </a:spcAft>
              <a:buClr>
                <a:schemeClr val="dk1"/>
              </a:buClr>
              <a:buSzPts val="2800"/>
              <a:buChar char="–"/>
            </a:pPr>
            <a:r>
              <a:rPr lang="en-US" sz="2800"/>
              <a:t>Sets the TTL to 1 on the first packet, so that it expires on the first node along the delivery path</a:t>
            </a:r>
            <a:endParaRPr/>
          </a:p>
          <a:p>
            <a:pPr marL="571500" lvl="1" indent="-227012" algn="l" rtl="0">
              <a:lnSpc>
                <a:spcPct val="95000"/>
              </a:lnSpc>
              <a:spcBef>
                <a:spcPts val="500"/>
              </a:spcBef>
              <a:spcAft>
                <a:spcPts val="0"/>
              </a:spcAft>
              <a:buClr>
                <a:schemeClr val="dk1"/>
              </a:buClr>
              <a:buSzPts val="2800"/>
              <a:buChar char="–"/>
            </a:pPr>
            <a:r>
              <a:rPr lang="en-US" sz="2800"/>
              <a:t>Increments the TTL on each subsequent, so that it expires on the next node along the delivery path</a:t>
            </a:r>
            <a:endParaRPr/>
          </a:p>
          <a:p>
            <a:pPr marL="174625" lvl="0" indent="-177800" algn="l" rtl="0">
              <a:lnSpc>
                <a:spcPct val="110000"/>
              </a:lnSpc>
              <a:spcBef>
                <a:spcPts val="1600"/>
              </a:spcBef>
              <a:spcAft>
                <a:spcPts val="0"/>
              </a:spcAft>
              <a:buClr>
                <a:schemeClr val="dk1"/>
              </a:buClr>
              <a:buSzPts val="2800"/>
              <a:buFont typeface="Arial"/>
              <a:buChar char="•"/>
            </a:pPr>
            <a:r>
              <a:rPr lang="en-US" sz="2800"/>
              <a:t>When a packet expires on a node along that delivery path, that node sends a ICMP Time Expired message to the probing node</a:t>
            </a:r>
            <a:endParaRPr/>
          </a:p>
        </p:txBody>
      </p:sp>
      <p:sp>
        <p:nvSpPr>
          <p:cNvPr id="491" name="Google Shape;491;p14"/>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15"/>
          <p:cNvSpPr txBox="1">
            <a:spLocks noGrp="1"/>
          </p:cNvSpPr>
          <p:nvPr>
            <p:ph type="title"/>
          </p:nvPr>
        </p:nvSpPr>
        <p:spPr>
          <a:xfrm>
            <a:off x="665791" y="219197"/>
            <a:ext cx="10992810" cy="856407"/>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1"/>
              </a:buClr>
              <a:buSzPts val="3600"/>
              <a:buFont typeface="Lato"/>
              <a:buNone/>
            </a:pPr>
            <a:r>
              <a:rPr lang="en-US" sz="3600"/>
              <a:t>NERD NOTES</a:t>
            </a:r>
            <a:endParaRPr/>
          </a:p>
        </p:txBody>
      </p:sp>
      <p:sp>
        <p:nvSpPr>
          <p:cNvPr id="497" name="Google Shape;497;p15"/>
          <p:cNvSpPr txBox="1">
            <a:spLocks noGrp="1"/>
          </p:cNvSpPr>
          <p:nvPr>
            <p:ph type="body" idx="1"/>
          </p:nvPr>
        </p:nvSpPr>
        <p:spPr>
          <a:xfrm>
            <a:off x="661519" y="1561172"/>
            <a:ext cx="10997082" cy="4638906"/>
          </a:xfrm>
          <a:prstGeom prst="rect">
            <a:avLst/>
          </a:prstGeom>
          <a:noFill/>
          <a:ln>
            <a:noFill/>
          </a:ln>
        </p:spPr>
        <p:txBody>
          <a:bodyPr spcFirstLastPara="1" wrap="square" lIns="0" tIns="0" rIns="0" bIns="0" anchor="t" anchorCtr="0">
            <a:noAutofit/>
          </a:bodyPr>
          <a:lstStyle/>
          <a:p>
            <a:pPr marL="174625" lvl="0" indent="-177800" algn="l" rtl="0">
              <a:lnSpc>
                <a:spcPct val="110000"/>
              </a:lnSpc>
              <a:spcBef>
                <a:spcPts val="0"/>
              </a:spcBef>
              <a:spcAft>
                <a:spcPts val="0"/>
              </a:spcAft>
              <a:buClr>
                <a:schemeClr val="dk1"/>
              </a:buClr>
              <a:buSzPts val="2800"/>
              <a:buFont typeface="Arial"/>
              <a:buChar char="•"/>
            </a:pPr>
            <a:r>
              <a:rPr lang="en-US" sz="2800"/>
              <a:t>Regarding the UDP probe messages</a:t>
            </a:r>
            <a:endParaRPr/>
          </a:p>
          <a:p>
            <a:pPr marL="571500" lvl="1" indent="-227012" algn="l" rtl="0">
              <a:lnSpc>
                <a:spcPct val="95000"/>
              </a:lnSpc>
              <a:spcBef>
                <a:spcPts val="500"/>
              </a:spcBef>
              <a:spcAft>
                <a:spcPts val="0"/>
              </a:spcAft>
              <a:buClr>
                <a:schemeClr val="dk1"/>
              </a:buClr>
              <a:buSzPts val="2800"/>
              <a:buChar char="–"/>
            </a:pPr>
            <a:r>
              <a:rPr lang="en-US" sz="2800"/>
              <a:t>By default, on the first packet, the probing node sets the UDP destination port to 33434</a:t>
            </a:r>
            <a:endParaRPr/>
          </a:p>
          <a:p>
            <a:pPr marL="571500" lvl="1" indent="-227012" algn="l" rtl="0">
              <a:lnSpc>
                <a:spcPct val="95000"/>
              </a:lnSpc>
              <a:spcBef>
                <a:spcPts val="500"/>
              </a:spcBef>
              <a:spcAft>
                <a:spcPts val="0"/>
              </a:spcAft>
              <a:buClr>
                <a:schemeClr val="dk1"/>
              </a:buClr>
              <a:buSzPts val="2800"/>
              <a:buChar char="–"/>
            </a:pPr>
            <a:r>
              <a:rPr lang="en-US" sz="2800"/>
              <a:t>Increments UDP destination port on each subsequent packet</a:t>
            </a:r>
            <a:endParaRPr/>
          </a:p>
          <a:p>
            <a:pPr marL="174625" lvl="0" indent="-177800" algn="l" rtl="0">
              <a:lnSpc>
                <a:spcPct val="110000"/>
              </a:lnSpc>
              <a:spcBef>
                <a:spcPts val="1600"/>
              </a:spcBef>
              <a:spcAft>
                <a:spcPts val="0"/>
              </a:spcAft>
              <a:buClr>
                <a:schemeClr val="dk1"/>
              </a:buClr>
              <a:buSzPts val="2800"/>
              <a:buFont typeface="Arial"/>
              <a:buChar char="•"/>
            </a:pPr>
            <a:r>
              <a:rPr lang="en-US" sz="2800"/>
              <a:t>Regarding the ICMP Time Expired message</a:t>
            </a:r>
            <a:endParaRPr/>
          </a:p>
          <a:p>
            <a:pPr marL="571500" lvl="1" indent="-227012" algn="l" rtl="0">
              <a:lnSpc>
                <a:spcPct val="95000"/>
              </a:lnSpc>
              <a:spcBef>
                <a:spcPts val="500"/>
              </a:spcBef>
              <a:spcAft>
                <a:spcPts val="0"/>
              </a:spcAft>
              <a:buClr>
                <a:schemeClr val="dk1"/>
              </a:buClr>
              <a:buSzPts val="2800"/>
              <a:buChar char="–"/>
            </a:pPr>
            <a:r>
              <a:rPr lang="en-US" sz="2800"/>
              <a:t>The source address may not identify the interface upon which the UDP probe message arrived</a:t>
            </a:r>
            <a:endParaRPr/>
          </a:p>
          <a:p>
            <a:pPr marL="860425" lvl="2" indent="-174625" algn="l" rtl="0">
              <a:lnSpc>
                <a:spcPct val="95000"/>
              </a:lnSpc>
              <a:spcBef>
                <a:spcPts val="500"/>
              </a:spcBef>
              <a:spcAft>
                <a:spcPts val="0"/>
              </a:spcAft>
              <a:buClr>
                <a:schemeClr val="dk1"/>
              </a:buClr>
              <a:buSzPts val="2600"/>
              <a:buChar char="•"/>
            </a:pPr>
            <a:r>
              <a:rPr lang="en-US" sz="2600"/>
              <a:t>IPv4: Identifies the interface through which the ICMP message left the reporting node</a:t>
            </a:r>
            <a:endParaRPr/>
          </a:p>
          <a:p>
            <a:pPr marL="860425" lvl="2" indent="-174625" algn="l" rtl="0">
              <a:lnSpc>
                <a:spcPct val="95000"/>
              </a:lnSpc>
              <a:spcBef>
                <a:spcPts val="500"/>
              </a:spcBef>
              <a:spcAft>
                <a:spcPts val="0"/>
              </a:spcAft>
              <a:buClr>
                <a:schemeClr val="dk1"/>
              </a:buClr>
              <a:buSzPts val="2600"/>
              <a:buChar char="•"/>
            </a:pPr>
            <a:r>
              <a:rPr lang="en-US" sz="2600"/>
              <a:t>IPv6: It’s complicated. See RFC 6724.</a:t>
            </a:r>
            <a:endParaRPr/>
          </a:p>
        </p:txBody>
      </p:sp>
      <p:sp>
        <p:nvSpPr>
          <p:cNvPr id="498" name="Google Shape;498;p15"/>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16"/>
          <p:cNvSpPr txBox="1">
            <a:spLocks noGrp="1"/>
          </p:cNvSpPr>
          <p:nvPr>
            <p:ph type="title"/>
          </p:nvPr>
        </p:nvSpPr>
        <p:spPr>
          <a:xfrm>
            <a:off x="665791" y="219197"/>
            <a:ext cx="10992810" cy="856407"/>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1"/>
              </a:buClr>
              <a:buSzPts val="3600"/>
              <a:buFont typeface="Lato"/>
              <a:buNone/>
            </a:pPr>
            <a:r>
              <a:rPr lang="en-US" sz="3600"/>
              <a:t>WHAT CAN’T IT DO?</a:t>
            </a:r>
            <a:endParaRPr/>
          </a:p>
        </p:txBody>
      </p:sp>
      <p:sp>
        <p:nvSpPr>
          <p:cNvPr id="504" name="Google Shape;504;p16"/>
          <p:cNvSpPr txBox="1">
            <a:spLocks noGrp="1"/>
          </p:cNvSpPr>
          <p:nvPr>
            <p:ph type="body" idx="1"/>
          </p:nvPr>
        </p:nvSpPr>
        <p:spPr>
          <a:xfrm>
            <a:off x="665791" y="2863628"/>
            <a:ext cx="10997082" cy="1421780"/>
          </a:xfrm>
          <a:prstGeom prst="rect">
            <a:avLst/>
          </a:prstGeom>
          <a:noFill/>
          <a:ln>
            <a:noFill/>
          </a:ln>
        </p:spPr>
        <p:txBody>
          <a:bodyPr spcFirstLastPara="1" wrap="square" lIns="0" tIns="0" rIns="0" bIns="0" anchor="t" anchorCtr="0">
            <a:noAutofit/>
          </a:bodyPr>
          <a:lstStyle/>
          <a:p>
            <a:pPr marL="174625" lvl="0" indent="-177800" algn="l" rtl="0">
              <a:lnSpc>
                <a:spcPct val="110000"/>
              </a:lnSpc>
              <a:spcBef>
                <a:spcPts val="0"/>
              </a:spcBef>
              <a:spcAft>
                <a:spcPts val="0"/>
              </a:spcAft>
              <a:buClr>
                <a:schemeClr val="dk1"/>
              </a:buClr>
              <a:buSzPts val="2800"/>
              <a:buFont typeface="Arial"/>
              <a:buChar char="•"/>
            </a:pPr>
            <a:r>
              <a:rPr lang="en-US" sz="2800"/>
              <a:t>Identify </a:t>
            </a:r>
            <a:r>
              <a:rPr lang="en-US" sz="2800" b="1" i="1"/>
              <a:t>interfaces </a:t>
            </a:r>
            <a:r>
              <a:rPr lang="en-US" sz="2800"/>
              <a:t>along the delivery path</a:t>
            </a:r>
            <a:endParaRPr sz="2800" b="1" i="1"/>
          </a:p>
          <a:p>
            <a:pPr marL="174625" lvl="0" indent="0" algn="l" rtl="0">
              <a:lnSpc>
                <a:spcPct val="110000"/>
              </a:lnSpc>
              <a:spcBef>
                <a:spcPts val="1600"/>
              </a:spcBef>
              <a:spcAft>
                <a:spcPts val="0"/>
              </a:spcAft>
              <a:buClr>
                <a:schemeClr val="dk1"/>
              </a:buClr>
              <a:buSzPts val="2800"/>
              <a:buFont typeface="Arial"/>
              <a:buNone/>
            </a:pPr>
            <a:endParaRPr sz="2800"/>
          </a:p>
        </p:txBody>
      </p:sp>
      <p:sp>
        <p:nvSpPr>
          <p:cNvPr id="505" name="Google Shape;505;p16"/>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17"/>
          <p:cNvSpPr txBox="1">
            <a:spLocks noGrp="1"/>
          </p:cNvSpPr>
          <p:nvPr>
            <p:ph type="title"/>
          </p:nvPr>
        </p:nvSpPr>
        <p:spPr>
          <a:xfrm>
            <a:off x="665791" y="219197"/>
            <a:ext cx="10992810" cy="856407"/>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1"/>
              </a:buClr>
              <a:buSzPts val="3600"/>
              <a:buFont typeface="Lato"/>
              <a:buNone/>
            </a:pPr>
            <a:r>
              <a:rPr lang="en-US" sz="3600"/>
              <a:t>HOW CAN IT BE ENHANCED? [RFC 5837]</a:t>
            </a:r>
            <a:endParaRPr/>
          </a:p>
        </p:txBody>
      </p:sp>
      <p:sp>
        <p:nvSpPr>
          <p:cNvPr id="511" name="Google Shape;511;p17"/>
          <p:cNvSpPr txBox="1">
            <a:spLocks noGrp="1"/>
          </p:cNvSpPr>
          <p:nvPr>
            <p:ph type="body" idx="1"/>
          </p:nvPr>
        </p:nvSpPr>
        <p:spPr>
          <a:xfrm>
            <a:off x="661519" y="2007220"/>
            <a:ext cx="10997082" cy="4204009"/>
          </a:xfrm>
          <a:prstGeom prst="rect">
            <a:avLst/>
          </a:prstGeom>
          <a:noFill/>
          <a:ln>
            <a:noFill/>
          </a:ln>
        </p:spPr>
        <p:txBody>
          <a:bodyPr spcFirstLastPara="1" wrap="square" lIns="0" tIns="0" rIns="0" bIns="0" anchor="t" anchorCtr="0">
            <a:noAutofit/>
          </a:bodyPr>
          <a:lstStyle/>
          <a:p>
            <a:pPr marL="174625" lvl="0" indent="-177800" algn="l" rtl="0">
              <a:lnSpc>
                <a:spcPct val="110000"/>
              </a:lnSpc>
              <a:spcBef>
                <a:spcPts val="0"/>
              </a:spcBef>
              <a:spcAft>
                <a:spcPts val="0"/>
              </a:spcAft>
              <a:buClr>
                <a:schemeClr val="dk1"/>
              </a:buClr>
              <a:buSzPts val="2800"/>
              <a:buFont typeface="Arial"/>
              <a:buChar char="•"/>
            </a:pPr>
            <a:r>
              <a:rPr lang="en-US" sz="2800"/>
              <a:t>UDP Probe message is unchanged</a:t>
            </a:r>
            <a:endParaRPr/>
          </a:p>
          <a:p>
            <a:pPr marL="174625" lvl="0" indent="-177800" algn="l" rtl="0">
              <a:lnSpc>
                <a:spcPct val="110000"/>
              </a:lnSpc>
              <a:spcBef>
                <a:spcPts val="1600"/>
              </a:spcBef>
              <a:spcAft>
                <a:spcPts val="0"/>
              </a:spcAft>
              <a:buClr>
                <a:schemeClr val="dk1"/>
              </a:buClr>
              <a:buSzPts val="2800"/>
              <a:buFont typeface="Arial"/>
              <a:buChar char="•"/>
            </a:pPr>
            <a:r>
              <a:rPr lang="en-US" sz="2800"/>
              <a:t>ICMP Time Expired message can contain extensions that identify</a:t>
            </a:r>
            <a:endParaRPr/>
          </a:p>
          <a:p>
            <a:pPr marL="571500" lvl="1" indent="-227012" algn="l" rtl="0">
              <a:lnSpc>
                <a:spcPct val="95000"/>
              </a:lnSpc>
              <a:spcBef>
                <a:spcPts val="500"/>
              </a:spcBef>
              <a:spcAft>
                <a:spcPts val="0"/>
              </a:spcAft>
              <a:buClr>
                <a:schemeClr val="dk1"/>
              </a:buClr>
              <a:buSzPts val="2800"/>
              <a:buChar char="–"/>
            </a:pPr>
            <a:r>
              <a:rPr lang="en-US" sz="2800"/>
              <a:t>Interface upon which the UDP probe message arrived</a:t>
            </a:r>
            <a:endParaRPr/>
          </a:p>
          <a:p>
            <a:pPr marL="571500" lvl="1" indent="-227012" algn="l" rtl="0">
              <a:lnSpc>
                <a:spcPct val="95000"/>
              </a:lnSpc>
              <a:spcBef>
                <a:spcPts val="500"/>
              </a:spcBef>
              <a:spcAft>
                <a:spcPts val="0"/>
              </a:spcAft>
              <a:buClr>
                <a:schemeClr val="dk1"/>
              </a:buClr>
              <a:buSzPts val="2800"/>
              <a:buChar char="–"/>
            </a:pPr>
            <a:r>
              <a:rPr lang="en-US" sz="2800"/>
              <a:t>Interface through which the message would have been routed had the TTL not expired</a:t>
            </a:r>
            <a:endParaRPr/>
          </a:p>
          <a:p>
            <a:pPr marL="571500" lvl="1" indent="-227012" algn="l" rtl="0">
              <a:lnSpc>
                <a:spcPct val="95000"/>
              </a:lnSpc>
              <a:spcBef>
                <a:spcPts val="500"/>
              </a:spcBef>
              <a:spcAft>
                <a:spcPts val="0"/>
              </a:spcAft>
              <a:buClr>
                <a:schemeClr val="dk1"/>
              </a:buClr>
              <a:buSzPts val="2800"/>
              <a:buChar char="–"/>
            </a:pPr>
            <a:r>
              <a:rPr lang="en-US" sz="2800"/>
              <a:t>Attributes of those interfaces (name, IP address, MTU)</a:t>
            </a:r>
            <a:endParaRPr sz="2600"/>
          </a:p>
          <a:p>
            <a:pPr marL="571500" lvl="1" indent="-49212" algn="l" rtl="0">
              <a:lnSpc>
                <a:spcPct val="95000"/>
              </a:lnSpc>
              <a:spcBef>
                <a:spcPts val="500"/>
              </a:spcBef>
              <a:spcAft>
                <a:spcPts val="0"/>
              </a:spcAft>
              <a:buClr>
                <a:schemeClr val="dk1"/>
              </a:buClr>
              <a:buSzPts val="2800"/>
              <a:buNone/>
            </a:pPr>
            <a:endParaRPr sz="2800"/>
          </a:p>
          <a:p>
            <a:pPr marL="174625" lvl="0" indent="0" algn="l" rtl="0">
              <a:lnSpc>
                <a:spcPct val="110000"/>
              </a:lnSpc>
              <a:spcBef>
                <a:spcPts val="1600"/>
              </a:spcBef>
              <a:spcAft>
                <a:spcPts val="0"/>
              </a:spcAft>
              <a:buClr>
                <a:schemeClr val="dk1"/>
              </a:buClr>
              <a:buSzPts val="2800"/>
              <a:buFont typeface="Arial"/>
              <a:buNone/>
            </a:pPr>
            <a:endParaRPr sz="2800"/>
          </a:p>
          <a:p>
            <a:pPr marL="174625" lvl="0" indent="0" algn="l" rtl="0">
              <a:lnSpc>
                <a:spcPct val="110000"/>
              </a:lnSpc>
              <a:spcBef>
                <a:spcPts val="1600"/>
              </a:spcBef>
              <a:spcAft>
                <a:spcPts val="0"/>
              </a:spcAft>
              <a:buClr>
                <a:schemeClr val="dk1"/>
              </a:buClr>
              <a:buSzPts val="2800"/>
              <a:buFont typeface="Arial"/>
              <a:buNone/>
            </a:pPr>
            <a:endParaRPr sz="2800"/>
          </a:p>
        </p:txBody>
      </p:sp>
      <p:sp>
        <p:nvSpPr>
          <p:cNvPr id="512" name="Google Shape;512;p17"/>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pic>
        <p:nvPicPr>
          <p:cNvPr id="517" name="Google Shape;517;p18"/>
          <p:cNvPicPr preferRelativeResize="0"/>
          <p:nvPr/>
        </p:nvPicPr>
        <p:blipFill>
          <a:blip r:embed="rId3">
            <a:alphaModFix/>
          </a:blip>
          <a:stretch>
            <a:fillRect/>
          </a:stretch>
        </p:blipFill>
        <p:spPr>
          <a:xfrm>
            <a:off x="647700" y="1241129"/>
            <a:ext cx="7482498" cy="5233768"/>
          </a:xfrm>
          <a:prstGeom prst="rect">
            <a:avLst/>
          </a:prstGeom>
          <a:noFill/>
          <a:ln>
            <a:noFill/>
          </a:ln>
        </p:spPr>
      </p:pic>
      <p:sp>
        <p:nvSpPr>
          <p:cNvPr id="518" name="Google Shape;518;p18"/>
          <p:cNvSpPr txBox="1">
            <a:spLocks noGrp="1"/>
          </p:cNvSpPr>
          <p:nvPr>
            <p:ph type="title"/>
          </p:nvPr>
        </p:nvSpPr>
        <p:spPr>
          <a:xfrm>
            <a:off x="665791" y="219197"/>
            <a:ext cx="10992810" cy="856407"/>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1"/>
              </a:buClr>
              <a:buSzPts val="3600"/>
              <a:buFont typeface="Lato"/>
              <a:buNone/>
            </a:pPr>
            <a:r>
              <a:rPr lang="en-US" sz="3600"/>
              <a:t>Example Usage</a:t>
            </a:r>
            <a:endParaRPr/>
          </a:p>
        </p:txBody>
      </p:sp>
      <p:sp>
        <p:nvSpPr>
          <p:cNvPr id="519" name="Google Shape;519;p18"/>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US"/>
              <a:t>20</a:t>
            </a:fld>
            <a:endParaRPr/>
          </a:p>
        </p:txBody>
      </p:sp>
      <p:sp>
        <p:nvSpPr>
          <p:cNvPr id="520" name="Google Shape;520;p18"/>
          <p:cNvSpPr/>
          <p:nvPr/>
        </p:nvSpPr>
        <p:spPr>
          <a:xfrm>
            <a:off x="860875" y="2745825"/>
            <a:ext cx="2358000" cy="835500"/>
          </a:xfrm>
          <a:prstGeom prst="rect">
            <a:avLst/>
          </a:prstGeom>
          <a:noFill/>
          <a:ln w="19050"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18"/>
          <p:cNvSpPr/>
          <p:nvPr/>
        </p:nvSpPr>
        <p:spPr>
          <a:xfrm>
            <a:off x="860875" y="5644775"/>
            <a:ext cx="2725800" cy="856500"/>
          </a:xfrm>
          <a:prstGeom prst="rect">
            <a:avLst/>
          </a:prstGeom>
          <a:noFill/>
          <a:ln w="19050" cap="flat" cmpd="sng">
            <a:solidFill>
              <a:srgbClr val="6D9EE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19"/>
          <p:cNvSpPr txBox="1">
            <a:spLocks noGrp="1"/>
          </p:cNvSpPr>
          <p:nvPr>
            <p:ph type="title"/>
          </p:nvPr>
        </p:nvSpPr>
        <p:spPr>
          <a:xfrm>
            <a:off x="665791" y="219197"/>
            <a:ext cx="10992810" cy="856407"/>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1"/>
              </a:buClr>
              <a:buSzPts val="3600"/>
              <a:buFont typeface="Lato"/>
              <a:buNone/>
            </a:pPr>
            <a:r>
              <a:rPr lang="en-US" sz="3600"/>
              <a:t>SECURITY CONSIDERATIONS</a:t>
            </a:r>
            <a:endParaRPr/>
          </a:p>
        </p:txBody>
      </p:sp>
      <p:sp>
        <p:nvSpPr>
          <p:cNvPr id="527" name="Google Shape;527;p19"/>
          <p:cNvSpPr txBox="1">
            <a:spLocks noGrp="1"/>
          </p:cNvSpPr>
          <p:nvPr>
            <p:ph type="body" idx="1"/>
          </p:nvPr>
        </p:nvSpPr>
        <p:spPr>
          <a:xfrm>
            <a:off x="661519" y="1828800"/>
            <a:ext cx="10997082" cy="4382429"/>
          </a:xfrm>
          <a:prstGeom prst="rect">
            <a:avLst/>
          </a:prstGeom>
          <a:noFill/>
          <a:ln>
            <a:noFill/>
          </a:ln>
        </p:spPr>
        <p:txBody>
          <a:bodyPr spcFirstLastPara="1" wrap="square" lIns="0" tIns="0" rIns="0" bIns="0" anchor="t" anchorCtr="0">
            <a:noAutofit/>
          </a:bodyPr>
          <a:lstStyle/>
          <a:p>
            <a:pPr marL="174625" lvl="0" indent="-177800" algn="l" rtl="0">
              <a:lnSpc>
                <a:spcPct val="110000"/>
              </a:lnSpc>
              <a:spcBef>
                <a:spcPts val="0"/>
              </a:spcBef>
              <a:spcAft>
                <a:spcPts val="0"/>
              </a:spcAft>
              <a:buClr>
                <a:schemeClr val="dk1"/>
              </a:buClr>
              <a:buSzPts val="2800"/>
              <a:buFont typeface="Arial"/>
              <a:buChar char="•"/>
            </a:pPr>
            <a:r>
              <a:rPr lang="en-US" sz="2800"/>
              <a:t>Not enabled by default</a:t>
            </a:r>
            <a:endParaRPr/>
          </a:p>
          <a:p>
            <a:pPr marL="174625" lvl="0" indent="-177800" algn="l" rtl="0">
              <a:lnSpc>
                <a:spcPct val="110000"/>
              </a:lnSpc>
              <a:spcBef>
                <a:spcPts val="1600"/>
              </a:spcBef>
              <a:spcAft>
                <a:spcPts val="0"/>
              </a:spcAft>
              <a:buClr>
                <a:schemeClr val="dk1"/>
              </a:buClr>
              <a:buSzPts val="2800"/>
              <a:buFont typeface="Arial"/>
              <a:buChar char="•"/>
            </a:pPr>
            <a:r>
              <a:rPr lang="en-US" sz="2800"/>
              <a:t>Accessible from specified source addresses only</a:t>
            </a:r>
            <a:endParaRPr/>
          </a:p>
        </p:txBody>
      </p:sp>
      <p:sp>
        <p:nvSpPr>
          <p:cNvPr id="528" name="Google Shape;528;p19"/>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20"/>
          <p:cNvSpPr txBox="1">
            <a:spLocks noGrp="1"/>
          </p:cNvSpPr>
          <p:nvPr>
            <p:ph type="title"/>
          </p:nvPr>
        </p:nvSpPr>
        <p:spPr>
          <a:xfrm>
            <a:off x="663654" y="214722"/>
            <a:ext cx="10992900" cy="856500"/>
          </a:xfrm>
          <a:prstGeom prst="rect">
            <a:avLst/>
          </a:prstGeom>
          <a:noFill/>
          <a:ln>
            <a:noFill/>
          </a:ln>
        </p:spPr>
        <p:txBody>
          <a:bodyPr spcFirstLastPara="1" wrap="square" lIns="0" tIns="0" rIns="0" bIns="0" anchor="b" anchorCtr="0">
            <a:noAutofit/>
          </a:bodyPr>
          <a:lstStyle/>
          <a:p>
            <a:pPr marL="0" lvl="0" indent="0" algn="l" rtl="0">
              <a:lnSpc>
                <a:spcPct val="90000"/>
              </a:lnSpc>
              <a:spcBef>
                <a:spcPts val="0"/>
              </a:spcBef>
              <a:spcAft>
                <a:spcPts val="0"/>
              </a:spcAft>
              <a:buClr>
                <a:schemeClr val="accent1"/>
              </a:buClr>
              <a:buSzPts val="3600"/>
              <a:buFont typeface="Lato"/>
              <a:buNone/>
            </a:pPr>
            <a:r>
              <a:rPr lang="en-US" sz="3600"/>
              <a:t>IMPLEMENTATIONS</a:t>
            </a:r>
            <a:endParaRPr/>
          </a:p>
        </p:txBody>
      </p:sp>
      <p:sp>
        <p:nvSpPr>
          <p:cNvPr id="534" name="Google Shape;534;p20"/>
          <p:cNvSpPr txBox="1">
            <a:spLocks noGrp="1"/>
          </p:cNvSpPr>
          <p:nvPr>
            <p:ph type="body" idx="1"/>
          </p:nvPr>
        </p:nvSpPr>
        <p:spPr>
          <a:xfrm>
            <a:off x="661519" y="1828800"/>
            <a:ext cx="10997082" cy="4382429"/>
          </a:xfrm>
          <a:prstGeom prst="rect">
            <a:avLst/>
          </a:prstGeom>
          <a:noFill/>
          <a:ln>
            <a:noFill/>
          </a:ln>
        </p:spPr>
        <p:txBody>
          <a:bodyPr spcFirstLastPara="1" wrap="square" lIns="0" tIns="0" rIns="0" bIns="0" anchor="t" anchorCtr="0">
            <a:noAutofit/>
          </a:bodyPr>
          <a:lstStyle/>
          <a:p>
            <a:pPr marL="174625" lvl="0" indent="-177800" algn="l" rtl="0">
              <a:lnSpc>
                <a:spcPct val="110000"/>
              </a:lnSpc>
              <a:spcBef>
                <a:spcPts val="0"/>
              </a:spcBef>
              <a:spcAft>
                <a:spcPts val="0"/>
              </a:spcAft>
              <a:buClr>
                <a:schemeClr val="dk1"/>
              </a:buClr>
              <a:buSzPts val="2800"/>
              <a:buFont typeface="Arial"/>
              <a:buChar char="•"/>
            </a:pPr>
            <a:r>
              <a:rPr lang="en-US" sz="2800"/>
              <a:t>JUNOS (in progress, EX first)</a:t>
            </a:r>
            <a:endParaRPr/>
          </a:p>
          <a:p>
            <a:pPr marL="174625" lvl="0" indent="-177800" algn="l" rtl="0">
              <a:lnSpc>
                <a:spcPct val="110000"/>
              </a:lnSpc>
              <a:spcBef>
                <a:spcPts val="1600"/>
              </a:spcBef>
              <a:spcAft>
                <a:spcPts val="0"/>
              </a:spcAft>
              <a:buClr>
                <a:schemeClr val="dk1"/>
              </a:buClr>
              <a:buSzPts val="2800"/>
              <a:buFont typeface="Arial"/>
              <a:buChar char="•"/>
            </a:pPr>
            <a:r>
              <a:rPr lang="en-US" sz="2800"/>
              <a:t>LINUX Kernel (in progress)</a:t>
            </a:r>
            <a:endParaRPr sz="2800"/>
          </a:p>
          <a:p>
            <a:pPr marL="174625" lvl="0" indent="-177800" algn="l" rtl="0">
              <a:lnSpc>
                <a:spcPct val="110000"/>
              </a:lnSpc>
              <a:spcBef>
                <a:spcPts val="1600"/>
              </a:spcBef>
              <a:spcAft>
                <a:spcPts val="0"/>
              </a:spcAft>
              <a:buSzPts val="2800"/>
              <a:buChar char="•"/>
            </a:pPr>
            <a:r>
              <a:rPr lang="en-US" sz="2800"/>
              <a:t>LINUX IP Utils Traceroute (in progress)</a:t>
            </a:r>
            <a:endParaRPr sz="2800"/>
          </a:p>
          <a:p>
            <a:pPr marL="174625" lvl="0" indent="-177800" algn="l" rtl="0">
              <a:lnSpc>
                <a:spcPct val="110000"/>
              </a:lnSpc>
              <a:spcBef>
                <a:spcPts val="1600"/>
              </a:spcBef>
              <a:spcAft>
                <a:spcPts val="0"/>
              </a:spcAft>
              <a:buSzPts val="2800"/>
              <a:buChar char="•"/>
            </a:pPr>
            <a:r>
              <a:rPr lang="en-US" sz="2800"/>
              <a:t>Wireshark (3.5)</a:t>
            </a:r>
            <a:endParaRPr sz="2800"/>
          </a:p>
          <a:p>
            <a:pPr marL="174625" lvl="0" indent="0" algn="l" rtl="0">
              <a:lnSpc>
                <a:spcPct val="110000"/>
              </a:lnSpc>
              <a:spcBef>
                <a:spcPts val="1600"/>
              </a:spcBef>
              <a:spcAft>
                <a:spcPts val="0"/>
              </a:spcAft>
              <a:buClr>
                <a:schemeClr val="dk1"/>
              </a:buClr>
              <a:buSzPts val="2800"/>
              <a:buFont typeface="Arial"/>
              <a:buNone/>
            </a:pPr>
            <a:endParaRPr sz="2800"/>
          </a:p>
        </p:txBody>
      </p:sp>
      <p:sp>
        <p:nvSpPr>
          <p:cNvPr id="535" name="Google Shape;535;p20"/>
          <p:cNvSpPr txBox="1">
            <a:spLocks noGrp="1"/>
          </p:cNvSpPr>
          <p:nvPr>
            <p:ph type="sldNum" idx="12"/>
          </p:nvPr>
        </p:nvSpPr>
        <p:spPr>
          <a:xfrm>
            <a:off x="11294960" y="6614172"/>
            <a:ext cx="327407" cy="143629"/>
          </a:xfrm>
          <a:prstGeom prst="rect">
            <a:avLst/>
          </a:prstGeom>
          <a:noFill/>
          <a:ln>
            <a:noFill/>
          </a:ln>
        </p:spPr>
        <p:txBody>
          <a:bodyPr spcFirstLastPara="1" wrap="square" lIns="0" tIns="0" rIns="0" bIns="0" anchor="ctr" anchorCtr="0">
            <a:spAutoFit/>
          </a:bodyPr>
          <a:lstStyle/>
          <a:p>
            <a:pPr marL="0" lvl="0" indent="0" algn="r" rtl="0">
              <a:spcBef>
                <a:spcPts val="0"/>
              </a:spcBef>
              <a:spcAft>
                <a:spcPts val="0"/>
              </a:spcAft>
              <a:buNone/>
            </a:pPr>
            <a:fld id="{00000000-1234-1234-1234-123412341234}" type="slidenum">
              <a:rPr lang="en-US"/>
              <a:t>22</a:t>
            </a:fld>
            <a:endParaRPr/>
          </a:p>
        </p:txBody>
      </p:sp>
      <p:pic>
        <p:nvPicPr>
          <p:cNvPr id="536" name="Google Shape;536;p20"/>
          <p:cNvPicPr preferRelativeResize="0"/>
          <p:nvPr/>
        </p:nvPicPr>
        <p:blipFill>
          <a:blip r:embed="rId3">
            <a:alphaModFix/>
          </a:blip>
          <a:stretch>
            <a:fillRect/>
          </a:stretch>
        </p:blipFill>
        <p:spPr>
          <a:xfrm>
            <a:off x="4657900" y="1939600"/>
            <a:ext cx="47975" cy="479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1" name="Google Shape;541;p23"/>
          <p:cNvSpPr txBox="1"/>
          <p:nvPr/>
        </p:nvSpPr>
        <p:spPr>
          <a:xfrm>
            <a:off x="2430000" y="4320000"/>
            <a:ext cx="729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latin typeface="Lato"/>
              <a:ea typeface="Lato"/>
              <a:cs typeface="Lato"/>
              <a:sym typeface="Lato"/>
            </a:endParaRPr>
          </a:p>
        </p:txBody>
      </p:sp>
      <p:sp>
        <p:nvSpPr>
          <p:cNvPr id="542" name="Google Shape;542;p23"/>
          <p:cNvSpPr txBox="1"/>
          <p:nvPr/>
        </p:nvSpPr>
        <p:spPr>
          <a:xfrm>
            <a:off x="2329500" y="4527000"/>
            <a:ext cx="75330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800">
                <a:solidFill>
                  <a:srgbClr val="FFFFFF"/>
                </a:solidFill>
                <a:latin typeface="Lato"/>
                <a:ea typeface="Lato"/>
                <a:cs typeface="Lato"/>
                <a:sym typeface="Lato"/>
              </a:rPr>
              <a:t>Ron Bonica, Ishaan Gandhi, Spencer Lang, Nick Ludwig, Andreas Roeseler</a:t>
            </a:r>
            <a:endParaRPr sz="1800">
              <a:solidFill>
                <a:srgbClr val="FFFFFF"/>
              </a:solidFill>
              <a:latin typeface="Lato"/>
              <a:ea typeface="Lato"/>
              <a:cs typeface="Lato"/>
              <a:sym typeface="Lato"/>
            </a:endParaRPr>
          </a:p>
        </p:txBody>
      </p:sp>
    </p:spTree>
  </p:cSld>
  <p:clrMapOvr>
    <a:masterClrMapping/>
  </p:clrMapOvr>
  <p:transition>
    <p:fade/>
  </p:transition>
</p:sld>
</file>

<file path=ppt/theme/theme1.xml><?xml version="1.0" encoding="utf-8"?>
<a:theme xmlns:a="http://schemas.openxmlformats.org/drawingml/2006/main" name="Juniper white">
  <a:themeElements>
    <a:clrScheme name="Juniper extended">
      <a:dk1>
        <a:srgbClr val="646464"/>
      </a:dk1>
      <a:lt1>
        <a:srgbClr val="FFFFFF"/>
      </a:lt1>
      <a:dk2>
        <a:srgbClr val="B6B8B9"/>
      </a:dk2>
      <a:lt2>
        <a:srgbClr val="FFFFFF"/>
      </a:lt2>
      <a:accent1>
        <a:srgbClr val="84B135"/>
      </a:accent1>
      <a:accent2>
        <a:srgbClr val="0097A5"/>
      </a:accent2>
      <a:accent3>
        <a:srgbClr val="CFDD45"/>
      </a:accent3>
      <a:accent4>
        <a:srgbClr val="44CCDF"/>
      </a:accent4>
      <a:accent5>
        <a:srgbClr val="FFB71B"/>
      </a:accent5>
      <a:accent6>
        <a:srgbClr val="E43D30"/>
      </a:accent6>
      <a:hlink>
        <a:srgbClr val="84B135"/>
      </a:hlink>
      <a:folHlink>
        <a:srgbClr val="75215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158</TotalTime>
  <Words>1037</Words>
  <Application>Microsoft Office PowerPoint</Application>
  <PresentationFormat>Widescreen</PresentationFormat>
  <Paragraphs>134</Paragraphs>
  <Slides>23</Slides>
  <Notes>23</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23</vt:i4>
      </vt:variant>
    </vt:vector>
  </HeadingPairs>
  <TitlesOfParts>
    <vt:vector size="29" baseType="lpstr">
      <vt:lpstr>Calibri</vt:lpstr>
      <vt:lpstr>Consolas</vt:lpstr>
      <vt:lpstr>Arial</vt:lpstr>
      <vt:lpstr>Lato</vt:lpstr>
      <vt:lpstr>Juniper white</vt:lpstr>
      <vt:lpstr>Simple Light</vt:lpstr>
      <vt:lpstr>ENHANCING PING AND TRACEROUTE</vt:lpstr>
      <vt:lpstr>Credits</vt:lpstr>
      <vt:lpstr>THE IP OAM TOOLKIT</vt:lpstr>
      <vt:lpstr>PowerPoint Presentation</vt:lpstr>
      <vt:lpstr>WHAT DOES IT DO?</vt:lpstr>
      <vt:lpstr>HOW DOES IT WORK?</vt:lpstr>
      <vt:lpstr>WHAT CAN’T IT DO?</vt:lpstr>
      <vt:lpstr>HOW CAN IT BE ENHANCED? [RFC 8335]</vt:lpstr>
      <vt:lpstr>PowerPoint Presentation</vt:lpstr>
      <vt:lpstr>RFC 8335 NERD NOTES</vt:lpstr>
      <vt:lpstr>Example Usage</vt:lpstr>
      <vt:lpstr>SECURITY CONSIDERATIONS</vt:lpstr>
      <vt:lpstr>IMPLEMENTATIONS</vt:lpstr>
      <vt:lpstr>PowerPoint Presentation</vt:lpstr>
      <vt:lpstr>WHAT DOES IT DO?</vt:lpstr>
      <vt:lpstr>HOW DOES IT WORK?</vt:lpstr>
      <vt:lpstr>NERD NOTES</vt:lpstr>
      <vt:lpstr>WHAT CAN’T IT DO?</vt:lpstr>
      <vt:lpstr>HOW CAN IT BE ENHANCED? [RFC 5837]</vt:lpstr>
      <vt:lpstr>Example Usage</vt:lpstr>
      <vt:lpstr>SECURITY CONSIDERATIONS</vt:lpstr>
      <vt:lpstr>IMPLEMENTATIONS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ENHANCING PING AND TRACEROUTE</dc:title>
  <dc:creator>Maricel Lennon</dc:creator>
  <cp:lastModifiedBy>Ron Bonica</cp:lastModifiedBy>
  <cp:revision>7</cp:revision>
  <dcterms:created xsi:type="dcterms:W3CDTF">2018-12-26T17:36:31Z</dcterms:created>
  <dcterms:modified xsi:type="dcterms:W3CDTF">2021-05-12T19:40:31Z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a6262c0-804d-4ff7-addc-c437ca753822_Enabled">
    <vt:lpwstr>true</vt:lpwstr>
  </property>
  <property fmtid="{D5CDD505-2E9C-101B-9397-08002B2CF9AE}" pid="3" name="MSIP_Label_7a6262c0-804d-4ff7-addc-c437ca753822_SetDate">
    <vt:lpwstr>2021-05-12T19:40:28Z</vt:lpwstr>
  </property>
  <property fmtid="{D5CDD505-2E9C-101B-9397-08002B2CF9AE}" pid="4" name="MSIP_Label_7a6262c0-804d-4ff7-addc-c437ca753822_Method">
    <vt:lpwstr>Privileged</vt:lpwstr>
  </property>
  <property fmtid="{D5CDD505-2E9C-101B-9397-08002B2CF9AE}" pid="5" name="MSIP_Label_7a6262c0-804d-4ff7-addc-c437ca753822_Name">
    <vt:lpwstr>7a6262c0-804d-4ff7-addc-c437ca753822</vt:lpwstr>
  </property>
  <property fmtid="{D5CDD505-2E9C-101B-9397-08002B2CF9AE}" pid="6" name="MSIP_Label_7a6262c0-804d-4ff7-addc-c437ca753822_SiteId">
    <vt:lpwstr>bea78b3c-4cdb-4130-854a-1d193232e5f4</vt:lpwstr>
  </property>
  <property fmtid="{D5CDD505-2E9C-101B-9397-08002B2CF9AE}" pid="7" name="MSIP_Label_7a6262c0-804d-4ff7-addc-c437ca753822_ActionId">
    <vt:lpwstr>5380595c-1e22-45bc-9de6-6f5a37a8396e</vt:lpwstr>
  </property>
  <property fmtid="{D5CDD505-2E9C-101B-9397-08002B2CF9AE}" pid="8" name="MSIP_Label_7a6262c0-804d-4ff7-addc-c437ca753822_ContentBits">
    <vt:lpwstr>2</vt:lpwstr>
  </property>
</Properties>
</file>