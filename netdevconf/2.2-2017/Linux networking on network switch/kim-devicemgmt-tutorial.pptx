
<file path=[Content_Types].xml><?xml version="1.0" encoding="utf-8"?>
<Types xmlns="http://schemas.openxmlformats.org/package/2006/content-types">
  <Default Extension="xml" ContentType="application/xml"/>
  <Default Extension="jpeg" ContentType="image/jpeg"/>
  <Default Extension="png" ContentType="image/png"/>
  <Default Extension="rels" ContentType="application/vnd.openxmlformats-package.relationships+xml"/>
  <Default Extension="emf" ContentType="image/x-emf"/>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59"/>
  </p:notesMasterIdLst>
  <p:handoutMasterIdLst>
    <p:handoutMasterId r:id="rId60"/>
  </p:handoutMasterIdLst>
  <p:sldIdLst>
    <p:sldId id="258" r:id="rId2"/>
    <p:sldId id="259" r:id="rId3"/>
    <p:sldId id="382" r:id="rId4"/>
    <p:sldId id="389" r:id="rId5"/>
    <p:sldId id="390" r:id="rId6"/>
    <p:sldId id="391" r:id="rId7"/>
    <p:sldId id="392" r:id="rId8"/>
    <p:sldId id="399" r:id="rId9"/>
    <p:sldId id="396" r:id="rId10"/>
    <p:sldId id="383" r:id="rId11"/>
    <p:sldId id="397" r:id="rId12"/>
    <p:sldId id="398" r:id="rId13"/>
    <p:sldId id="385" r:id="rId14"/>
    <p:sldId id="400" r:id="rId15"/>
    <p:sldId id="386" r:id="rId16"/>
    <p:sldId id="387" r:id="rId17"/>
    <p:sldId id="388" r:id="rId18"/>
    <p:sldId id="327" r:id="rId19"/>
    <p:sldId id="328" r:id="rId20"/>
    <p:sldId id="329" r:id="rId21"/>
    <p:sldId id="330" r:id="rId22"/>
    <p:sldId id="331" r:id="rId23"/>
    <p:sldId id="336" r:id="rId24"/>
    <p:sldId id="337" r:id="rId25"/>
    <p:sldId id="338" r:id="rId26"/>
    <p:sldId id="340" r:id="rId27"/>
    <p:sldId id="342" r:id="rId28"/>
    <p:sldId id="343" r:id="rId29"/>
    <p:sldId id="344" r:id="rId30"/>
    <p:sldId id="345" r:id="rId31"/>
    <p:sldId id="348" r:id="rId32"/>
    <p:sldId id="349" r:id="rId33"/>
    <p:sldId id="351" r:id="rId34"/>
    <p:sldId id="374" r:id="rId35"/>
    <p:sldId id="375" r:id="rId36"/>
    <p:sldId id="378" r:id="rId37"/>
    <p:sldId id="376" r:id="rId38"/>
    <p:sldId id="377" r:id="rId39"/>
    <p:sldId id="357" r:id="rId40"/>
    <p:sldId id="393" r:id="rId41"/>
    <p:sldId id="394" r:id="rId42"/>
    <p:sldId id="395" r:id="rId43"/>
    <p:sldId id="359" r:id="rId44"/>
    <p:sldId id="373" r:id="rId45"/>
    <p:sldId id="360" r:id="rId46"/>
    <p:sldId id="361" r:id="rId47"/>
    <p:sldId id="362" r:id="rId48"/>
    <p:sldId id="363" r:id="rId49"/>
    <p:sldId id="364" r:id="rId50"/>
    <p:sldId id="365" r:id="rId51"/>
    <p:sldId id="367" r:id="rId52"/>
    <p:sldId id="368" r:id="rId53"/>
    <p:sldId id="369" r:id="rId54"/>
    <p:sldId id="371" r:id="rId55"/>
    <p:sldId id="401" r:id="rId56"/>
    <p:sldId id="402" r:id="rId57"/>
    <p:sldId id="284" r:id="rId58"/>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53" userDrawn="1">
          <p15:clr>
            <a:srgbClr val="A4A3A4"/>
          </p15:clr>
        </p15:guide>
        <p15:guide id="3" pos="5638" userDrawn="1">
          <p15:clr>
            <a:srgbClr val="A4A3A4"/>
          </p15:clr>
        </p15:guide>
        <p15:guide id="4" pos="28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5073"/>
    <a:srgbClr val="0B6B75"/>
    <a:srgbClr val="F04C37"/>
    <a:srgbClr val="6EBE4A"/>
    <a:srgbClr val="FBAB18"/>
    <a:srgbClr val="00BCEB"/>
    <a:srgbClr val="9E9EA2"/>
    <a:srgbClr val="39393B"/>
    <a:srgbClr val="000000"/>
    <a:srgbClr val="049B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4534" autoAdjust="0"/>
    <p:restoredTop sz="92459" autoAdjust="0"/>
  </p:normalViewPr>
  <p:slideViewPr>
    <p:cSldViewPr>
      <p:cViewPr varScale="1">
        <p:scale>
          <a:sx n="97" d="100"/>
          <a:sy n="97" d="100"/>
        </p:scale>
        <p:origin x="216" y="616"/>
      </p:cViewPr>
      <p:guideLst>
        <p:guide orient="horz" pos="653"/>
        <p:guide pos="5638"/>
        <p:guide pos="288"/>
      </p:guideLst>
    </p:cSldViewPr>
  </p:slideViewPr>
  <p:notesTextViewPr>
    <p:cViewPr>
      <p:scale>
        <a:sx n="1" d="1"/>
        <a:sy n="1" d="1"/>
      </p:scale>
      <p:origin x="0" y="0"/>
    </p:cViewPr>
  </p:notesTextViewPr>
  <p:sorterViewPr>
    <p:cViewPr>
      <p:scale>
        <a:sx n="100" d="100"/>
        <a:sy n="100" d="100"/>
      </p:scale>
      <p:origin x="0" y="-6374"/>
    </p:cViewPr>
  </p:sorterViewPr>
  <p:notesViewPr>
    <p:cSldViewPr>
      <p:cViewPr>
        <p:scale>
          <a:sx n="50" d="100"/>
          <a:sy n="50" d="100"/>
        </p:scale>
        <p:origin x="4544" y="10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63" Type="http://schemas.openxmlformats.org/officeDocument/2006/relationships/theme" Target="theme/theme1.xml"/><Relationship Id="rId64" Type="http://schemas.openxmlformats.org/officeDocument/2006/relationships/tableStyles" Target="tableStyles.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notesMaster" Target="notesMasters/notesMaster1.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60" Type="http://schemas.openxmlformats.org/officeDocument/2006/relationships/handoutMaster" Target="handoutMasters/handoutMaster1.xml"/><Relationship Id="rId61" Type="http://schemas.openxmlformats.org/officeDocument/2006/relationships/presProps" Target="presProps.xml"/><Relationship Id="rId62" Type="http://schemas.openxmlformats.org/officeDocument/2006/relationships/viewProps" Target="viewProp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smtClean="0"/>
              <a:t>Cisco Live 2017</a:t>
            </a:r>
            <a:endParaRPr lang="en-US" dirty="0"/>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305D30A-6238-461A-838C-19BC971AB906}" type="datetime1">
              <a:rPr lang="en-US" smtClean="0"/>
              <a:t>11/20/17</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433A43E-2B08-42A3-9C92-4D138A04E7B9}" type="slidenum">
              <a:rPr lang="en-US" smtClean="0"/>
              <a:t>‹#›</a:t>
            </a:fld>
            <a:endParaRPr lang="en-US"/>
          </a:p>
        </p:txBody>
      </p:sp>
    </p:spTree>
    <p:extLst>
      <p:ext uri="{BB962C8B-B14F-4D97-AF65-F5344CB8AC3E}">
        <p14:creationId xmlns:p14="http://schemas.microsoft.com/office/powerpoint/2010/main" val="2489235027"/>
      </p:ext>
    </p:extLst>
  </p:cSld>
  <p:clrMap bg1="lt1" tx1="dk1" bg2="lt2" tx2="dk2" accent1="accent1" accent2="accent2" accent3="accent3" accent4="accent4" accent5="accent5" accent6="accent6" hlink="hlink" folHlink="folHlink"/>
  <p:hf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dirty="0" smtClean="0"/>
              <a:t>Cisco Live 2017</a:t>
            </a:r>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380690-9B8F-49A6-B802-655F7D5C4CF2}" type="datetime1">
              <a:rPr lang="en-US" smtClean="0"/>
              <a:t>11/20/17</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DFA4A4-C10A-49FC-AF1A-861163FEA0B7}" type="slidenum">
              <a:rPr lang="en-US" smtClean="0"/>
              <a:t>‹#›</a:t>
            </a:fld>
            <a:endParaRPr lang="en-US"/>
          </a:p>
        </p:txBody>
      </p:sp>
    </p:spTree>
    <p:extLst>
      <p:ext uri="{BB962C8B-B14F-4D97-AF65-F5344CB8AC3E}">
        <p14:creationId xmlns:p14="http://schemas.microsoft.com/office/powerpoint/2010/main" val="3328166658"/>
      </p:ext>
    </p:extLst>
  </p:cSld>
  <p:clrMap bg1="lt1" tx1="dk1" bg2="lt2" tx2="dk2" accent1="accent1" accent2="accent2" accent3="accent3" accent4="accent4" accent5="accent5" accent6="accent6" hlink="hlink" folHlink="folHlink"/>
  <p:hf ftr="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tools.ietf.org/html/rfc4741" TargetMode="External"/><Relationship Id="rId4" Type="http://schemas.openxmlformats.org/officeDocument/2006/relationships/hyperlink" Target="https://tools.ietf.org/html/rfc6020" TargetMode="External"/><Relationship Id="rId5" Type="http://schemas.openxmlformats.org/officeDocument/2006/relationships/hyperlink" Target="https://tools.ietf.org/html/rfc8040" TargetMode="External"/><Relationship Id="rId6" Type="http://schemas.openxmlformats.org/officeDocument/2006/relationships/hyperlink" Target="http://www.grpc.io/about/" TargetMode="External"/><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tools.ietf.org/html/rfc4741" TargetMode="External"/><Relationship Id="rId4" Type="http://schemas.openxmlformats.org/officeDocument/2006/relationships/hyperlink" Target="https://tools.ietf.org/html/rfc6241" TargetMode="External"/><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 Id="rId3" Type="http://schemas.openxmlformats.org/officeDocument/2006/relationships/hyperlink" Target="https://pypi.python.org/pypi/ncclient"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 Id="rId3" Type="http://schemas.openxmlformats.org/officeDocument/2006/relationships/hyperlink" Target="https://pypi.python.org/pypi/ncclient"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2FBBFF4-3870-4421-A2C2-2AEF7218825D}" type="slidenum">
              <a:rPr lang="en-US" smtClean="0">
                <a:solidFill>
                  <a:prstClr val="black"/>
                </a:solidFill>
              </a:rPr>
              <a:pPr/>
              <a:t>1</a:t>
            </a:fld>
            <a:endParaRPr lang="en-US">
              <a:solidFill>
                <a:prstClr val="black"/>
              </a:solidFill>
            </a:endParaRPr>
          </a:p>
        </p:txBody>
      </p:sp>
      <p:sp>
        <p:nvSpPr>
          <p:cNvPr id="8" name="Date Placeholder 7"/>
          <p:cNvSpPr>
            <a:spLocks noGrp="1"/>
          </p:cNvSpPr>
          <p:nvPr>
            <p:ph type="dt" idx="11"/>
          </p:nvPr>
        </p:nvSpPr>
        <p:spPr/>
        <p:txBody>
          <a:bodyPr/>
          <a:lstStyle/>
          <a:p>
            <a:fld id="{1BD11CF4-BF03-486E-AA4E-4ACF1853807B}" type="datetime1">
              <a:rPr lang="en-US" smtClean="0"/>
              <a:t>11/20/17</a:t>
            </a:fld>
            <a:endParaRPr lang="en-US"/>
          </a:p>
        </p:txBody>
      </p:sp>
      <p:sp>
        <p:nvSpPr>
          <p:cNvPr id="9" name="Header Placeholder 8"/>
          <p:cNvSpPr>
            <a:spLocks noGrp="1"/>
          </p:cNvSpPr>
          <p:nvPr>
            <p:ph type="hdr" sz="quarter" idx="12"/>
          </p:nvPr>
        </p:nvSpPr>
        <p:spPr/>
        <p:txBody>
          <a:bodyPr/>
          <a:lstStyle/>
          <a:p>
            <a:r>
              <a:rPr lang="en-US" dirty="0" smtClean="0"/>
              <a:t>Cisco Live 2017</a:t>
            </a:r>
            <a:endParaRPr lang="en-US" dirty="0"/>
          </a:p>
        </p:txBody>
      </p:sp>
    </p:spTree>
    <p:extLst>
      <p:ext uri="{BB962C8B-B14F-4D97-AF65-F5344CB8AC3E}">
        <p14:creationId xmlns:p14="http://schemas.microsoft.com/office/powerpoint/2010/main" val="39456764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039E3EF-7728-464C-BD3E-844BC429B6E9}" type="slidenum">
              <a:rPr lang="en-US" smtClean="0">
                <a:solidFill>
                  <a:prstClr val="black"/>
                </a:solidFill>
              </a:rPr>
              <a:pPr/>
              <a:t>2</a:t>
            </a:fld>
            <a:endParaRPr lang="en-US">
              <a:solidFill>
                <a:prstClr val="black"/>
              </a:solidFill>
            </a:endParaRPr>
          </a:p>
        </p:txBody>
      </p:sp>
      <p:sp>
        <p:nvSpPr>
          <p:cNvPr id="8" name="Date Placeholder 7"/>
          <p:cNvSpPr>
            <a:spLocks noGrp="1"/>
          </p:cNvSpPr>
          <p:nvPr>
            <p:ph type="dt" idx="11"/>
          </p:nvPr>
        </p:nvSpPr>
        <p:spPr/>
        <p:txBody>
          <a:bodyPr/>
          <a:lstStyle/>
          <a:p>
            <a:fld id="{526D4389-BCD4-4FD6-81F1-18656BFC1900}" type="datetime1">
              <a:rPr lang="en-US" smtClean="0"/>
              <a:t>11/20/17</a:t>
            </a:fld>
            <a:endParaRPr lang="en-US"/>
          </a:p>
        </p:txBody>
      </p:sp>
      <p:sp>
        <p:nvSpPr>
          <p:cNvPr id="9" name="Header Placeholder 8"/>
          <p:cNvSpPr>
            <a:spLocks noGrp="1"/>
          </p:cNvSpPr>
          <p:nvPr>
            <p:ph type="hdr" sz="quarter" idx="12"/>
          </p:nvPr>
        </p:nvSpPr>
        <p:spPr/>
        <p:txBody>
          <a:bodyPr/>
          <a:lstStyle/>
          <a:p>
            <a:r>
              <a:rPr lang="en-US" dirty="0" smtClean="0"/>
              <a:t>Cisco Live 2017</a:t>
            </a:r>
            <a:endParaRPr lang="en-US" dirty="0"/>
          </a:p>
        </p:txBody>
      </p:sp>
    </p:spTree>
    <p:extLst>
      <p:ext uri="{BB962C8B-B14F-4D97-AF65-F5344CB8AC3E}">
        <p14:creationId xmlns:p14="http://schemas.microsoft.com/office/powerpoint/2010/main" val="911480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Our</a:t>
            </a:r>
            <a:r>
              <a:rPr lang="en-US" baseline="0" dirty="0" smtClean="0"/>
              <a:t> philosophy: it’s your switch, you bought it, you should be able to do whatever you want with it.  Extend its capabilities via Linux.</a:t>
            </a:r>
            <a:endParaRPr lang="en-US" dirty="0"/>
          </a:p>
        </p:txBody>
      </p:sp>
      <p:sp>
        <p:nvSpPr>
          <p:cNvPr id="4" name="Slide Number Placeholder 3"/>
          <p:cNvSpPr>
            <a:spLocks noGrp="1"/>
          </p:cNvSpPr>
          <p:nvPr>
            <p:ph type="sldNum" sz="quarter" idx="10"/>
          </p:nvPr>
        </p:nvSpPr>
        <p:spPr/>
        <p:txBody>
          <a:bodyPr/>
          <a:lstStyle/>
          <a:p>
            <a:fld id="{4039E3EF-7728-464C-BD3E-844BC429B6E9}" type="slidenum">
              <a:rPr lang="en-US" smtClean="0">
                <a:solidFill>
                  <a:prstClr val="black"/>
                </a:solidFill>
              </a:rPr>
              <a:pPr/>
              <a:t>3</a:t>
            </a:fld>
            <a:endParaRPr lang="en-US">
              <a:solidFill>
                <a:prstClr val="black"/>
              </a:solidFill>
            </a:endParaRPr>
          </a:p>
        </p:txBody>
      </p:sp>
      <p:sp>
        <p:nvSpPr>
          <p:cNvPr id="8" name="Date Placeholder 7"/>
          <p:cNvSpPr>
            <a:spLocks noGrp="1"/>
          </p:cNvSpPr>
          <p:nvPr>
            <p:ph type="dt" idx="11"/>
          </p:nvPr>
        </p:nvSpPr>
        <p:spPr/>
        <p:txBody>
          <a:bodyPr/>
          <a:lstStyle/>
          <a:p>
            <a:fld id="{9421E5CE-1041-4844-A1A1-CD23A138236A}" type="datetime1">
              <a:rPr lang="en-US" smtClean="0"/>
              <a:t>11/20/17</a:t>
            </a:fld>
            <a:endParaRPr lang="en-US"/>
          </a:p>
        </p:txBody>
      </p:sp>
      <p:sp>
        <p:nvSpPr>
          <p:cNvPr id="9" name="Header Placeholder 8"/>
          <p:cNvSpPr>
            <a:spLocks noGrp="1"/>
          </p:cNvSpPr>
          <p:nvPr>
            <p:ph type="hdr" sz="quarter" idx="12"/>
          </p:nvPr>
        </p:nvSpPr>
        <p:spPr/>
        <p:txBody>
          <a:bodyPr/>
          <a:lstStyle/>
          <a:p>
            <a:r>
              <a:rPr lang="en-US" dirty="0" smtClean="0"/>
              <a:t>Cisco Live 2017</a:t>
            </a:r>
            <a:endParaRPr lang="en-US" dirty="0"/>
          </a:p>
        </p:txBody>
      </p:sp>
    </p:spTree>
    <p:extLst>
      <p:ext uri="{BB962C8B-B14F-4D97-AF65-F5344CB8AC3E}">
        <p14:creationId xmlns:p14="http://schemas.microsoft.com/office/powerpoint/2010/main" val="103946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76802"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baseline="0" dirty="0" smtClean="0"/>
              <a:t>Linux is foundation of Nexus 9K.  NX-OS is actually a set of Linux process running on top of the Linux kernel.  </a:t>
            </a:r>
          </a:p>
          <a:p>
            <a:endParaRPr lang="en-US" altLang="en-US" baseline="0" dirty="0" smtClean="0"/>
          </a:p>
          <a:p>
            <a:r>
              <a:rPr lang="en-US" altLang="en-US" baseline="0" dirty="0" smtClean="0"/>
              <a:t>We provide access to Linux on N9K via the Guest Shell.  It’s a container that is running CentOS 7.  It’s decoupled from NX-OS.</a:t>
            </a:r>
            <a:endParaRPr lang="en-US" altLang="en-US" dirty="0"/>
          </a:p>
        </p:txBody>
      </p:sp>
      <p:sp>
        <p:nvSpPr>
          <p:cNvPr id="76803"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28180FF1-52C1-4824-9A34-BA97959D8584}" type="slidenum">
              <a:rPr lang="en-US" altLang="en-US" sz="1200">
                <a:solidFill>
                  <a:srgbClr val="000000"/>
                </a:solidFill>
                <a:latin typeface="Calibri" panose="020F0502020204030204" pitchFamily="34" charset="0"/>
              </a:rPr>
              <a:pPr/>
              <a:t>10</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3139022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aseline="0" dirty="0" smtClean="0"/>
              <a:t>This is how to enter the Guest Shell.  From there, there’s no difference with a container running on a Linux server.</a:t>
            </a:r>
          </a:p>
          <a:p>
            <a:endParaRPr lang="en-US" baseline="0" dirty="0" smtClean="0"/>
          </a:p>
          <a:p>
            <a:pPr marL="0" marR="0" indent="0" algn="l" defTabSz="685800" rtl="0" eaLnBrk="1" fontAlgn="auto" latinLnBrk="0" hangingPunct="1">
              <a:lnSpc>
                <a:spcPct val="100000"/>
              </a:lnSpc>
              <a:spcBef>
                <a:spcPts val="0"/>
              </a:spcBef>
              <a:spcAft>
                <a:spcPts val="0"/>
              </a:spcAft>
              <a:buClrTx/>
              <a:buSzTx/>
              <a:buFontTx/>
              <a:buNone/>
              <a:tabLst/>
              <a:defRPr/>
            </a:pPr>
            <a:r>
              <a:rPr lang="en-US" dirty="0" smtClean="0"/>
              <a:t>We chose CentOS</a:t>
            </a:r>
            <a:r>
              <a:rPr lang="en-US" baseline="0" dirty="0" smtClean="0"/>
              <a:t> 7 distribution because it’s widely deployed.  So there’s a lot of Linux packages already.  Here can see that the default yum repositories are in place.  It gives us 9000 packages available by default.</a:t>
            </a:r>
            <a:endParaRPr lang="en-US" dirty="0"/>
          </a:p>
        </p:txBody>
      </p:sp>
      <p:sp>
        <p:nvSpPr>
          <p:cNvPr id="4" name="Header Placeholder 3"/>
          <p:cNvSpPr>
            <a:spLocks noGrp="1"/>
          </p:cNvSpPr>
          <p:nvPr>
            <p:ph type="hdr" sz="quarter" idx="10"/>
          </p:nvPr>
        </p:nvSpPr>
        <p:spPr/>
        <p:txBody>
          <a:bodyPr/>
          <a:lstStyle/>
          <a:p>
            <a:r>
              <a:rPr lang="en-US" smtClean="0"/>
              <a:t>Cisco Live 2017</a:t>
            </a:r>
            <a:endParaRPr lang="en-US" dirty="0"/>
          </a:p>
        </p:txBody>
      </p:sp>
      <p:sp>
        <p:nvSpPr>
          <p:cNvPr id="5" name="Date Placeholder 4"/>
          <p:cNvSpPr>
            <a:spLocks noGrp="1"/>
          </p:cNvSpPr>
          <p:nvPr>
            <p:ph type="dt" idx="11"/>
          </p:nvPr>
        </p:nvSpPr>
        <p:spPr/>
        <p:txBody>
          <a:bodyPr/>
          <a:lstStyle/>
          <a:p>
            <a:fld id="{DB8CC853-F09A-4F5E-99EB-2F6EEE5E0299}" type="datetime1">
              <a:rPr lang="en-US" smtClean="0"/>
              <a:t>11/20/17</a:t>
            </a:fld>
            <a:endParaRPr lang="en-US"/>
          </a:p>
        </p:txBody>
      </p:sp>
      <p:sp>
        <p:nvSpPr>
          <p:cNvPr id="6" name="Slide Number Placeholder 5"/>
          <p:cNvSpPr>
            <a:spLocks noGrp="1"/>
          </p:cNvSpPr>
          <p:nvPr>
            <p:ph type="sldNum" sz="quarter" idx="12"/>
          </p:nvPr>
        </p:nvSpPr>
        <p:spPr/>
        <p:txBody>
          <a:bodyPr/>
          <a:lstStyle/>
          <a:p>
            <a:fld id="{0ADFA4A4-C10A-49FC-AF1A-861163FEA0B7}" type="slidenum">
              <a:rPr lang="en-US" smtClean="0"/>
              <a:t>11</a:t>
            </a:fld>
            <a:endParaRPr lang="en-US"/>
          </a:p>
        </p:txBody>
      </p:sp>
    </p:spTree>
    <p:extLst>
      <p:ext uri="{BB962C8B-B14F-4D97-AF65-F5344CB8AC3E}">
        <p14:creationId xmlns:p14="http://schemas.microsoft.com/office/powerpoint/2010/main" val="10449034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89090" name="Notes Placeholder 2"/>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r>
              <a:rPr lang="en-US" altLang="en-US" dirty="0" smtClean="0"/>
              <a:t>This</a:t>
            </a:r>
            <a:r>
              <a:rPr lang="en-US" altLang="en-US" baseline="0" dirty="0" smtClean="0"/>
              <a:t> means we can support any 3</a:t>
            </a:r>
            <a:r>
              <a:rPr lang="en-US" altLang="en-US" baseline="30000" dirty="0" smtClean="0"/>
              <a:t>rd</a:t>
            </a:r>
            <a:r>
              <a:rPr lang="en-US" altLang="en-US" baseline="0" dirty="0" smtClean="0"/>
              <a:t> party application which relies on networking data from Linux.  </a:t>
            </a:r>
            <a:r>
              <a:rPr lang="mr-IN" altLang="en-US" baseline="0" dirty="0" smtClean="0"/>
              <a:t>…</a:t>
            </a:r>
            <a:endParaRPr lang="en-US" altLang="en-US" baseline="0" dirty="0" smtClean="0"/>
          </a:p>
          <a:p>
            <a:endParaRPr lang="en-US" altLang="en-US" baseline="0" dirty="0" smtClean="0"/>
          </a:p>
          <a:p>
            <a:r>
              <a:rPr lang="en-US" altLang="en-US" baseline="0" dirty="0" smtClean="0"/>
              <a:t>Read access only for security reasons.  For write access, use the native shell.  It’s not a container, it’s a shell of the actual Linux that runs the switch.  Unless you really need to, we recommend that you don’t use the native shell and use the guest shell instead, for security reasons.</a:t>
            </a:r>
            <a:endParaRPr lang="en-US" altLang="en-US" dirty="0"/>
          </a:p>
        </p:txBody>
      </p:sp>
      <p:sp>
        <p:nvSpPr>
          <p:cNvPr id="89091"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FFB1486F-CA2D-4D97-8A29-0F99E749A063}" type="slidenum">
              <a:rPr lang="en-US" altLang="en-US" sz="1200">
                <a:latin typeface="Calibri" panose="020F0502020204030204" pitchFamily="34" charset="0"/>
              </a:rPr>
              <a:pPr/>
              <a:t>13</a:t>
            </a:fld>
            <a:endParaRPr lang="en-US" altLang="en-US" sz="1200">
              <a:latin typeface="Calibri" panose="020F0502020204030204" pitchFamily="34" charset="0"/>
            </a:endParaRPr>
          </a:p>
        </p:txBody>
      </p:sp>
    </p:spTree>
    <p:extLst>
      <p:ext uri="{BB962C8B-B14F-4D97-AF65-F5344CB8AC3E}">
        <p14:creationId xmlns:p14="http://schemas.microsoft.com/office/powerpoint/2010/main" val="2441549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marL="285750" indent="-285750">
              <a:lnSpc>
                <a:spcPct val="120000"/>
              </a:lnSpc>
              <a:buFont typeface="Arial"/>
              <a:buChar char="•"/>
              <a:defRPr/>
            </a:pPr>
            <a:r>
              <a:rPr lang="en-US" dirty="0"/>
              <a:t>Safe environment: Namespace separation, resource usage is controlled, access is controlled</a:t>
            </a:r>
          </a:p>
          <a:p>
            <a:pPr marL="285750" indent="-285750">
              <a:lnSpc>
                <a:spcPct val="120000"/>
              </a:lnSpc>
              <a:buFont typeface="Arial"/>
              <a:buChar char="•"/>
              <a:defRPr/>
            </a:pPr>
            <a:r>
              <a:rPr lang="en-US" dirty="0"/>
              <a:t>No visibility into Cisco proprietary software (cannot read, write, or execute NXOS binaries). </a:t>
            </a:r>
            <a:r>
              <a:rPr lang="en-US" b="1" dirty="0"/>
              <a:t>This is of no value to an application developer unless he has access to Cisco proprietary code base.</a:t>
            </a:r>
          </a:p>
          <a:p>
            <a:pPr marL="285750" indent="-285750">
              <a:lnSpc>
                <a:spcPct val="120000"/>
              </a:lnSpc>
              <a:buFont typeface="Arial"/>
              <a:buChar char="•"/>
              <a:defRPr/>
            </a:pPr>
            <a:r>
              <a:rPr lang="en-US" dirty="0"/>
              <a:t>No visibility into Cisco proprietary disk partitions. </a:t>
            </a:r>
          </a:p>
          <a:p>
            <a:pPr marL="285750" indent="-285750">
              <a:lnSpc>
                <a:spcPct val="120000"/>
              </a:lnSpc>
              <a:buFont typeface="Arial"/>
              <a:buChar char="•"/>
              <a:defRPr/>
            </a:pPr>
            <a:r>
              <a:rPr lang="en-US" dirty="0"/>
              <a:t>No ability to view, start and stop Cisco proprietary processes. </a:t>
            </a:r>
            <a:r>
              <a:rPr lang="en-US" b="1" dirty="0"/>
              <a:t>This is of no value an application developer. Cisco software may have complex interdependencies that can change from release to release.</a:t>
            </a:r>
          </a:p>
          <a:p>
            <a:pPr marL="285750" indent="-285750">
              <a:lnSpc>
                <a:spcPct val="120000"/>
              </a:lnSpc>
              <a:buFont typeface="Arial"/>
              <a:buChar char="•"/>
              <a:defRPr/>
            </a:pPr>
            <a:r>
              <a:rPr lang="en-US" dirty="0"/>
              <a:t>No access to internal, Cisco proprietary drivers</a:t>
            </a:r>
            <a:r>
              <a:rPr lang="en-US" b="1" dirty="0"/>
              <a:t>. This is of no value to application developer unless he has access to Cisco source code and understands software interdependencies.</a:t>
            </a:r>
          </a:p>
          <a:p>
            <a:pPr marL="285750" indent="-285750">
              <a:lnSpc>
                <a:spcPct val="120000"/>
              </a:lnSpc>
              <a:buFont typeface="Arial"/>
              <a:buChar char="•"/>
              <a:defRPr/>
            </a:pPr>
            <a:r>
              <a:rPr lang="en-US" dirty="0"/>
              <a:t>No ability to load kernel drivers. </a:t>
            </a:r>
            <a:r>
              <a:rPr lang="en-US" b="1" dirty="0"/>
              <a:t>Kernel drivers are highly dependent on Kernel version of a specific release. For Linux user space application development, there is no need to export this capability.</a:t>
            </a:r>
          </a:p>
          <a:p>
            <a:pPr>
              <a:defRPr/>
            </a:pPr>
            <a:endParaRPr lang="en-US" b="1" dirty="0"/>
          </a:p>
        </p:txBody>
      </p:sp>
      <p:sp>
        <p:nvSpPr>
          <p:cNvPr id="91139"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53309FF-64E4-4D4D-AEA1-A105BB0A6D7B}" type="slidenum">
              <a:rPr lang="en-US" altLang="en-US" sz="1200">
                <a:solidFill>
                  <a:srgbClr val="000000"/>
                </a:solidFill>
                <a:latin typeface="Calibri" panose="020F0502020204030204" pitchFamily="34" charset="0"/>
              </a:rPr>
              <a:pPr/>
              <a:t>15</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5781249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kumimoji="1" lang="ko-KR" altLang="en-US" dirty="0"/>
          </a:p>
        </p:txBody>
      </p:sp>
      <p:sp>
        <p:nvSpPr>
          <p:cNvPr id="4" name="머리글 개체 틀 3"/>
          <p:cNvSpPr>
            <a:spLocks noGrp="1"/>
          </p:cNvSpPr>
          <p:nvPr>
            <p:ph type="hdr" sz="quarter" idx="10"/>
          </p:nvPr>
        </p:nvSpPr>
        <p:spPr/>
        <p:txBody>
          <a:bodyPr/>
          <a:lstStyle/>
          <a:p>
            <a:r>
              <a:rPr lang="en-US" smtClean="0"/>
              <a:t>Cisco Live 2017</a:t>
            </a:r>
            <a:endParaRPr lang="en-US" dirty="0"/>
          </a:p>
        </p:txBody>
      </p:sp>
      <p:sp>
        <p:nvSpPr>
          <p:cNvPr id="5" name="날짜 개체 틀 4"/>
          <p:cNvSpPr>
            <a:spLocks noGrp="1"/>
          </p:cNvSpPr>
          <p:nvPr>
            <p:ph type="dt" idx="11"/>
          </p:nvPr>
        </p:nvSpPr>
        <p:spPr/>
        <p:txBody>
          <a:bodyPr/>
          <a:lstStyle/>
          <a:p>
            <a:fld id="{430DCE07-7778-4415-AB6D-7F2D859290CC}" type="datetime1">
              <a:rPr lang="en-US" smtClean="0"/>
              <a:t>11/20/17</a:t>
            </a:fld>
            <a:endParaRPr lang="en-US"/>
          </a:p>
        </p:txBody>
      </p:sp>
      <p:sp>
        <p:nvSpPr>
          <p:cNvPr id="6" name="슬라이드 번호 개체 틀 5"/>
          <p:cNvSpPr>
            <a:spLocks noGrp="1"/>
          </p:cNvSpPr>
          <p:nvPr>
            <p:ph type="sldNum" sz="quarter" idx="12"/>
          </p:nvPr>
        </p:nvSpPr>
        <p:spPr/>
        <p:txBody>
          <a:bodyPr/>
          <a:lstStyle/>
          <a:p>
            <a:fld id="{0ADFA4A4-C10A-49FC-AF1A-861163FEA0B7}" type="slidenum">
              <a:rPr lang="en-US" smtClean="0"/>
              <a:t>16</a:t>
            </a:fld>
            <a:endParaRPr lang="en-US"/>
          </a:p>
        </p:txBody>
      </p:sp>
    </p:spTree>
    <p:extLst>
      <p:ext uri="{BB962C8B-B14F-4D97-AF65-F5344CB8AC3E}">
        <p14:creationId xmlns:p14="http://schemas.microsoft.com/office/powerpoint/2010/main" val="20449833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Slide Image Placeholder 1"/>
          <p:cNvSpPr>
            <a:spLocks noGrp="1" noRot="1" noChangeAspec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3" name="Notes Placeholder 2"/>
          <p:cNvSpPr>
            <a:spLocks noGrp="1"/>
          </p:cNvSpPr>
          <p:nvPr>
            <p:ph type="body" idx="1"/>
          </p:nvPr>
        </p:nvSpPr>
        <p:spPr/>
        <p:txBody>
          <a:bodyPr>
            <a:normAutofit/>
          </a:bodyPr>
          <a:lstStyle/>
          <a:p>
            <a:pPr>
              <a:defRPr/>
            </a:pPr>
            <a:r>
              <a:rPr lang="en-US" b="0" dirty="0" smtClean="0"/>
              <a:t>3</a:t>
            </a:r>
            <a:r>
              <a:rPr lang="en-US" b="0" baseline="30000" dirty="0" smtClean="0"/>
              <a:t>rd</a:t>
            </a:r>
            <a:r>
              <a:rPr lang="en-US" b="0" dirty="0" smtClean="0"/>
              <a:t> party monitoring is especially</a:t>
            </a:r>
            <a:r>
              <a:rPr lang="en-US" b="0" baseline="0" dirty="0" smtClean="0"/>
              <a:t> useful when it’s monitoring the servers as well.</a:t>
            </a:r>
            <a:endParaRPr lang="en-US" b="0" dirty="0"/>
          </a:p>
        </p:txBody>
      </p:sp>
      <p:sp>
        <p:nvSpPr>
          <p:cNvPr id="91139" name="Slide Number Placeholder 3"/>
          <p:cNvSpPr>
            <a:spLocks noGrp="1"/>
          </p:cNvSpPr>
          <p:nvPr>
            <p:ph type="sldNum" sz="quarter" idx="5"/>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fld id="{B53309FF-64E4-4D4D-AEA1-A105BB0A6D7B}" type="slidenum">
              <a:rPr lang="en-US" altLang="en-US" sz="1200">
                <a:solidFill>
                  <a:srgbClr val="000000"/>
                </a:solidFill>
                <a:latin typeface="Calibri" panose="020F0502020204030204" pitchFamily="34" charset="0"/>
              </a:rPr>
              <a:pPr/>
              <a:t>17</a:t>
            </a:fld>
            <a:endParaRPr lang="en-US" altLang="en-US" sz="1200">
              <a:solidFill>
                <a:srgbClr val="000000"/>
              </a:solidFill>
              <a:latin typeface="Calibri" panose="020F0502020204030204" pitchFamily="34" charset="0"/>
            </a:endParaRPr>
          </a:p>
        </p:txBody>
      </p:sp>
    </p:spTree>
    <p:extLst>
      <p:ext uri="{BB962C8B-B14F-4D97-AF65-F5344CB8AC3E}">
        <p14:creationId xmlns:p14="http://schemas.microsoft.com/office/powerpoint/2010/main" val="1675338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Network Engineers leveraging CLI are no longer the only parties and methods interested in configuring and monitoring the network.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DevOps as an approach to development and operations has proven successful for many organizations, and these teams are quickly looking at how they can expand their reach into the network.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New Web Applications leveraging Micro-Service architectures are building overlay container networks, but as the model matures, these applications look to integration with the underlying network for performance and segmentation.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And the "Cloud" is no longer a destination, but rather a complete approach to delivering IT Services and Applications. This approach demands fully programmatic (</a:t>
            </a:r>
            <a:r>
              <a:rPr lang="en-US" sz="1200" b="0" i="0" kern="1200" dirty="0" err="1" smtClean="0">
                <a:solidFill>
                  <a:schemeClr val="tx1"/>
                </a:solidFill>
                <a:effectLst/>
                <a:latin typeface="+mn-lt"/>
                <a:ea typeface="ＭＳ Ｐゴシック" charset="0"/>
                <a:cs typeface="ＭＳ Ｐゴシック" charset="0"/>
              </a:rPr>
              <a:t>ie</a:t>
            </a:r>
            <a:r>
              <a:rPr lang="en-US" sz="1200" b="0" i="0" kern="1200" dirty="0" smtClean="0">
                <a:solidFill>
                  <a:schemeClr val="tx1"/>
                </a:solidFill>
                <a:effectLst/>
                <a:latin typeface="+mn-lt"/>
                <a:ea typeface="ＭＳ Ｐゴシック" charset="0"/>
                <a:cs typeface="ＭＳ Ｐゴシック" charset="0"/>
              </a:rPr>
              <a:t> through APIs) access to services. Consumers aren't interested in individual devices and feature </a:t>
            </a:r>
            <a:r>
              <a:rPr lang="en-US" sz="1200" b="0" i="0" kern="1200" dirty="0" err="1" smtClean="0">
                <a:solidFill>
                  <a:schemeClr val="tx1"/>
                </a:solidFill>
                <a:effectLst/>
                <a:latin typeface="+mn-lt"/>
                <a:ea typeface="ＭＳ Ｐゴシック" charset="0"/>
                <a:cs typeface="ＭＳ Ｐゴシック" charset="0"/>
              </a:rPr>
              <a:t>configuraiton</a:t>
            </a:r>
            <a:r>
              <a:rPr lang="en-US" sz="1200" b="0" i="0" kern="1200" dirty="0" smtClean="0">
                <a:solidFill>
                  <a:schemeClr val="tx1"/>
                </a:solidFill>
                <a:effectLst/>
                <a:latin typeface="+mn-lt"/>
                <a:ea typeface="ＭＳ Ｐゴシック" charset="0"/>
                <a:cs typeface="ＭＳ Ｐゴシック" charset="0"/>
              </a:rPr>
              <a:t>, but rather the </a:t>
            </a:r>
            <a:r>
              <a:rPr lang="en-US" sz="1200" b="0" i="0" kern="1200" dirty="0" err="1" smtClean="0">
                <a:solidFill>
                  <a:schemeClr val="tx1"/>
                </a:solidFill>
                <a:effectLst/>
                <a:latin typeface="+mn-lt"/>
                <a:ea typeface="ＭＳ Ｐゴシック" charset="0"/>
                <a:cs typeface="ＭＳ Ｐゴシック" charset="0"/>
              </a:rPr>
              <a:t>capabilites</a:t>
            </a:r>
            <a:r>
              <a:rPr lang="en-US" sz="1200" b="0" i="0" kern="1200" dirty="0" smtClean="0">
                <a:solidFill>
                  <a:schemeClr val="tx1"/>
                </a:solidFill>
                <a:effectLst/>
                <a:latin typeface="+mn-lt"/>
                <a:ea typeface="ＭＳ Ｐゴシック" charset="0"/>
                <a:cs typeface="ＭＳ Ｐゴシック" charset="0"/>
              </a:rPr>
              <a:t> that the network can provide.</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19</a:t>
            </a:fld>
            <a:endParaRPr lang="en-US"/>
          </a:p>
        </p:txBody>
      </p:sp>
    </p:spTree>
    <p:extLst>
      <p:ext uri="{BB962C8B-B14F-4D97-AF65-F5344CB8AC3E}">
        <p14:creationId xmlns:p14="http://schemas.microsoft.com/office/powerpoint/2010/main" val="9231155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Needing an alternative to CLI for configuration and management isn't a new requirement. SNMPv1 was originally proposed in 1988 (RFC 1098 in 1990 when it was just called SNMP). It was designed to provide a standard interface for network management systems to configure and retrieve monitoring information.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Over time SNMP has been updated several times bringing in SNMPv2 and SNMPv3. These updates targeted increasing performance and security among other topics. However...</a:t>
            </a:r>
          </a:p>
          <a:p>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smtClean="0">
              <a:solidFill>
                <a:schemeClr val="tx1"/>
              </a:solidFill>
              <a:effectLst/>
              <a:latin typeface="+mn-lt"/>
              <a:ea typeface="ＭＳ Ｐゴシック" charset="0"/>
              <a:cs typeface="ＭＳ Ｐゴシック" charset="0"/>
            </a:endParaRP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20</a:t>
            </a:fld>
            <a:endParaRPr lang="en-US"/>
          </a:p>
        </p:txBody>
      </p:sp>
    </p:spTree>
    <p:extLst>
      <p:ext uri="{BB962C8B-B14F-4D97-AF65-F5344CB8AC3E}">
        <p14:creationId xmlns:p14="http://schemas.microsoft.com/office/powerpoint/2010/main" val="13391673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Working groups within the IETF approached the need for a new standard programmatic interface for Network Configuration. This isn't to say that individual vendors haven't worked to address the need individually. Many vendors, including Cisco, saw the need and began offering new APIs leveraging interfaces models such as: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 SOAP</a:t>
            </a:r>
          </a:p>
          <a:p>
            <a:r>
              <a:rPr lang="en-US" sz="1200" b="0" i="0" kern="1200" dirty="0" smtClean="0">
                <a:solidFill>
                  <a:schemeClr val="tx1"/>
                </a:solidFill>
                <a:effectLst/>
                <a:latin typeface="+mn-lt"/>
                <a:ea typeface="ＭＳ Ｐゴシック" charset="0"/>
                <a:cs typeface="ＭＳ Ｐゴシック" charset="0"/>
              </a:rPr>
              <a:t>- REST</a:t>
            </a:r>
          </a:p>
          <a:p>
            <a:r>
              <a:rPr lang="en-US" sz="1200" b="0" i="0" kern="1200" dirty="0" smtClean="0">
                <a:solidFill>
                  <a:schemeClr val="tx1"/>
                </a:solidFill>
                <a:effectLst/>
                <a:latin typeface="+mn-lt"/>
                <a:ea typeface="ＭＳ Ｐゴシック" charset="0"/>
                <a:cs typeface="ＭＳ Ｐゴシック" charset="0"/>
              </a:rPr>
              <a:t>- JSON-RPC</a:t>
            </a:r>
          </a:p>
          <a:p>
            <a:r>
              <a:rPr lang="en-US" sz="1200" b="0" i="0" kern="1200" dirty="0" smtClean="0">
                <a:solidFill>
                  <a:schemeClr val="tx1"/>
                </a:solidFill>
                <a:effectLst/>
                <a:latin typeface="+mn-lt"/>
                <a:ea typeface="ＭＳ Ｐゴシック" charset="0"/>
                <a:cs typeface="ＭＳ Ｐゴシック" charset="0"/>
              </a:rPr>
              <a:t>- XML</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However, most customers, partners, software developers, and even vendors agree that having a Standard Device Interface approach is better than disparate proprietary ones. This isn't a new concept in networking, that's how many of the most widely adopted technologies began.</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21</a:t>
            </a:fld>
            <a:endParaRPr lang="en-US"/>
          </a:p>
        </p:txBody>
      </p:sp>
    </p:spTree>
    <p:extLst>
      <p:ext uri="{BB962C8B-B14F-4D97-AF65-F5344CB8AC3E}">
        <p14:creationId xmlns:p14="http://schemas.microsoft.com/office/powerpoint/2010/main" val="14459595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Building on RFC 3535, the IETF developed </a:t>
            </a:r>
            <a:r>
              <a:rPr lang="en-US" sz="1200" b="1" i="0" kern="1200" dirty="0" smtClean="0">
                <a:solidFill>
                  <a:schemeClr val="tx1"/>
                </a:solidFill>
                <a:effectLst/>
                <a:latin typeface="+mn-lt"/>
                <a:ea typeface="ＭＳ Ｐゴシック" charset="0"/>
                <a:cs typeface="ＭＳ Ｐゴシック" charset="0"/>
              </a:rPr>
              <a:t>NETCONF</a:t>
            </a:r>
            <a:r>
              <a:rPr lang="en-US" sz="1200" b="0" i="0" kern="1200" dirty="0" smtClean="0">
                <a:solidFill>
                  <a:schemeClr val="tx1"/>
                </a:solidFill>
                <a:effectLst/>
                <a:latin typeface="+mn-lt"/>
                <a:ea typeface="ＭＳ Ｐゴシック" charset="0"/>
                <a:cs typeface="ＭＳ Ｐゴシック" charset="0"/>
              </a:rPr>
              <a:t> and </a:t>
            </a:r>
            <a:r>
              <a:rPr lang="en-US" sz="1200" b="1" i="0" kern="1200" dirty="0" smtClean="0">
                <a:solidFill>
                  <a:schemeClr val="tx1"/>
                </a:solidFill>
                <a:effectLst/>
                <a:latin typeface="+mn-lt"/>
                <a:ea typeface="ＭＳ Ｐゴシック" charset="0"/>
                <a:cs typeface="ＭＳ Ｐゴシック" charset="0"/>
              </a:rPr>
              <a:t>YANG</a:t>
            </a:r>
            <a:r>
              <a:rPr lang="en-US" sz="1200" b="0" i="0" kern="1200" dirty="0" smtClean="0">
                <a:solidFill>
                  <a:schemeClr val="tx1"/>
                </a:solidFill>
                <a:effectLst/>
                <a:latin typeface="+mn-lt"/>
                <a:ea typeface="ＭＳ Ｐゴシック" charset="0"/>
                <a:cs typeface="ＭＳ Ｐゴシック" charset="0"/>
              </a:rPr>
              <a:t> to offer a standard protocol and data modeling language for programmatic network management. </a:t>
            </a:r>
          </a:p>
          <a:p>
            <a:endParaRPr lang="en-US" sz="1200" b="1"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NETCONF</a:t>
            </a:r>
            <a:r>
              <a:rPr lang="en-US" sz="1200" b="0" i="0" kern="1200" dirty="0" smtClean="0">
                <a:solidFill>
                  <a:schemeClr val="tx1"/>
                </a:solidFill>
                <a:effectLst/>
                <a:latin typeface="+mn-lt"/>
                <a:ea typeface="ＭＳ Ｐゴシック" charset="0"/>
                <a:cs typeface="ＭＳ Ｐゴシック" charset="0"/>
              </a:rPr>
              <a:t> was originally proposed in </a:t>
            </a:r>
            <a:r>
              <a:rPr lang="en-US" sz="1200" b="0" i="0" kern="1200" dirty="0" smtClean="0">
                <a:solidFill>
                  <a:schemeClr val="tx1"/>
                </a:solidFill>
                <a:effectLst/>
                <a:latin typeface="+mn-lt"/>
                <a:ea typeface="ＭＳ Ｐゴシック" charset="0"/>
                <a:cs typeface="ＭＳ Ｐゴシック" charset="0"/>
                <a:hlinkClick r:id="rId3"/>
              </a:rPr>
              <a:t>RFC 4741</a:t>
            </a:r>
            <a:r>
              <a:rPr lang="en-US" sz="1200" b="0" i="0" kern="1200" dirty="0" smtClean="0">
                <a:solidFill>
                  <a:schemeClr val="tx1"/>
                </a:solidFill>
                <a:effectLst/>
                <a:latin typeface="+mn-lt"/>
                <a:ea typeface="ＭＳ Ｐゴシック" charset="0"/>
                <a:cs typeface="ＭＳ Ｐゴシック" charset="0"/>
              </a:rPr>
              <a:t> in 2006, and </a:t>
            </a:r>
            <a:r>
              <a:rPr lang="en-US" sz="1200" b="1" i="0" kern="1200" dirty="0" smtClean="0">
                <a:solidFill>
                  <a:schemeClr val="tx1"/>
                </a:solidFill>
                <a:effectLst/>
                <a:latin typeface="+mn-lt"/>
                <a:ea typeface="ＭＳ Ｐゴシック" charset="0"/>
                <a:cs typeface="ＭＳ Ｐゴシック" charset="0"/>
              </a:rPr>
              <a:t>YANG</a:t>
            </a:r>
            <a:r>
              <a:rPr lang="en-US" sz="1200" b="0" i="0" kern="1200" dirty="0" smtClean="0">
                <a:solidFill>
                  <a:schemeClr val="tx1"/>
                </a:solidFill>
                <a:effectLst/>
                <a:latin typeface="+mn-lt"/>
                <a:ea typeface="ＭＳ Ｐゴシック" charset="0"/>
                <a:cs typeface="ＭＳ Ｐゴシック" charset="0"/>
              </a:rPr>
              <a:t> in </a:t>
            </a:r>
            <a:r>
              <a:rPr lang="en-US" sz="1200" b="0" i="0" kern="1200" dirty="0" smtClean="0">
                <a:solidFill>
                  <a:schemeClr val="tx1"/>
                </a:solidFill>
                <a:effectLst/>
                <a:latin typeface="+mn-lt"/>
                <a:ea typeface="ＭＳ Ｐゴシック" charset="0"/>
                <a:cs typeface="ＭＳ Ｐゴシック" charset="0"/>
                <a:hlinkClick r:id="rId4"/>
              </a:rPr>
              <a:t>RFC 6020</a:t>
            </a:r>
            <a:r>
              <a:rPr lang="en-US" sz="1200" b="0" i="0" kern="1200" dirty="0" smtClean="0">
                <a:solidFill>
                  <a:schemeClr val="tx1"/>
                </a:solidFill>
                <a:effectLst/>
                <a:latin typeface="+mn-lt"/>
                <a:ea typeface="ＭＳ Ｐゴシック" charset="0"/>
                <a:cs typeface="ＭＳ Ｐゴシック" charset="0"/>
              </a:rPr>
              <a:t> in 2010. Both are new technologies that continue to evolve and gain acceptance from customers and vendors.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While the NETCONF protocol provides a programmatic interface tackling many of the challenges of SNMP, as developers have begun leveraging it there has been interest in providing interface options that align closer with REST APIs and other programmatic standards. RESTCONF and </a:t>
            </a:r>
            <a:r>
              <a:rPr lang="en-US" sz="1200" b="0" i="0" kern="1200" dirty="0" err="1" smtClean="0">
                <a:solidFill>
                  <a:schemeClr val="tx1"/>
                </a:solidFill>
                <a:effectLst/>
                <a:latin typeface="+mn-lt"/>
                <a:ea typeface="ＭＳ Ｐゴシック" charset="0"/>
                <a:cs typeface="ＭＳ Ｐゴシック" charset="0"/>
              </a:rPr>
              <a:t>gRPC</a:t>
            </a:r>
            <a:r>
              <a:rPr lang="en-US" sz="1200" b="0" i="0" kern="1200" dirty="0" smtClean="0">
                <a:solidFill>
                  <a:schemeClr val="tx1"/>
                </a:solidFill>
                <a:effectLst/>
                <a:latin typeface="+mn-lt"/>
                <a:ea typeface="ＭＳ Ｐゴシック" charset="0"/>
                <a:cs typeface="ＭＳ Ｐゴシック" charset="0"/>
              </a:rPr>
              <a:t> are alternative protocols to NETCONF that look to address some of these goals.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RESTCONF achieved standardization in January 2017 with </a:t>
            </a:r>
            <a:r>
              <a:rPr lang="en-US" sz="1200" b="0" i="0" kern="1200" dirty="0" smtClean="0">
                <a:solidFill>
                  <a:schemeClr val="tx1"/>
                </a:solidFill>
                <a:effectLst/>
                <a:latin typeface="+mn-lt"/>
                <a:ea typeface="ＭＳ Ｐゴシック" charset="0"/>
                <a:cs typeface="ＭＳ Ｐゴシック" charset="0"/>
                <a:hlinkClick r:id="rId5"/>
              </a:rPr>
              <a:t>RFC 8040</a:t>
            </a:r>
            <a:r>
              <a:rPr lang="en-US" sz="1200" b="0" i="0" kern="1200" dirty="0" smtClean="0">
                <a:solidFill>
                  <a:schemeClr val="tx1"/>
                </a:solidFill>
                <a:effectLst/>
                <a:latin typeface="+mn-lt"/>
                <a:ea typeface="ＭＳ Ｐゴシック" charset="0"/>
                <a:cs typeface="ＭＳ Ｐゴシック" charset="0"/>
              </a:rPr>
              <a:t>.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err="1" smtClean="0">
                <a:solidFill>
                  <a:schemeClr val="tx1"/>
                </a:solidFill>
                <a:effectLst/>
                <a:latin typeface="+mn-lt"/>
                <a:ea typeface="ＭＳ Ｐゴシック" charset="0"/>
                <a:cs typeface="ＭＳ Ｐゴシック" charset="0"/>
              </a:rPr>
              <a:t>gRPC</a:t>
            </a:r>
            <a:r>
              <a:rPr lang="en-US" sz="1200" b="0" i="0" kern="1200" dirty="0" smtClean="0">
                <a:solidFill>
                  <a:schemeClr val="tx1"/>
                </a:solidFill>
                <a:effectLst/>
                <a:latin typeface="+mn-lt"/>
                <a:ea typeface="ＭＳ Ｐゴシック" charset="0"/>
                <a:cs typeface="ＭＳ Ｐゴシック" charset="0"/>
              </a:rPr>
              <a:t> is an </a:t>
            </a:r>
            <a:r>
              <a:rPr lang="en-US" sz="1200" b="0" i="0" kern="1200" dirty="0" err="1" smtClean="0">
                <a:solidFill>
                  <a:schemeClr val="tx1"/>
                </a:solidFill>
                <a:effectLst/>
                <a:latin typeface="+mn-lt"/>
                <a:ea typeface="ＭＳ Ｐゴシック" charset="0"/>
                <a:cs typeface="ＭＳ Ｐゴシック" charset="0"/>
              </a:rPr>
              <a:t>OpenSource</a:t>
            </a:r>
            <a:r>
              <a:rPr lang="en-US" sz="1200" b="0" i="0" kern="1200" dirty="0" smtClean="0">
                <a:solidFill>
                  <a:schemeClr val="tx1"/>
                </a:solidFill>
                <a:effectLst/>
                <a:latin typeface="+mn-lt"/>
                <a:ea typeface="ＭＳ Ｐゴシック" charset="0"/>
                <a:cs typeface="ＭＳ Ｐゴシック" charset="0"/>
              </a:rPr>
              <a:t> project begun by Google to provide a modern RPC framework that can be used in any environment for multiple purposes, not just network configuration. Details can be found at </a:t>
            </a:r>
            <a:r>
              <a:rPr lang="en-US" sz="1200" b="0" i="0" kern="1200" dirty="0" smtClean="0">
                <a:solidFill>
                  <a:schemeClr val="tx1"/>
                </a:solidFill>
                <a:effectLst/>
                <a:latin typeface="+mn-lt"/>
                <a:ea typeface="ＭＳ Ｐゴシック" charset="0"/>
                <a:cs typeface="ＭＳ Ｐゴシック" charset="0"/>
                <a:hlinkClick r:id="rId6"/>
              </a:rPr>
              <a:t>grpc.io</a:t>
            </a:r>
            <a:r>
              <a:rPr lang="en-US" sz="1200" b="0" i="0" kern="1200" dirty="0" smtClean="0">
                <a:solidFill>
                  <a:schemeClr val="tx1"/>
                </a:solidFill>
                <a:effectLst/>
                <a:latin typeface="+mn-lt"/>
                <a:ea typeface="ＭＳ Ｐゴシック" charset="0"/>
                <a:cs typeface="ＭＳ Ｐゴシック" charset="0"/>
              </a:rPr>
              <a:t>.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Though all the technologies are rapidly being adopted by many vendors and organizations, NETCONF and YANG are the most widely available Standard Interfaces on networking devices today, and having a solid understanding of their use and implementation is the best place to start.   And that will be the focus of</a:t>
            </a:r>
            <a:r>
              <a:rPr lang="en-US" sz="1200" b="0" i="0" kern="1200" baseline="0" dirty="0" smtClean="0">
                <a:solidFill>
                  <a:schemeClr val="tx1"/>
                </a:solidFill>
                <a:effectLst/>
                <a:latin typeface="+mn-lt"/>
                <a:ea typeface="ＭＳ Ｐゴシック" charset="0"/>
                <a:cs typeface="ＭＳ Ｐゴシック" charset="0"/>
              </a:rPr>
              <a:t> this module.  </a:t>
            </a:r>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smtClean="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22</a:t>
            </a:fld>
            <a:endParaRPr lang="en-US"/>
          </a:p>
        </p:txBody>
      </p:sp>
    </p:spTree>
    <p:extLst>
      <p:ext uri="{BB962C8B-B14F-4D97-AF65-F5344CB8AC3E}">
        <p14:creationId xmlns:p14="http://schemas.microsoft.com/office/powerpoint/2010/main" val="659781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Wait... I'm sure you're asking yourself, "Who writes YANG Models?". Well that is a great question. Technically </a:t>
            </a:r>
            <a:r>
              <a:rPr lang="en-US" sz="1200" b="0" i="1" kern="1200" dirty="0" smtClean="0">
                <a:solidFill>
                  <a:schemeClr val="tx1"/>
                </a:solidFill>
                <a:effectLst/>
                <a:latin typeface="+mn-lt"/>
                <a:ea typeface="ＭＳ Ｐゴシック" charset="0"/>
                <a:cs typeface="ＭＳ Ｐゴシック" charset="0"/>
              </a:rPr>
              <a:t>anyone</a:t>
            </a:r>
            <a:r>
              <a:rPr lang="en-US" sz="1200" b="0" i="0" kern="1200" dirty="0" smtClean="0">
                <a:solidFill>
                  <a:schemeClr val="tx1"/>
                </a:solidFill>
                <a:effectLst/>
                <a:latin typeface="+mn-lt"/>
                <a:ea typeface="ＭＳ Ｐゴシック" charset="0"/>
                <a:cs typeface="ＭＳ Ｐゴシック" charset="0"/>
              </a:rPr>
              <a:t> can write a YANG Model, all it takes is an idea and a knowledge of the YANG Language. However for practical purposed, the most used models come from one of two places.</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Debating the pros and cons of individual models, and the different sources is beyond the scope of this presentation ;-)</a:t>
            </a:r>
            <a:endParaRPr lang="en-US" dirty="0" smtClean="0"/>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25</a:t>
            </a:fld>
            <a:endParaRPr lang="en-US"/>
          </a:p>
        </p:txBody>
      </p:sp>
    </p:spTree>
    <p:extLst>
      <p:ext uri="{BB962C8B-B14F-4D97-AF65-F5344CB8AC3E}">
        <p14:creationId xmlns:p14="http://schemas.microsoft.com/office/powerpoint/2010/main" val="10349224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Some things to note about the output</a:t>
            </a:r>
          </a:p>
          <a:p>
            <a:r>
              <a:rPr lang="en-US" sz="1200" b="0" i="0" kern="1200" dirty="0" smtClean="0">
                <a:solidFill>
                  <a:schemeClr val="tx1"/>
                </a:solidFill>
                <a:effectLst/>
                <a:latin typeface="+mn-lt"/>
                <a:ea typeface="ＭＳ Ｐゴシック" charset="0"/>
                <a:cs typeface="ＭＳ Ｐゴシック" charset="0"/>
              </a:rPr>
              <a:t>The "module" </a:t>
            </a:r>
            <a:r>
              <a:rPr lang="en-US" sz="1200" b="0" i="0" kern="1200" dirty="0" err="1" smtClean="0">
                <a:solidFill>
                  <a:schemeClr val="tx1"/>
                </a:solidFill>
                <a:effectLst/>
                <a:latin typeface="+mn-lt"/>
                <a:ea typeface="ＭＳ Ｐゴシック" charset="0"/>
                <a:cs typeface="ＭＳ Ｐゴシック" charset="0"/>
              </a:rPr>
              <a:t>ietf</a:t>
            </a:r>
            <a:r>
              <a:rPr lang="en-US" sz="1200" b="0" i="0" kern="1200" dirty="0" smtClean="0">
                <a:solidFill>
                  <a:schemeClr val="tx1"/>
                </a:solidFill>
                <a:effectLst/>
                <a:latin typeface="+mn-lt"/>
                <a:ea typeface="ＭＳ Ｐゴシック" charset="0"/>
                <a:cs typeface="ＭＳ Ｐゴシック" charset="0"/>
              </a:rPr>
              <a:t>-interfaces provides two "containers"</a:t>
            </a:r>
          </a:p>
          <a:p>
            <a:pPr lvl="1"/>
            <a:r>
              <a:rPr lang="en-US" sz="1200" b="0" i="0" kern="1200" dirty="0" smtClean="0">
                <a:solidFill>
                  <a:schemeClr val="tx1"/>
                </a:solidFill>
                <a:effectLst/>
                <a:latin typeface="+mn-lt"/>
                <a:ea typeface="ＭＳ Ｐゴシック" charset="0"/>
                <a:cs typeface="+mn-cs"/>
              </a:rPr>
              <a:t>interfaces</a:t>
            </a:r>
          </a:p>
          <a:p>
            <a:pPr lvl="1"/>
            <a:r>
              <a:rPr lang="en-US" sz="1200" b="0" i="0" kern="1200" dirty="0" smtClean="0">
                <a:solidFill>
                  <a:schemeClr val="tx1"/>
                </a:solidFill>
                <a:effectLst/>
                <a:latin typeface="+mn-lt"/>
                <a:ea typeface="ＭＳ Ｐゴシック" charset="0"/>
                <a:cs typeface="+mn-cs"/>
              </a:rPr>
              <a:t>interfaces-state</a:t>
            </a:r>
          </a:p>
          <a:p>
            <a:r>
              <a:rPr lang="en-US" sz="1200" b="0" i="0" kern="1200" dirty="0" smtClean="0">
                <a:solidFill>
                  <a:schemeClr val="tx1"/>
                </a:solidFill>
                <a:effectLst/>
                <a:latin typeface="+mn-lt"/>
                <a:ea typeface="ＭＳ Ｐゴシック" charset="0"/>
                <a:cs typeface="ＭＳ Ｐゴシック" charset="0"/>
              </a:rPr>
              <a:t>Within each "container" is a "list" called "interface"</a:t>
            </a:r>
          </a:p>
          <a:p>
            <a:pPr lvl="1"/>
            <a:r>
              <a:rPr lang="en-US" sz="1200" b="0" i="0" kern="1200" dirty="0" smtClean="0">
                <a:solidFill>
                  <a:schemeClr val="tx1"/>
                </a:solidFill>
                <a:effectLst/>
                <a:latin typeface="+mn-lt"/>
                <a:ea typeface="ＭＳ Ｐゴシック" charset="0"/>
                <a:cs typeface="+mn-cs"/>
              </a:rPr>
              <a:t>A single instance of an interface is identified by a unique "key" of [name]</a:t>
            </a:r>
          </a:p>
          <a:p>
            <a:r>
              <a:rPr lang="en-US" sz="1200" b="0" i="0" kern="1200" dirty="0" smtClean="0">
                <a:solidFill>
                  <a:schemeClr val="tx1"/>
                </a:solidFill>
                <a:effectLst/>
                <a:latin typeface="+mn-lt"/>
                <a:ea typeface="ＭＳ Ｐゴシック" charset="0"/>
                <a:cs typeface="ＭＳ Ｐゴシック" charset="0"/>
              </a:rPr>
              <a:t>Every "leaf" attribute (ex name, description, type, </a:t>
            </a:r>
            <a:r>
              <a:rPr lang="en-US" sz="1200" b="0" i="0" kern="1200" dirty="0" err="1" smtClean="0">
                <a:solidFill>
                  <a:schemeClr val="tx1"/>
                </a:solidFill>
                <a:effectLst/>
                <a:latin typeface="+mn-lt"/>
                <a:ea typeface="ＭＳ Ｐゴシック" charset="0"/>
                <a:cs typeface="ＭＳ Ｐゴシック" charset="0"/>
              </a:rPr>
              <a:t>etc</a:t>
            </a:r>
            <a:r>
              <a:rPr lang="en-US" sz="1200" b="0" i="0" kern="1200" dirty="0" smtClean="0">
                <a:solidFill>
                  <a:schemeClr val="tx1"/>
                </a:solidFill>
                <a:effectLst/>
                <a:latin typeface="+mn-lt"/>
                <a:ea typeface="ＭＳ Ｐゴシック" charset="0"/>
                <a:cs typeface="ＭＳ Ｐゴシック" charset="0"/>
              </a:rPr>
              <a:t>) has the following details</a:t>
            </a:r>
          </a:p>
          <a:p>
            <a:pPr lvl="1"/>
            <a:r>
              <a:rPr lang="en-US" sz="1200" b="0" i="0" kern="1200" dirty="0" smtClean="0">
                <a:solidFill>
                  <a:schemeClr val="tx1"/>
                </a:solidFill>
                <a:effectLst/>
                <a:latin typeface="+mn-lt"/>
                <a:ea typeface="ＭＳ Ｐゴシック" charset="0"/>
                <a:cs typeface="+mn-cs"/>
              </a:rPr>
              <a:t>Either read-write (</a:t>
            </a:r>
            <a:r>
              <a:rPr lang="en-US" sz="1200" b="0" i="0" kern="1200" dirty="0" err="1" smtClean="0">
                <a:solidFill>
                  <a:schemeClr val="tx1"/>
                </a:solidFill>
                <a:effectLst/>
                <a:latin typeface="+mn-lt"/>
                <a:ea typeface="ＭＳ Ｐゴシック" charset="0"/>
                <a:cs typeface="+mn-cs"/>
              </a:rPr>
              <a:t>rw</a:t>
            </a:r>
            <a:r>
              <a:rPr lang="en-US" sz="1200" b="0" i="0" kern="1200" dirty="0" smtClean="0">
                <a:solidFill>
                  <a:schemeClr val="tx1"/>
                </a:solidFill>
                <a:effectLst/>
                <a:latin typeface="+mn-lt"/>
                <a:ea typeface="ＭＳ Ｐゴシック" charset="0"/>
                <a:cs typeface="+mn-cs"/>
              </a:rPr>
              <a:t>) or read-only (</a:t>
            </a:r>
            <a:r>
              <a:rPr lang="en-US" sz="1200" b="0" i="0" kern="1200" dirty="0" err="1" smtClean="0">
                <a:solidFill>
                  <a:schemeClr val="tx1"/>
                </a:solidFill>
                <a:effectLst/>
                <a:latin typeface="+mn-lt"/>
                <a:ea typeface="ＭＳ Ｐゴシック" charset="0"/>
                <a:cs typeface="+mn-cs"/>
              </a:rPr>
              <a:t>ro</a:t>
            </a:r>
            <a:r>
              <a:rPr lang="en-US" sz="1200" b="0" i="0" kern="1200" dirty="0" smtClean="0">
                <a:solidFill>
                  <a:schemeClr val="tx1"/>
                </a:solidFill>
                <a:effectLst/>
                <a:latin typeface="+mn-lt"/>
                <a:ea typeface="ＭＳ Ｐゴシック" charset="0"/>
                <a:cs typeface="+mn-cs"/>
              </a:rPr>
              <a:t>)</a:t>
            </a:r>
          </a:p>
          <a:p>
            <a:pPr lvl="1"/>
            <a:r>
              <a:rPr lang="en-US" sz="1200" b="0" i="0" kern="1200" dirty="0" smtClean="0">
                <a:solidFill>
                  <a:schemeClr val="tx1"/>
                </a:solidFill>
                <a:effectLst/>
                <a:latin typeface="+mn-lt"/>
                <a:ea typeface="ＭＳ Ｐゴシック" charset="0"/>
                <a:cs typeface="+mn-cs"/>
              </a:rPr>
              <a:t>Some are optional (?)</a:t>
            </a:r>
          </a:p>
          <a:p>
            <a:pPr lvl="1"/>
            <a:r>
              <a:rPr lang="en-US" sz="1200" b="0" i="0" kern="1200" dirty="0" smtClean="0">
                <a:solidFill>
                  <a:schemeClr val="tx1"/>
                </a:solidFill>
                <a:effectLst/>
                <a:latin typeface="+mn-lt"/>
                <a:ea typeface="ＭＳ Ｐゴシック" charset="0"/>
                <a:cs typeface="+mn-cs"/>
              </a:rPr>
              <a:t>Explicitly defined data types</a:t>
            </a:r>
            <a:endParaRPr lang="en-US" sz="1200" b="0" i="0" kern="1200" dirty="0">
              <a:solidFill>
                <a:schemeClr val="tx1"/>
              </a:solidFill>
              <a:effectLst/>
              <a:latin typeface="+mn-lt"/>
              <a:ea typeface="ＭＳ Ｐゴシック" charset="0"/>
              <a:cs typeface="+mn-cs"/>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26</a:t>
            </a:fld>
            <a:endParaRPr lang="en-US"/>
          </a:p>
        </p:txBody>
      </p:sp>
    </p:spTree>
    <p:extLst>
      <p:ext uri="{BB962C8B-B14F-4D97-AF65-F5344CB8AC3E}">
        <p14:creationId xmlns:p14="http://schemas.microsoft.com/office/powerpoint/2010/main" val="179512481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In the next section we will dive deeper into NETCONF and how to make requests and process data leveraging the Python libraries </a:t>
            </a:r>
            <a:r>
              <a:rPr lang="en-US" sz="1200" b="0" i="0" kern="1200" dirty="0" err="1" smtClean="0">
                <a:solidFill>
                  <a:schemeClr val="tx1"/>
                </a:solidFill>
                <a:effectLst/>
                <a:latin typeface="+mn-lt"/>
                <a:ea typeface="ＭＳ Ｐゴシック" charset="0"/>
                <a:cs typeface="ＭＳ Ｐゴシック" charset="0"/>
              </a:rPr>
              <a:t>ncclient</a:t>
            </a:r>
            <a:r>
              <a:rPr lang="en-US" sz="1200" b="0" i="0" kern="1200" dirty="0" smtClean="0">
                <a:solidFill>
                  <a:schemeClr val="tx1"/>
                </a:solidFill>
                <a:effectLst/>
                <a:latin typeface="+mn-lt"/>
                <a:ea typeface="ＭＳ Ｐゴシック" charset="0"/>
                <a:cs typeface="ＭＳ Ｐゴシック" charset="0"/>
              </a:rPr>
              <a:t> and xml. For now know that this script has made a request for the list of interfaces using the </a:t>
            </a:r>
            <a:r>
              <a:rPr lang="en-US" sz="1200" b="0" i="0" kern="1200" dirty="0" err="1" smtClean="0">
                <a:solidFill>
                  <a:schemeClr val="tx1"/>
                </a:solidFill>
                <a:effectLst/>
                <a:latin typeface="+mn-lt"/>
                <a:ea typeface="ＭＳ Ｐゴシック" charset="0"/>
                <a:cs typeface="ＭＳ Ｐゴシック" charset="0"/>
              </a:rPr>
              <a:t>ietf</a:t>
            </a:r>
            <a:r>
              <a:rPr lang="en-US" sz="1200" b="0" i="0" kern="1200" dirty="0" smtClean="0">
                <a:solidFill>
                  <a:schemeClr val="tx1"/>
                </a:solidFill>
                <a:effectLst/>
                <a:latin typeface="+mn-lt"/>
                <a:ea typeface="ＭＳ Ｐゴシック" charset="0"/>
                <a:cs typeface="ＭＳ Ｐゴシック" charset="0"/>
              </a:rPr>
              <a:t>-interfaces model that we explored previously.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You should recognize the YANG Model elements represented: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container interfaces </a:t>
            </a:r>
          </a:p>
          <a:p>
            <a:pPr lvl="1"/>
            <a:r>
              <a:rPr lang="en-US" sz="1200" b="0" i="0" kern="1200" dirty="0" smtClean="0">
                <a:solidFill>
                  <a:schemeClr val="tx1"/>
                </a:solidFill>
                <a:effectLst/>
                <a:latin typeface="+mn-lt"/>
                <a:ea typeface="ＭＳ Ｐゴシック" charset="0"/>
                <a:cs typeface="+mn-cs"/>
              </a:rPr>
              <a:t>&lt;interfaces </a:t>
            </a:r>
            <a:r>
              <a:rPr lang="en-US" sz="1200" b="0" i="0" kern="1200" dirty="0" err="1" smtClean="0">
                <a:solidFill>
                  <a:schemeClr val="tx1"/>
                </a:solidFill>
                <a:effectLst/>
                <a:latin typeface="+mn-lt"/>
                <a:ea typeface="ＭＳ Ｐゴシック" charset="0"/>
                <a:cs typeface="+mn-cs"/>
              </a:rPr>
              <a:t>xmlns</a:t>
            </a:r>
            <a:r>
              <a:rPr lang="en-US" sz="1200" b="0" i="0" kern="1200" dirty="0" smtClean="0">
                <a:solidFill>
                  <a:schemeClr val="tx1"/>
                </a:solidFill>
                <a:effectLst/>
                <a:latin typeface="+mn-lt"/>
                <a:ea typeface="ＭＳ Ｐゴシック" charset="0"/>
                <a:cs typeface="+mn-cs"/>
              </a:rPr>
              <a:t>="</a:t>
            </a:r>
            <a:r>
              <a:rPr lang="en-US" sz="1200" b="0" i="0" kern="1200" dirty="0" err="1" smtClean="0">
                <a:solidFill>
                  <a:schemeClr val="tx1"/>
                </a:solidFill>
                <a:effectLst/>
                <a:latin typeface="+mn-lt"/>
                <a:ea typeface="ＭＳ Ｐゴシック" charset="0"/>
                <a:cs typeface="+mn-cs"/>
              </a:rPr>
              <a:t>urn:ietf:params:xml:ns:yang:ietf-interfaces</a:t>
            </a:r>
            <a:r>
              <a:rPr lang="en-US" sz="1200" b="0" i="0" kern="1200" dirty="0" smtClean="0">
                <a:solidFill>
                  <a:schemeClr val="tx1"/>
                </a:solidFill>
                <a:effectLst/>
                <a:latin typeface="+mn-lt"/>
                <a:ea typeface="ＭＳ Ｐゴシック" charset="0"/>
                <a:cs typeface="+mn-cs"/>
              </a:rPr>
              <a:t>"&gt;...&lt;/interfaces&gt;</a:t>
            </a:r>
          </a:p>
          <a:p>
            <a:pPr lvl="1"/>
            <a:r>
              <a:rPr lang="en-US" sz="1200" b="0" i="1" kern="1200" dirty="0" smtClean="0">
                <a:solidFill>
                  <a:schemeClr val="tx1"/>
                </a:solidFill>
                <a:effectLst/>
                <a:latin typeface="+mn-lt"/>
                <a:ea typeface="ＭＳ Ｐゴシック" charset="0"/>
                <a:cs typeface="+mn-cs"/>
              </a:rPr>
              <a:t>The attribute </a:t>
            </a:r>
            <a:r>
              <a:rPr lang="en-US" sz="1200" b="0" i="1" kern="1200" dirty="0" err="1" smtClean="0">
                <a:solidFill>
                  <a:schemeClr val="tx1"/>
                </a:solidFill>
                <a:effectLst/>
                <a:latin typeface="+mn-lt"/>
                <a:ea typeface="ＭＳ Ｐゴシック" charset="0"/>
                <a:cs typeface="+mn-cs"/>
              </a:rPr>
              <a:t>xmlns</a:t>
            </a:r>
            <a:r>
              <a:rPr lang="en-US" sz="1200" b="0" i="1" kern="1200" dirty="0" smtClean="0">
                <a:solidFill>
                  <a:schemeClr val="tx1"/>
                </a:solidFill>
                <a:effectLst/>
                <a:latin typeface="+mn-lt"/>
                <a:ea typeface="ＭＳ Ｐゴシック" charset="0"/>
                <a:cs typeface="+mn-cs"/>
              </a:rPr>
              <a:t>="</a:t>
            </a:r>
            <a:r>
              <a:rPr lang="en-US" sz="1200" b="0" i="1" kern="1200" dirty="0" err="1" smtClean="0">
                <a:solidFill>
                  <a:schemeClr val="tx1"/>
                </a:solidFill>
                <a:effectLst/>
                <a:latin typeface="+mn-lt"/>
                <a:ea typeface="ＭＳ Ｐゴシック" charset="0"/>
                <a:cs typeface="+mn-cs"/>
              </a:rPr>
              <a:t>urn:ietf:params:xml:ns:yang:ietf-interfaces"identifies</a:t>
            </a:r>
            <a:r>
              <a:rPr lang="en-US" sz="1200" b="0" i="1" kern="1200" dirty="0" smtClean="0">
                <a:solidFill>
                  <a:schemeClr val="tx1"/>
                </a:solidFill>
                <a:effectLst/>
                <a:latin typeface="+mn-lt"/>
                <a:ea typeface="ＭＳ Ｐゴシック" charset="0"/>
                <a:cs typeface="+mn-cs"/>
              </a:rPr>
              <a:t> the particular YANG Model</a:t>
            </a:r>
            <a:endParaRPr lang="en-US" sz="1200" b="0" i="0" kern="1200" dirty="0" smtClean="0">
              <a:solidFill>
                <a:schemeClr val="tx1"/>
              </a:solidFill>
              <a:effectLst/>
              <a:latin typeface="+mn-lt"/>
              <a:ea typeface="ＭＳ Ｐゴシック" charset="0"/>
              <a:cs typeface="+mn-cs"/>
            </a:endParaRP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list of individual interfaces</a:t>
            </a:r>
          </a:p>
          <a:p>
            <a:pPr lvl="1"/>
            <a:r>
              <a:rPr lang="en-US" sz="1200" b="0" i="0" kern="1200" dirty="0" smtClean="0">
                <a:solidFill>
                  <a:schemeClr val="tx1"/>
                </a:solidFill>
                <a:effectLst/>
                <a:latin typeface="+mn-lt"/>
                <a:ea typeface="ＭＳ Ｐゴシック" charset="0"/>
                <a:cs typeface="+mn-cs"/>
              </a:rPr>
              <a:t>&lt;interface&gt;..&lt;/interface&gt;</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leaf attributes</a:t>
            </a:r>
          </a:p>
          <a:p>
            <a:pPr lvl="1"/>
            <a:r>
              <a:rPr lang="en-US" sz="1200" b="0" i="0" kern="1200" dirty="0" smtClean="0">
                <a:solidFill>
                  <a:schemeClr val="tx1"/>
                </a:solidFill>
                <a:effectLst/>
                <a:latin typeface="+mn-lt"/>
                <a:ea typeface="ＭＳ Ｐゴシック" charset="0"/>
                <a:cs typeface="+mn-cs"/>
              </a:rPr>
              <a:t>&lt;name&gt;..&lt;/name&gt;</a:t>
            </a:r>
          </a:p>
          <a:p>
            <a:pPr lvl="1"/>
            <a:r>
              <a:rPr lang="en-US" sz="1200" b="0" i="0" kern="1200" dirty="0" smtClean="0">
                <a:solidFill>
                  <a:schemeClr val="tx1"/>
                </a:solidFill>
                <a:effectLst/>
                <a:latin typeface="+mn-lt"/>
                <a:ea typeface="ＭＳ Ｐゴシック" charset="0"/>
                <a:cs typeface="+mn-cs"/>
              </a:rPr>
              <a:t>&lt;type&gt;..&lt;/type&gt;&gt;</a:t>
            </a:r>
          </a:p>
          <a:p>
            <a:pPr lvl="1"/>
            <a:r>
              <a:rPr lang="en-US" sz="1200" b="0" i="0" kern="1200" dirty="0" smtClean="0">
                <a:solidFill>
                  <a:schemeClr val="tx1"/>
                </a:solidFill>
                <a:effectLst/>
                <a:latin typeface="+mn-lt"/>
                <a:ea typeface="ＭＳ Ｐゴシック" charset="0"/>
                <a:cs typeface="+mn-cs"/>
              </a:rPr>
              <a:t>&lt;enabled&gt;..&lt;/enabled</a:t>
            </a:r>
            <a:endParaRPr lang="en-US" sz="1200" b="0" i="0" kern="1200" dirty="0">
              <a:solidFill>
                <a:schemeClr val="tx1"/>
              </a:solidFill>
              <a:effectLst/>
              <a:latin typeface="+mn-lt"/>
              <a:ea typeface="ＭＳ Ｐゴシック" charset="0"/>
              <a:cs typeface="+mn-cs"/>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27</a:t>
            </a:fld>
            <a:endParaRPr lang="en-US"/>
          </a:p>
        </p:txBody>
      </p:sp>
    </p:spTree>
    <p:extLst>
      <p:ext uri="{BB962C8B-B14F-4D97-AF65-F5344CB8AC3E}">
        <p14:creationId xmlns:p14="http://schemas.microsoft.com/office/powerpoint/2010/main" val="64748185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NETCONF is the primary transport protocol used with YANG data models today. It is the </a:t>
            </a:r>
            <a:r>
              <a:rPr lang="en-US" sz="1200" b="1" i="0" kern="1200" dirty="0" err="1" smtClean="0">
                <a:solidFill>
                  <a:schemeClr val="tx1"/>
                </a:solidFill>
                <a:effectLst/>
                <a:latin typeface="+mn-lt"/>
                <a:ea typeface="ＭＳ Ｐゴシック" charset="0"/>
                <a:cs typeface="ＭＳ Ｐゴシック" charset="0"/>
              </a:rPr>
              <a:t>NET</a:t>
            </a:r>
            <a:r>
              <a:rPr lang="en-US" sz="1200" b="0" i="0" kern="1200" dirty="0" err="1" smtClean="0">
                <a:solidFill>
                  <a:schemeClr val="tx1"/>
                </a:solidFill>
                <a:effectLst/>
                <a:latin typeface="+mn-lt"/>
                <a:ea typeface="ＭＳ Ｐゴシック" charset="0"/>
                <a:cs typeface="ＭＳ Ｐゴシック" charset="0"/>
              </a:rPr>
              <a:t>work</a:t>
            </a:r>
            <a:r>
              <a:rPr lang="en-US" sz="1200" b="0" i="0" kern="1200" dirty="0" smtClean="0">
                <a:solidFill>
                  <a:schemeClr val="tx1"/>
                </a:solidFill>
                <a:effectLst/>
                <a:latin typeface="+mn-lt"/>
                <a:ea typeface="ＭＳ Ｐゴシック" charset="0"/>
                <a:cs typeface="ＭＳ Ｐゴシック" charset="0"/>
              </a:rPr>
              <a:t> </a:t>
            </a:r>
            <a:r>
              <a:rPr lang="en-US" sz="1200" b="1" i="0" kern="1200" dirty="0" err="1" smtClean="0">
                <a:solidFill>
                  <a:schemeClr val="tx1"/>
                </a:solidFill>
                <a:effectLst/>
                <a:latin typeface="+mn-lt"/>
                <a:ea typeface="ＭＳ Ｐゴシック" charset="0"/>
                <a:cs typeface="ＭＳ Ｐゴシック" charset="0"/>
              </a:rPr>
              <a:t>CONF</a:t>
            </a:r>
            <a:r>
              <a:rPr lang="en-US" sz="1200" b="0" i="0" kern="1200" dirty="0" err="1" smtClean="0">
                <a:solidFill>
                  <a:schemeClr val="tx1"/>
                </a:solidFill>
                <a:effectLst/>
                <a:latin typeface="+mn-lt"/>
                <a:ea typeface="ＭＳ Ｐゴシック" charset="0"/>
                <a:cs typeface="ＭＳ Ｐゴシック" charset="0"/>
              </a:rPr>
              <a:t>iguration</a:t>
            </a:r>
            <a:r>
              <a:rPr lang="en-US" sz="1200" b="0" i="0" kern="1200" dirty="0" smtClean="0">
                <a:solidFill>
                  <a:schemeClr val="tx1"/>
                </a:solidFill>
                <a:effectLst/>
                <a:latin typeface="+mn-lt"/>
                <a:ea typeface="ＭＳ Ｐゴシック" charset="0"/>
                <a:cs typeface="ＭＳ Ｐゴシック" charset="0"/>
              </a:rPr>
              <a:t> protocol, and defines how a Manager and Agent will communicate in a standard fashion. </a:t>
            </a:r>
          </a:p>
          <a:p>
            <a:endParaRPr lang="en-US" sz="1200" b="1"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Some key details:</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Initially standardized in 2006 with </a:t>
            </a:r>
            <a:r>
              <a:rPr lang="en-US" sz="1200" b="0" i="0" kern="1200" dirty="0" smtClean="0">
                <a:solidFill>
                  <a:schemeClr val="tx1"/>
                </a:solidFill>
                <a:effectLst/>
                <a:latin typeface="+mn-lt"/>
                <a:ea typeface="ＭＳ Ｐゴシック" charset="0"/>
                <a:cs typeface="ＭＳ Ｐゴシック" charset="0"/>
                <a:hlinkClick r:id="rId3"/>
              </a:rPr>
              <a:t>RFC4741</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Latest standard is </a:t>
            </a:r>
            <a:r>
              <a:rPr lang="en-US" sz="1200" b="0" i="0" kern="1200" dirty="0" smtClean="0">
                <a:solidFill>
                  <a:schemeClr val="tx1"/>
                </a:solidFill>
                <a:effectLst/>
                <a:latin typeface="+mn-lt"/>
                <a:ea typeface="ＭＳ Ｐゴシック" charset="0"/>
                <a:cs typeface="ＭＳ Ｐゴシック" charset="0"/>
                <a:hlinkClick r:id="rId4"/>
              </a:rPr>
              <a:t>RFC6241</a:t>
            </a:r>
            <a:r>
              <a:rPr lang="en-US" sz="1200" b="0" i="0" kern="1200" dirty="0" smtClean="0">
                <a:solidFill>
                  <a:schemeClr val="tx1"/>
                </a:solidFill>
                <a:effectLst/>
                <a:latin typeface="+mn-lt"/>
                <a:ea typeface="ＭＳ Ｐゴシック" charset="0"/>
                <a:cs typeface="ＭＳ Ｐゴシック" charset="0"/>
              </a:rPr>
              <a:t> in 2011</a:t>
            </a:r>
          </a:p>
          <a:p>
            <a:r>
              <a:rPr lang="en-US" sz="1200" b="0" i="0" kern="1200" dirty="0" smtClean="0">
                <a:solidFill>
                  <a:schemeClr val="tx1"/>
                </a:solidFill>
                <a:effectLst/>
                <a:latin typeface="+mn-lt"/>
                <a:ea typeface="ＭＳ Ｐゴシック" charset="0"/>
                <a:cs typeface="ＭＳ Ｐゴシック" charset="0"/>
              </a:rPr>
              <a:t>Does </a:t>
            </a:r>
            <a:r>
              <a:rPr lang="en-US" sz="1200" b="1" i="0" kern="1200" dirty="0" smtClean="0">
                <a:solidFill>
                  <a:schemeClr val="tx1"/>
                </a:solidFill>
                <a:effectLst/>
                <a:latin typeface="+mn-lt"/>
                <a:ea typeface="ＭＳ Ｐゴシック" charset="0"/>
                <a:cs typeface="ＭＳ Ｐゴシック" charset="0"/>
              </a:rPr>
              <a:t>NOT</a:t>
            </a:r>
            <a:r>
              <a:rPr lang="en-US" sz="1200" b="0" i="0" kern="1200" dirty="0" smtClean="0">
                <a:solidFill>
                  <a:schemeClr val="tx1"/>
                </a:solidFill>
                <a:effectLst/>
                <a:latin typeface="+mn-lt"/>
                <a:ea typeface="ＭＳ Ｐゴシック" charset="0"/>
                <a:cs typeface="ＭＳ Ｐゴシック" charset="0"/>
              </a:rPr>
              <a:t> explicitly define content. That is what YANG provides.</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29</a:t>
            </a:fld>
            <a:endParaRPr lang="en-US"/>
          </a:p>
        </p:txBody>
      </p:sp>
    </p:spTree>
    <p:extLst>
      <p:ext uri="{BB962C8B-B14F-4D97-AF65-F5344CB8AC3E}">
        <p14:creationId xmlns:p14="http://schemas.microsoft.com/office/powerpoint/2010/main" val="189984909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As a Transport Protocol, NETCONF has a layered approach that defines how the Manager (client) and Agent (server) will communicate. Starting from the bottom:</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30</a:t>
            </a:fld>
            <a:endParaRPr lang="en-US"/>
          </a:p>
        </p:txBody>
      </p:sp>
    </p:spTree>
    <p:extLst>
      <p:ext uri="{BB962C8B-B14F-4D97-AF65-F5344CB8AC3E}">
        <p14:creationId xmlns:p14="http://schemas.microsoft.com/office/powerpoint/2010/main" val="107163844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When making a request of an Agent, there are several possible actions you can take with NETCONF. The action is indicated using an XML tag. They are:</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31</a:t>
            </a:fld>
            <a:endParaRPr lang="en-US"/>
          </a:p>
        </p:txBody>
      </p:sp>
    </p:spTree>
    <p:extLst>
      <p:ext uri="{BB962C8B-B14F-4D97-AF65-F5344CB8AC3E}">
        <p14:creationId xmlns:p14="http://schemas.microsoft.com/office/powerpoint/2010/main" val="13142118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One of the key requirements identified when the IETF was considering a replacement for SNMP was an integrated method for configuration validation, error checking/handling, and rollback.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As part of addressing this need, NETCONF includes "Data Stores" to provide targets of individual operation events. Each container will hold a copy of the configuration data that can be pre-validated before committing to active configuration.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We will target the "running" data store in this code line:</a:t>
            </a:r>
          </a:p>
          <a:p>
            <a:endParaRPr lang="en-US" dirty="0" smtClean="0"/>
          </a:p>
          <a:p>
            <a:r>
              <a:rPr lang="en-US" sz="1200" b="0" i="0" kern="1200" dirty="0" smtClean="0">
                <a:solidFill>
                  <a:schemeClr val="tx1"/>
                </a:solidFill>
                <a:effectLst/>
                <a:latin typeface="+mn-lt"/>
                <a:ea typeface="ＭＳ Ｐゴシック" charset="0"/>
                <a:cs typeface="ＭＳ Ｐゴシック" charset="0"/>
              </a:rPr>
              <a:t>Another benefit of data stores, is that network management systems can verify configurations across all devices in a network are consistent in a data store, than commit an entire change network wide at once.</a:t>
            </a:r>
          </a:p>
          <a:p>
            <a:endParaRPr lang="en-US" sz="1200" b="0" i="0" kern="1200" dirty="0" smtClean="0">
              <a:solidFill>
                <a:schemeClr val="tx1"/>
              </a:solidFill>
              <a:effectLst/>
              <a:latin typeface="+mn-lt"/>
              <a:ea typeface="ＭＳ Ｐゴシック" charset="0"/>
              <a:cs typeface="ＭＳ Ｐゴシック" charset="0"/>
            </a:endParaRPr>
          </a:p>
          <a:p>
            <a:r>
              <a:rPr lang="en-US" b="1" dirty="0" smtClean="0"/>
              <a:t>Data Store Key Points</a:t>
            </a:r>
          </a:p>
          <a:p>
            <a:pPr marL="285750" indent="-285750">
              <a:buFont typeface="Arial" charset="0"/>
              <a:buChar char="•"/>
            </a:pPr>
            <a:r>
              <a:rPr lang="en-US" sz="1600" dirty="0" smtClean="0"/>
              <a:t>A container may hold an entire or partial configuration</a:t>
            </a:r>
          </a:p>
          <a:p>
            <a:pPr marL="285750" indent="-285750">
              <a:buFont typeface="Arial" charset="0"/>
              <a:buChar char="•"/>
            </a:pPr>
            <a:r>
              <a:rPr lang="en-US" sz="1600" dirty="0" smtClean="0"/>
              <a:t>Not all data stores are supported on all devices </a:t>
            </a:r>
          </a:p>
          <a:p>
            <a:pPr marL="742950" lvl="1" indent="-285750">
              <a:buFont typeface="Arial" charset="0"/>
              <a:buChar char="•"/>
            </a:pPr>
            <a:r>
              <a:rPr lang="en-US" sz="1600" dirty="0" smtClean="0"/>
              <a:t>"running" is the only mandatory data store</a:t>
            </a:r>
          </a:p>
          <a:p>
            <a:pPr marL="285750" indent="-285750">
              <a:buFont typeface="Arial" charset="0"/>
              <a:buChar char="•"/>
            </a:pPr>
            <a:r>
              <a:rPr lang="en-US" sz="1600" dirty="0" smtClean="0"/>
              <a:t>Not all data stores are writeable</a:t>
            </a:r>
          </a:p>
          <a:p>
            <a:pPr marL="285750" indent="-285750">
              <a:buFont typeface="Arial" charset="0"/>
              <a:buChar char="•"/>
            </a:pPr>
            <a:r>
              <a:rPr lang="en-US" sz="1600" dirty="0" smtClean="0"/>
              <a:t>A "URL" data store is supported by IOS to enable &lt;</a:t>
            </a:r>
            <a:r>
              <a:rPr lang="en-US" sz="1600" dirty="0" err="1" smtClean="0"/>
              <a:t>config</a:t>
            </a:r>
            <a:r>
              <a:rPr lang="en-US" sz="1600" dirty="0" smtClean="0"/>
              <a:t>-copy&gt;</a:t>
            </a:r>
          </a:p>
          <a:p>
            <a:pPr marL="285750" indent="-285750">
              <a:buFont typeface="Arial" charset="0"/>
              <a:buChar char="•"/>
            </a:pPr>
            <a:r>
              <a:rPr lang="en-US" sz="1600" dirty="0" smtClean="0"/>
              <a:t>Every NETCONF message must target a data store</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32</a:t>
            </a:fld>
            <a:endParaRPr lang="en-US"/>
          </a:p>
        </p:txBody>
      </p:sp>
    </p:spTree>
    <p:extLst>
      <p:ext uri="{BB962C8B-B14F-4D97-AF65-F5344CB8AC3E}">
        <p14:creationId xmlns:p14="http://schemas.microsoft.com/office/powerpoint/2010/main" val="125998178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First, we import the </a:t>
            </a:r>
            <a:r>
              <a:rPr lang="en-US" sz="1200" b="0" i="0" kern="1200" dirty="0" err="1" smtClean="0">
                <a:solidFill>
                  <a:schemeClr val="tx1"/>
                </a:solidFill>
                <a:effectLst/>
                <a:latin typeface="+mn-lt"/>
                <a:ea typeface="ＭＳ Ｐゴシック" charset="0"/>
                <a:cs typeface="ＭＳ Ｐゴシック" charset="0"/>
              </a:rPr>
              <a:t>ncclient</a:t>
            </a:r>
            <a:r>
              <a:rPr lang="en-US" sz="1200" b="0" i="0" kern="1200" dirty="0" smtClean="0">
                <a:solidFill>
                  <a:schemeClr val="tx1"/>
                </a:solidFill>
                <a:effectLst/>
                <a:latin typeface="+mn-lt"/>
                <a:ea typeface="ＭＳ Ｐゴシック" charset="0"/>
                <a:cs typeface="ＭＳ Ｐゴシック" charset="0"/>
              </a:rPr>
              <a:t> and sys library.</a:t>
            </a:r>
          </a:p>
          <a:p>
            <a:pPr lvl="1"/>
            <a:r>
              <a:rPr lang="en-US" sz="1200" b="0" i="1" kern="1200" dirty="0" smtClean="0">
                <a:solidFill>
                  <a:schemeClr val="tx1"/>
                </a:solidFill>
                <a:effectLst/>
                <a:latin typeface="+mn-lt"/>
                <a:ea typeface="ＭＳ Ｐゴシック" charset="0"/>
                <a:cs typeface="+mn-cs"/>
              </a:rPr>
              <a:t>If you are working on your own machine</a:t>
            </a:r>
            <a:r>
              <a:rPr lang="en-US" sz="1200" b="0" i="0" kern="1200" dirty="0" smtClean="0">
                <a:solidFill>
                  <a:schemeClr val="tx1"/>
                </a:solidFill>
                <a:effectLst/>
                <a:latin typeface="+mn-lt"/>
                <a:ea typeface="ＭＳ Ｐゴシック" charset="0"/>
                <a:cs typeface="+mn-cs"/>
              </a:rPr>
              <a:t>, you will need to install the </a:t>
            </a:r>
            <a:r>
              <a:rPr lang="en-US" sz="1200" b="0" i="0" kern="1200" dirty="0" smtClean="0">
                <a:solidFill>
                  <a:schemeClr val="tx1"/>
                </a:solidFill>
                <a:effectLst/>
                <a:latin typeface="+mn-lt"/>
                <a:ea typeface="ＭＳ Ｐゴシック" charset="0"/>
                <a:cs typeface="+mn-cs"/>
                <a:hlinkClick r:id="rId3"/>
              </a:rPr>
              <a:t>NCClient Library</a:t>
            </a:r>
            <a:r>
              <a:rPr lang="en-US" sz="1200" b="0" i="0" kern="1200" dirty="0" smtClean="0">
                <a:solidFill>
                  <a:schemeClr val="tx1"/>
                </a:solidFill>
                <a:effectLst/>
                <a:latin typeface="+mn-lt"/>
                <a:ea typeface="ＭＳ Ｐゴシック" charset="0"/>
                <a:cs typeface="+mn-cs"/>
              </a:rPr>
              <a:t> before you can run this code.</a:t>
            </a:r>
          </a:p>
          <a:p>
            <a:pPr lvl="1"/>
            <a:r>
              <a:rPr lang="en-US" sz="1200" b="0" i="0" kern="1200" dirty="0" smtClean="0">
                <a:solidFill>
                  <a:schemeClr val="tx1"/>
                </a:solidFill>
                <a:effectLst/>
                <a:latin typeface="+mn-lt"/>
                <a:ea typeface="ＭＳ Ｐゴシック" charset="0"/>
                <a:cs typeface="+mn-cs"/>
              </a:rPr>
              <a:t>Recall that we need to use </a:t>
            </a:r>
            <a:r>
              <a:rPr lang="en-US" sz="1200" b="0" i="0" kern="1200" dirty="0" err="1" smtClean="0">
                <a:solidFill>
                  <a:schemeClr val="tx1"/>
                </a:solidFill>
                <a:effectLst/>
                <a:latin typeface="+mn-lt"/>
                <a:ea typeface="ＭＳ Ｐゴシック" charset="0"/>
                <a:cs typeface="+mn-cs"/>
              </a:rPr>
              <a:t>ncclient</a:t>
            </a:r>
            <a:r>
              <a:rPr lang="en-US" sz="1200" b="0" i="0" kern="1200" dirty="0" smtClean="0">
                <a:solidFill>
                  <a:schemeClr val="tx1"/>
                </a:solidFill>
                <a:effectLst/>
                <a:latin typeface="+mn-lt"/>
                <a:ea typeface="ＭＳ Ｐゴシック" charset="0"/>
                <a:cs typeface="+mn-cs"/>
              </a:rPr>
              <a:t> version 0.5.2 minimum to ensure compatibility with Python3.</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The next lines create various names that we can update as needed to fit the appropriate environment.</a:t>
            </a:r>
          </a:p>
          <a:p>
            <a:pPr lvl="1"/>
            <a:r>
              <a:rPr lang="en-US" sz="1200" b="0" i="0" kern="1200" dirty="0" smtClean="0">
                <a:solidFill>
                  <a:schemeClr val="tx1"/>
                </a:solidFill>
                <a:effectLst/>
                <a:latin typeface="+mn-lt"/>
                <a:ea typeface="ＭＳ Ｐゴシック" charset="0"/>
                <a:cs typeface="+mn-cs"/>
              </a:rPr>
              <a:t>If you are using the CSR1000V in the lab environment, you do not need to change anything.</a:t>
            </a:r>
          </a:p>
          <a:p>
            <a:pPr lvl="1"/>
            <a:r>
              <a:rPr lang="en-US" sz="1200" b="0" i="0" kern="1200" dirty="0" smtClean="0">
                <a:solidFill>
                  <a:schemeClr val="tx1"/>
                </a:solidFill>
                <a:effectLst/>
                <a:latin typeface="+mn-lt"/>
                <a:ea typeface="ＭＳ Ｐゴシック" charset="0"/>
                <a:cs typeface="+mn-cs"/>
              </a:rPr>
              <a:t>Be sure to connect to your environment prior to running this code.</a:t>
            </a:r>
          </a:p>
          <a:p>
            <a:pPr lvl="1"/>
            <a:r>
              <a:rPr lang="en-US" sz="1200" b="0" i="0" kern="1200" dirty="0" smtClean="0">
                <a:solidFill>
                  <a:schemeClr val="tx1"/>
                </a:solidFill>
                <a:effectLst/>
                <a:latin typeface="+mn-lt"/>
                <a:ea typeface="ＭＳ Ｐゴシック" charset="0"/>
                <a:cs typeface="+mn-cs"/>
              </a:rPr>
              <a:t>Review the steps in Module 03 as needed.</a:t>
            </a: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33</a:t>
            </a:fld>
            <a:endParaRPr lang="en-US"/>
          </a:p>
        </p:txBody>
      </p:sp>
    </p:spTree>
    <p:extLst>
      <p:ext uri="{BB962C8B-B14F-4D97-AF65-F5344CB8AC3E}">
        <p14:creationId xmlns:p14="http://schemas.microsoft.com/office/powerpoint/2010/main" val="177960548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First, we import the </a:t>
            </a:r>
            <a:r>
              <a:rPr lang="en-US" sz="1200" b="0" i="0" kern="1200" dirty="0" err="1" smtClean="0">
                <a:solidFill>
                  <a:schemeClr val="tx1"/>
                </a:solidFill>
                <a:effectLst/>
                <a:latin typeface="+mn-lt"/>
                <a:ea typeface="ＭＳ Ｐゴシック" charset="0"/>
                <a:cs typeface="ＭＳ Ｐゴシック" charset="0"/>
              </a:rPr>
              <a:t>ncclient</a:t>
            </a:r>
            <a:r>
              <a:rPr lang="en-US" sz="1200" b="0" i="0" kern="1200" dirty="0" smtClean="0">
                <a:solidFill>
                  <a:schemeClr val="tx1"/>
                </a:solidFill>
                <a:effectLst/>
                <a:latin typeface="+mn-lt"/>
                <a:ea typeface="ＭＳ Ｐゴシック" charset="0"/>
                <a:cs typeface="ＭＳ Ｐゴシック" charset="0"/>
              </a:rPr>
              <a:t> and sys library.</a:t>
            </a:r>
          </a:p>
          <a:p>
            <a:pPr lvl="1"/>
            <a:r>
              <a:rPr lang="en-US" sz="1200" b="0" i="1" kern="1200" dirty="0" smtClean="0">
                <a:solidFill>
                  <a:schemeClr val="tx1"/>
                </a:solidFill>
                <a:effectLst/>
                <a:latin typeface="+mn-lt"/>
                <a:ea typeface="ＭＳ Ｐゴシック" charset="0"/>
                <a:cs typeface="+mn-cs"/>
              </a:rPr>
              <a:t>If you are working on your own machine</a:t>
            </a:r>
            <a:r>
              <a:rPr lang="en-US" sz="1200" b="0" i="0" kern="1200" dirty="0" smtClean="0">
                <a:solidFill>
                  <a:schemeClr val="tx1"/>
                </a:solidFill>
                <a:effectLst/>
                <a:latin typeface="+mn-lt"/>
                <a:ea typeface="ＭＳ Ｐゴシック" charset="0"/>
                <a:cs typeface="+mn-cs"/>
              </a:rPr>
              <a:t>, you will need to install the </a:t>
            </a:r>
            <a:r>
              <a:rPr lang="en-US" sz="1200" b="0" i="0" kern="1200" dirty="0" smtClean="0">
                <a:solidFill>
                  <a:schemeClr val="tx1"/>
                </a:solidFill>
                <a:effectLst/>
                <a:latin typeface="+mn-lt"/>
                <a:ea typeface="ＭＳ Ｐゴシック" charset="0"/>
                <a:cs typeface="+mn-cs"/>
                <a:hlinkClick r:id="rId3"/>
              </a:rPr>
              <a:t>NCClient Library</a:t>
            </a:r>
            <a:r>
              <a:rPr lang="en-US" sz="1200" b="0" i="0" kern="1200" dirty="0" smtClean="0">
                <a:solidFill>
                  <a:schemeClr val="tx1"/>
                </a:solidFill>
                <a:effectLst/>
                <a:latin typeface="+mn-lt"/>
                <a:ea typeface="ＭＳ Ｐゴシック" charset="0"/>
                <a:cs typeface="+mn-cs"/>
              </a:rPr>
              <a:t> before you can run this code.</a:t>
            </a:r>
          </a:p>
          <a:p>
            <a:pPr lvl="1"/>
            <a:r>
              <a:rPr lang="en-US" sz="1200" b="0" i="0" kern="1200" dirty="0" smtClean="0">
                <a:solidFill>
                  <a:schemeClr val="tx1"/>
                </a:solidFill>
                <a:effectLst/>
                <a:latin typeface="+mn-lt"/>
                <a:ea typeface="ＭＳ Ｐゴシック" charset="0"/>
                <a:cs typeface="+mn-cs"/>
              </a:rPr>
              <a:t>Recall that we need to use </a:t>
            </a:r>
            <a:r>
              <a:rPr lang="en-US" sz="1200" b="0" i="0" kern="1200" dirty="0" err="1" smtClean="0">
                <a:solidFill>
                  <a:schemeClr val="tx1"/>
                </a:solidFill>
                <a:effectLst/>
                <a:latin typeface="+mn-lt"/>
                <a:ea typeface="ＭＳ Ｐゴシック" charset="0"/>
                <a:cs typeface="+mn-cs"/>
              </a:rPr>
              <a:t>ncclient</a:t>
            </a:r>
            <a:r>
              <a:rPr lang="en-US" sz="1200" b="0" i="0" kern="1200" dirty="0" smtClean="0">
                <a:solidFill>
                  <a:schemeClr val="tx1"/>
                </a:solidFill>
                <a:effectLst/>
                <a:latin typeface="+mn-lt"/>
                <a:ea typeface="ＭＳ Ｐゴシック" charset="0"/>
                <a:cs typeface="+mn-cs"/>
              </a:rPr>
              <a:t> version 0.5.2 minimum to ensure compatibility with Python3.</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The next lines create various names that we can update as needed to fit the appropriate environment.</a:t>
            </a:r>
          </a:p>
          <a:p>
            <a:pPr lvl="1"/>
            <a:r>
              <a:rPr lang="en-US" sz="1200" b="0" i="0" kern="1200" dirty="0" smtClean="0">
                <a:solidFill>
                  <a:schemeClr val="tx1"/>
                </a:solidFill>
                <a:effectLst/>
                <a:latin typeface="+mn-lt"/>
                <a:ea typeface="ＭＳ Ｐゴシック" charset="0"/>
                <a:cs typeface="+mn-cs"/>
              </a:rPr>
              <a:t>If you are using the CSR1000V in the lab environment, you do not need to change anything.</a:t>
            </a:r>
          </a:p>
          <a:p>
            <a:pPr lvl="1"/>
            <a:r>
              <a:rPr lang="en-US" sz="1200" b="0" i="0" kern="1200" dirty="0" smtClean="0">
                <a:solidFill>
                  <a:schemeClr val="tx1"/>
                </a:solidFill>
                <a:effectLst/>
                <a:latin typeface="+mn-lt"/>
                <a:ea typeface="ＭＳ Ｐゴシック" charset="0"/>
                <a:cs typeface="+mn-cs"/>
              </a:rPr>
              <a:t>Be sure to connect to your environment prior to running this code.</a:t>
            </a:r>
          </a:p>
          <a:p>
            <a:pPr lvl="1"/>
            <a:r>
              <a:rPr lang="en-US" sz="1200" b="0" i="0" kern="1200" dirty="0" smtClean="0">
                <a:solidFill>
                  <a:schemeClr val="tx1"/>
                </a:solidFill>
                <a:effectLst/>
                <a:latin typeface="+mn-lt"/>
                <a:ea typeface="ＭＳ Ｐゴシック" charset="0"/>
                <a:cs typeface="+mn-cs"/>
              </a:rPr>
              <a:t>Review the steps in Module 03 as needed.</a:t>
            </a: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34</a:t>
            </a:fld>
            <a:endParaRPr lang="en-US"/>
          </a:p>
        </p:txBody>
      </p:sp>
    </p:spTree>
    <p:extLst>
      <p:ext uri="{BB962C8B-B14F-4D97-AF65-F5344CB8AC3E}">
        <p14:creationId xmlns:p14="http://schemas.microsoft.com/office/powerpoint/2010/main" val="127938500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This code snippet creates the NETCONF over SSH session with the required arguments (white space added for readability):</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host = the IP address or hostname of the remote device.</a:t>
            </a:r>
          </a:p>
          <a:p>
            <a:r>
              <a:rPr lang="en-US" sz="1200" b="0" i="0" kern="1200" dirty="0" smtClean="0">
                <a:solidFill>
                  <a:schemeClr val="tx1"/>
                </a:solidFill>
                <a:effectLst/>
                <a:latin typeface="+mn-lt"/>
                <a:ea typeface="ＭＳ Ｐゴシック" charset="0"/>
                <a:cs typeface="ＭＳ Ｐゴシック" charset="0"/>
              </a:rPr>
              <a:t>port = the NETCONF port for the SSH session</a:t>
            </a:r>
          </a:p>
          <a:p>
            <a:r>
              <a:rPr lang="en-US" sz="1200" b="0" i="0" kern="1200" dirty="0" smtClean="0">
                <a:solidFill>
                  <a:schemeClr val="tx1"/>
                </a:solidFill>
                <a:effectLst/>
                <a:latin typeface="+mn-lt"/>
                <a:ea typeface="ＭＳ Ｐゴシック" charset="0"/>
                <a:cs typeface="ＭＳ Ｐゴシック" charset="0"/>
              </a:rPr>
              <a:t>username = the username to authenticate the SSH session</a:t>
            </a:r>
          </a:p>
          <a:p>
            <a:r>
              <a:rPr lang="en-US" sz="1200" b="0" i="0" kern="1200" dirty="0" smtClean="0">
                <a:solidFill>
                  <a:schemeClr val="tx1"/>
                </a:solidFill>
                <a:effectLst/>
                <a:latin typeface="+mn-lt"/>
                <a:ea typeface="ＭＳ Ｐゴシック" charset="0"/>
                <a:cs typeface="ＭＳ Ｐゴシック" charset="0"/>
              </a:rPr>
              <a:t>password = the password to authenticate the SSH session</a:t>
            </a:r>
          </a:p>
          <a:p>
            <a:r>
              <a:rPr lang="en-US" sz="1200" b="0" i="0" kern="1200" dirty="0" err="1" smtClean="0">
                <a:solidFill>
                  <a:schemeClr val="tx1"/>
                </a:solidFill>
                <a:effectLst/>
                <a:latin typeface="+mn-lt"/>
                <a:ea typeface="ＭＳ Ｐゴシック" charset="0"/>
                <a:cs typeface="ＭＳ Ｐゴシック" charset="0"/>
              </a:rPr>
              <a:t>hostkey_verify</a:t>
            </a:r>
            <a:r>
              <a:rPr lang="en-US" sz="1200" b="0" i="0" kern="1200" dirty="0" smtClean="0">
                <a:solidFill>
                  <a:schemeClr val="tx1"/>
                </a:solidFill>
                <a:effectLst/>
                <a:latin typeface="+mn-lt"/>
                <a:ea typeface="ＭＳ Ｐゴシック" charset="0"/>
                <a:cs typeface="ＭＳ Ｐゴシック" charset="0"/>
              </a:rPr>
              <a:t> = disables </a:t>
            </a:r>
            <a:r>
              <a:rPr lang="en-US" sz="1200" b="0" i="0" kern="1200" dirty="0" err="1" smtClean="0">
                <a:solidFill>
                  <a:schemeClr val="tx1"/>
                </a:solidFill>
                <a:effectLst/>
                <a:latin typeface="+mn-lt"/>
                <a:ea typeface="ＭＳ Ｐゴシック" charset="0"/>
                <a:cs typeface="ＭＳ Ｐゴシック" charset="0"/>
              </a:rPr>
              <a:t>hostkey</a:t>
            </a:r>
            <a:r>
              <a:rPr lang="en-US" sz="1200" b="0" i="0" kern="1200" dirty="0" smtClean="0">
                <a:solidFill>
                  <a:schemeClr val="tx1"/>
                </a:solidFill>
                <a:effectLst/>
                <a:latin typeface="+mn-lt"/>
                <a:ea typeface="ＭＳ Ｐゴシック" charset="0"/>
                <a:cs typeface="ＭＳ Ｐゴシック" charset="0"/>
              </a:rPr>
              <a:t> verification from ~/.</a:t>
            </a:r>
            <a:r>
              <a:rPr lang="en-US" sz="1200" b="0" i="0" kern="1200" dirty="0" err="1" smtClean="0">
                <a:solidFill>
                  <a:schemeClr val="tx1"/>
                </a:solidFill>
                <a:effectLst/>
                <a:latin typeface="+mn-lt"/>
                <a:ea typeface="ＭＳ Ｐゴシック" charset="0"/>
                <a:cs typeface="ＭＳ Ｐゴシック" charset="0"/>
              </a:rPr>
              <a:t>ssh</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known_hosts</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err="1" smtClean="0">
                <a:solidFill>
                  <a:schemeClr val="tx1"/>
                </a:solidFill>
                <a:effectLst/>
                <a:latin typeface="+mn-lt"/>
                <a:ea typeface="ＭＳ Ｐゴシック" charset="0"/>
                <a:cs typeface="ＭＳ Ｐゴシック" charset="0"/>
              </a:rPr>
              <a:t>device_params</a:t>
            </a:r>
            <a:r>
              <a:rPr lang="en-US" sz="1200" b="0" i="0" kern="1200" dirty="0" smtClean="0">
                <a:solidFill>
                  <a:schemeClr val="tx1"/>
                </a:solidFill>
                <a:effectLst/>
                <a:latin typeface="+mn-lt"/>
                <a:ea typeface="ＭＳ Ｐゴシック" charset="0"/>
                <a:cs typeface="ＭＳ Ｐゴシック" charset="0"/>
              </a:rPr>
              <a:t> = allows for vendor specific operations (nothing special in this case)</a:t>
            </a:r>
          </a:p>
          <a:p>
            <a:r>
              <a:rPr lang="en-US" sz="1200" b="0" i="0" kern="1200" dirty="0" err="1" smtClean="0">
                <a:solidFill>
                  <a:schemeClr val="tx1"/>
                </a:solidFill>
                <a:effectLst/>
                <a:latin typeface="+mn-lt"/>
                <a:ea typeface="ＭＳ Ｐゴシック" charset="0"/>
                <a:cs typeface="ＭＳ Ｐゴシック" charset="0"/>
              </a:rPr>
              <a:t>look_for_keys</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err="1" smtClean="0">
                <a:solidFill>
                  <a:schemeClr val="tx1"/>
                </a:solidFill>
                <a:effectLst/>
                <a:latin typeface="+mn-lt"/>
                <a:ea typeface="ＭＳ Ｐゴシック" charset="0"/>
                <a:cs typeface="ＭＳ Ｐゴシック" charset="0"/>
              </a:rPr>
              <a:t>allow_agent</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smtClean="0">
                <a:solidFill>
                  <a:schemeClr val="tx1"/>
                </a:solidFill>
                <a:effectLst/>
                <a:latin typeface="+mn-lt"/>
                <a:ea typeface="ＭＳ Ｐゴシック" charset="0"/>
                <a:cs typeface="ＭＳ Ｐゴシック" charset="0"/>
              </a:rPr>
              <a:t>Note that the with ... as expression ensures that our session is gracefully closed if we run into any exceptions in runtime</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After connecting, the variable m represents out NETCONF session. The session has a property called </a:t>
            </a:r>
            <a:r>
              <a:rPr lang="en-US" sz="1200" b="0" i="0" kern="1200" dirty="0" err="1" smtClean="0">
                <a:solidFill>
                  <a:schemeClr val="tx1"/>
                </a:solidFill>
                <a:effectLst/>
                <a:latin typeface="+mn-lt"/>
                <a:ea typeface="ＭＳ Ｐゴシック" charset="0"/>
                <a:cs typeface="ＭＳ Ｐゴシック" charset="0"/>
              </a:rPr>
              <a:t>m.server_capabilities</a:t>
            </a:r>
            <a:r>
              <a:rPr lang="en-US" sz="1200" b="0" i="0" kern="1200" dirty="0" smtClean="0">
                <a:solidFill>
                  <a:schemeClr val="tx1"/>
                </a:solidFill>
                <a:effectLst/>
                <a:latin typeface="+mn-lt"/>
                <a:ea typeface="ＭＳ Ｐゴシック" charset="0"/>
                <a:cs typeface="ＭＳ Ｐゴシック" charset="0"/>
              </a:rPr>
              <a:t> that contains the details of the capabilities that were returned during the connection steps. </a:t>
            </a:r>
          </a:p>
          <a:p>
            <a:r>
              <a:rPr lang="en-US" sz="1200" b="0" i="0" kern="1200" dirty="0" smtClean="0">
                <a:solidFill>
                  <a:schemeClr val="tx1"/>
                </a:solidFill>
                <a:effectLst/>
                <a:latin typeface="+mn-lt"/>
                <a:ea typeface="ＭＳ Ｐゴシック" charset="0"/>
                <a:cs typeface="ＭＳ Ｐゴシック" charset="0"/>
              </a:rPr>
              <a:t>We print out the list using a basic for ... in loop</a:t>
            </a:r>
          </a:p>
          <a:p>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35</a:t>
            </a:fld>
            <a:endParaRPr lang="en-US"/>
          </a:p>
        </p:txBody>
      </p:sp>
    </p:spTree>
    <p:extLst>
      <p:ext uri="{BB962C8B-B14F-4D97-AF65-F5344CB8AC3E}">
        <p14:creationId xmlns:p14="http://schemas.microsoft.com/office/powerpoint/2010/main" val="162159841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This code snippet creates the NETCONF over SSH session with the required arguments (white space added for readability):</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host = the IP address or hostname of the remote device.</a:t>
            </a:r>
          </a:p>
          <a:p>
            <a:r>
              <a:rPr lang="en-US" sz="1200" b="0" i="0" kern="1200" dirty="0" smtClean="0">
                <a:solidFill>
                  <a:schemeClr val="tx1"/>
                </a:solidFill>
                <a:effectLst/>
                <a:latin typeface="+mn-lt"/>
                <a:ea typeface="ＭＳ Ｐゴシック" charset="0"/>
                <a:cs typeface="ＭＳ Ｐゴシック" charset="0"/>
              </a:rPr>
              <a:t>port = the NETCONF port for the SSH session</a:t>
            </a:r>
          </a:p>
          <a:p>
            <a:r>
              <a:rPr lang="en-US" sz="1200" b="0" i="0" kern="1200" dirty="0" smtClean="0">
                <a:solidFill>
                  <a:schemeClr val="tx1"/>
                </a:solidFill>
                <a:effectLst/>
                <a:latin typeface="+mn-lt"/>
                <a:ea typeface="ＭＳ Ｐゴシック" charset="0"/>
                <a:cs typeface="ＭＳ Ｐゴシック" charset="0"/>
              </a:rPr>
              <a:t>username = the username to authenticate the SSH session</a:t>
            </a:r>
          </a:p>
          <a:p>
            <a:r>
              <a:rPr lang="en-US" sz="1200" b="0" i="0" kern="1200" dirty="0" smtClean="0">
                <a:solidFill>
                  <a:schemeClr val="tx1"/>
                </a:solidFill>
                <a:effectLst/>
                <a:latin typeface="+mn-lt"/>
                <a:ea typeface="ＭＳ Ｐゴシック" charset="0"/>
                <a:cs typeface="ＭＳ Ｐゴシック" charset="0"/>
              </a:rPr>
              <a:t>password = the password to authenticate the SSH session</a:t>
            </a:r>
          </a:p>
          <a:p>
            <a:r>
              <a:rPr lang="en-US" sz="1200" b="0" i="0" kern="1200" dirty="0" err="1" smtClean="0">
                <a:solidFill>
                  <a:schemeClr val="tx1"/>
                </a:solidFill>
                <a:effectLst/>
                <a:latin typeface="+mn-lt"/>
                <a:ea typeface="ＭＳ Ｐゴシック" charset="0"/>
                <a:cs typeface="ＭＳ Ｐゴシック" charset="0"/>
              </a:rPr>
              <a:t>hostkey_verify</a:t>
            </a:r>
            <a:r>
              <a:rPr lang="en-US" sz="1200" b="0" i="0" kern="1200" dirty="0" smtClean="0">
                <a:solidFill>
                  <a:schemeClr val="tx1"/>
                </a:solidFill>
                <a:effectLst/>
                <a:latin typeface="+mn-lt"/>
                <a:ea typeface="ＭＳ Ｐゴシック" charset="0"/>
                <a:cs typeface="ＭＳ Ｐゴシック" charset="0"/>
              </a:rPr>
              <a:t> = disables </a:t>
            </a:r>
            <a:r>
              <a:rPr lang="en-US" sz="1200" b="0" i="0" kern="1200" dirty="0" err="1" smtClean="0">
                <a:solidFill>
                  <a:schemeClr val="tx1"/>
                </a:solidFill>
                <a:effectLst/>
                <a:latin typeface="+mn-lt"/>
                <a:ea typeface="ＭＳ Ｐゴシック" charset="0"/>
                <a:cs typeface="ＭＳ Ｐゴシック" charset="0"/>
              </a:rPr>
              <a:t>hostkey</a:t>
            </a:r>
            <a:r>
              <a:rPr lang="en-US" sz="1200" b="0" i="0" kern="1200" dirty="0" smtClean="0">
                <a:solidFill>
                  <a:schemeClr val="tx1"/>
                </a:solidFill>
                <a:effectLst/>
                <a:latin typeface="+mn-lt"/>
                <a:ea typeface="ＭＳ Ｐゴシック" charset="0"/>
                <a:cs typeface="ＭＳ Ｐゴシック" charset="0"/>
              </a:rPr>
              <a:t> verification from ~/.</a:t>
            </a:r>
            <a:r>
              <a:rPr lang="en-US" sz="1200" b="0" i="0" kern="1200" dirty="0" err="1" smtClean="0">
                <a:solidFill>
                  <a:schemeClr val="tx1"/>
                </a:solidFill>
                <a:effectLst/>
                <a:latin typeface="+mn-lt"/>
                <a:ea typeface="ＭＳ Ｐゴシック" charset="0"/>
                <a:cs typeface="ＭＳ Ｐゴシック" charset="0"/>
              </a:rPr>
              <a:t>ssh</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known_hosts</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err="1" smtClean="0">
                <a:solidFill>
                  <a:schemeClr val="tx1"/>
                </a:solidFill>
                <a:effectLst/>
                <a:latin typeface="+mn-lt"/>
                <a:ea typeface="ＭＳ Ｐゴシック" charset="0"/>
                <a:cs typeface="ＭＳ Ｐゴシック" charset="0"/>
              </a:rPr>
              <a:t>device_params</a:t>
            </a:r>
            <a:r>
              <a:rPr lang="en-US" sz="1200" b="0" i="0" kern="1200" dirty="0" smtClean="0">
                <a:solidFill>
                  <a:schemeClr val="tx1"/>
                </a:solidFill>
                <a:effectLst/>
                <a:latin typeface="+mn-lt"/>
                <a:ea typeface="ＭＳ Ｐゴシック" charset="0"/>
                <a:cs typeface="ＭＳ Ｐゴシック" charset="0"/>
              </a:rPr>
              <a:t> = allows for vendor specific operations (nothing special in this case)</a:t>
            </a:r>
          </a:p>
          <a:p>
            <a:r>
              <a:rPr lang="en-US" sz="1200" b="0" i="0" kern="1200" dirty="0" err="1" smtClean="0">
                <a:solidFill>
                  <a:schemeClr val="tx1"/>
                </a:solidFill>
                <a:effectLst/>
                <a:latin typeface="+mn-lt"/>
                <a:ea typeface="ＭＳ Ｐゴシック" charset="0"/>
                <a:cs typeface="ＭＳ Ｐゴシック" charset="0"/>
              </a:rPr>
              <a:t>look_for_keys</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err="1" smtClean="0">
                <a:solidFill>
                  <a:schemeClr val="tx1"/>
                </a:solidFill>
                <a:effectLst/>
                <a:latin typeface="+mn-lt"/>
                <a:ea typeface="ＭＳ Ｐゴシック" charset="0"/>
                <a:cs typeface="ＭＳ Ｐゴシック" charset="0"/>
              </a:rPr>
              <a:t>allow_agent</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smtClean="0">
                <a:solidFill>
                  <a:schemeClr val="tx1"/>
                </a:solidFill>
                <a:effectLst/>
                <a:latin typeface="+mn-lt"/>
                <a:ea typeface="ＭＳ Ｐゴシック" charset="0"/>
                <a:cs typeface="ＭＳ Ｐゴシック" charset="0"/>
              </a:rPr>
              <a:t>Note that the with ... as expression ensures that our session is gracefully closed if we run into any exceptions in runtime</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After connecting, the variable m represents out NETCONF session. The session has a property called </a:t>
            </a:r>
            <a:r>
              <a:rPr lang="en-US" sz="1200" b="0" i="0" kern="1200" dirty="0" err="1" smtClean="0">
                <a:solidFill>
                  <a:schemeClr val="tx1"/>
                </a:solidFill>
                <a:effectLst/>
                <a:latin typeface="+mn-lt"/>
                <a:ea typeface="ＭＳ Ｐゴシック" charset="0"/>
                <a:cs typeface="ＭＳ Ｐゴシック" charset="0"/>
              </a:rPr>
              <a:t>m.server_capabilities</a:t>
            </a:r>
            <a:r>
              <a:rPr lang="en-US" sz="1200" b="0" i="0" kern="1200" dirty="0" smtClean="0">
                <a:solidFill>
                  <a:schemeClr val="tx1"/>
                </a:solidFill>
                <a:effectLst/>
                <a:latin typeface="+mn-lt"/>
                <a:ea typeface="ＭＳ Ｐゴシック" charset="0"/>
                <a:cs typeface="ＭＳ Ｐゴシック" charset="0"/>
              </a:rPr>
              <a:t> that contains the details of the capabilities that were returned during the connection steps. </a:t>
            </a:r>
          </a:p>
          <a:p>
            <a:r>
              <a:rPr lang="en-US" sz="1200" b="0" i="0" kern="1200" dirty="0" smtClean="0">
                <a:solidFill>
                  <a:schemeClr val="tx1"/>
                </a:solidFill>
                <a:effectLst/>
                <a:latin typeface="+mn-lt"/>
                <a:ea typeface="ＭＳ Ｐゴシック" charset="0"/>
                <a:cs typeface="ＭＳ Ｐゴシック" charset="0"/>
              </a:rPr>
              <a:t>We print out the list using a basic for ... in loop</a:t>
            </a:r>
          </a:p>
          <a:p>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36</a:t>
            </a:fld>
            <a:endParaRPr lang="en-US"/>
          </a:p>
        </p:txBody>
      </p:sp>
    </p:spTree>
    <p:extLst>
      <p:ext uri="{BB962C8B-B14F-4D97-AF65-F5344CB8AC3E}">
        <p14:creationId xmlns:p14="http://schemas.microsoft.com/office/powerpoint/2010/main" val="24809028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This code snippet creates the NETCONF over SSH session with the required arguments (white space added for readability):</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host = the IP address or hostname of the remote device.</a:t>
            </a:r>
          </a:p>
          <a:p>
            <a:r>
              <a:rPr lang="en-US" sz="1200" b="0" i="0" kern="1200" dirty="0" smtClean="0">
                <a:solidFill>
                  <a:schemeClr val="tx1"/>
                </a:solidFill>
                <a:effectLst/>
                <a:latin typeface="+mn-lt"/>
                <a:ea typeface="ＭＳ Ｐゴシック" charset="0"/>
                <a:cs typeface="ＭＳ Ｐゴシック" charset="0"/>
              </a:rPr>
              <a:t>port = the NETCONF port for the SSH session</a:t>
            </a:r>
          </a:p>
          <a:p>
            <a:r>
              <a:rPr lang="en-US" sz="1200" b="0" i="0" kern="1200" dirty="0" smtClean="0">
                <a:solidFill>
                  <a:schemeClr val="tx1"/>
                </a:solidFill>
                <a:effectLst/>
                <a:latin typeface="+mn-lt"/>
                <a:ea typeface="ＭＳ Ｐゴシック" charset="0"/>
                <a:cs typeface="ＭＳ Ｐゴシック" charset="0"/>
              </a:rPr>
              <a:t>username = the username to authenticate the SSH session</a:t>
            </a:r>
          </a:p>
          <a:p>
            <a:r>
              <a:rPr lang="en-US" sz="1200" b="0" i="0" kern="1200" dirty="0" smtClean="0">
                <a:solidFill>
                  <a:schemeClr val="tx1"/>
                </a:solidFill>
                <a:effectLst/>
                <a:latin typeface="+mn-lt"/>
                <a:ea typeface="ＭＳ Ｐゴシック" charset="0"/>
                <a:cs typeface="ＭＳ Ｐゴシック" charset="0"/>
              </a:rPr>
              <a:t>password = the password to authenticate the SSH session</a:t>
            </a:r>
          </a:p>
          <a:p>
            <a:r>
              <a:rPr lang="en-US" sz="1200" b="0" i="0" kern="1200" dirty="0" err="1" smtClean="0">
                <a:solidFill>
                  <a:schemeClr val="tx1"/>
                </a:solidFill>
                <a:effectLst/>
                <a:latin typeface="+mn-lt"/>
                <a:ea typeface="ＭＳ Ｐゴシック" charset="0"/>
                <a:cs typeface="ＭＳ Ｐゴシック" charset="0"/>
              </a:rPr>
              <a:t>hostkey_verify</a:t>
            </a:r>
            <a:r>
              <a:rPr lang="en-US" sz="1200" b="0" i="0" kern="1200" dirty="0" smtClean="0">
                <a:solidFill>
                  <a:schemeClr val="tx1"/>
                </a:solidFill>
                <a:effectLst/>
                <a:latin typeface="+mn-lt"/>
                <a:ea typeface="ＭＳ Ｐゴシック" charset="0"/>
                <a:cs typeface="ＭＳ Ｐゴシック" charset="0"/>
              </a:rPr>
              <a:t> = disables </a:t>
            </a:r>
            <a:r>
              <a:rPr lang="en-US" sz="1200" b="0" i="0" kern="1200" dirty="0" err="1" smtClean="0">
                <a:solidFill>
                  <a:schemeClr val="tx1"/>
                </a:solidFill>
                <a:effectLst/>
                <a:latin typeface="+mn-lt"/>
                <a:ea typeface="ＭＳ Ｐゴシック" charset="0"/>
                <a:cs typeface="ＭＳ Ｐゴシック" charset="0"/>
              </a:rPr>
              <a:t>hostkey</a:t>
            </a:r>
            <a:r>
              <a:rPr lang="en-US" sz="1200" b="0" i="0" kern="1200" dirty="0" smtClean="0">
                <a:solidFill>
                  <a:schemeClr val="tx1"/>
                </a:solidFill>
                <a:effectLst/>
                <a:latin typeface="+mn-lt"/>
                <a:ea typeface="ＭＳ Ｐゴシック" charset="0"/>
                <a:cs typeface="ＭＳ Ｐゴシック" charset="0"/>
              </a:rPr>
              <a:t> verification from ~/.</a:t>
            </a:r>
            <a:r>
              <a:rPr lang="en-US" sz="1200" b="0" i="0" kern="1200" dirty="0" err="1" smtClean="0">
                <a:solidFill>
                  <a:schemeClr val="tx1"/>
                </a:solidFill>
                <a:effectLst/>
                <a:latin typeface="+mn-lt"/>
                <a:ea typeface="ＭＳ Ｐゴシック" charset="0"/>
                <a:cs typeface="ＭＳ Ｐゴシック" charset="0"/>
              </a:rPr>
              <a:t>ssh</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known_hosts</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err="1" smtClean="0">
                <a:solidFill>
                  <a:schemeClr val="tx1"/>
                </a:solidFill>
                <a:effectLst/>
                <a:latin typeface="+mn-lt"/>
                <a:ea typeface="ＭＳ Ｐゴシック" charset="0"/>
                <a:cs typeface="ＭＳ Ｐゴシック" charset="0"/>
              </a:rPr>
              <a:t>device_params</a:t>
            </a:r>
            <a:r>
              <a:rPr lang="en-US" sz="1200" b="0" i="0" kern="1200" dirty="0" smtClean="0">
                <a:solidFill>
                  <a:schemeClr val="tx1"/>
                </a:solidFill>
                <a:effectLst/>
                <a:latin typeface="+mn-lt"/>
                <a:ea typeface="ＭＳ Ｐゴシック" charset="0"/>
                <a:cs typeface="ＭＳ Ｐゴシック" charset="0"/>
              </a:rPr>
              <a:t> = allows for vendor specific operations (nothing special in this case)</a:t>
            </a:r>
          </a:p>
          <a:p>
            <a:r>
              <a:rPr lang="en-US" sz="1200" b="0" i="0" kern="1200" dirty="0" err="1" smtClean="0">
                <a:solidFill>
                  <a:schemeClr val="tx1"/>
                </a:solidFill>
                <a:effectLst/>
                <a:latin typeface="+mn-lt"/>
                <a:ea typeface="ＭＳ Ｐゴシック" charset="0"/>
                <a:cs typeface="ＭＳ Ｐゴシック" charset="0"/>
              </a:rPr>
              <a:t>look_for_keys</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err="1" smtClean="0">
                <a:solidFill>
                  <a:schemeClr val="tx1"/>
                </a:solidFill>
                <a:effectLst/>
                <a:latin typeface="+mn-lt"/>
                <a:ea typeface="ＭＳ Ｐゴシック" charset="0"/>
                <a:cs typeface="ＭＳ Ｐゴシック" charset="0"/>
              </a:rPr>
              <a:t>allow_agent</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smtClean="0">
                <a:solidFill>
                  <a:schemeClr val="tx1"/>
                </a:solidFill>
                <a:effectLst/>
                <a:latin typeface="+mn-lt"/>
                <a:ea typeface="ＭＳ Ｐゴシック" charset="0"/>
                <a:cs typeface="ＭＳ Ｐゴシック" charset="0"/>
              </a:rPr>
              <a:t>Note that the with ... as expression ensures that our session is gracefully closed if we run into any exceptions in runtime</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After connecting, the variable m represents out NETCONF session. The session has a property called </a:t>
            </a:r>
            <a:r>
              <a:rPr lang="en-US" sz="1200" b="0" i="0" kern="1200" dirty="0" err="1" smtClean="0">
                <a:solidFill>
                  <a:schemeClr val="tx1"/>
                </a:solidFill>
                <a:effectLst/>
                <a:latin typeface="+mn-lt"/>
                <a:ea typeface="ＭＳ Ｐゴシック" charset="0"/>
                <a:cs typeface="ＭＳ Ｐゴシック" charset="0"/>
              </a:rPr>
              <a:t>m.server_capabilities</a:t>
            </a:r>
            <a:r>
              <a:rPr lang="en-US" sz="1200" b="0" i="0" kern="1200" dirty="0" smtClean="0">
                <a:solidFill>
                  <a:schemeClr val="tx1"/>
                </a:solidFill>
                <a:effectLst/>
                <a:latin typeface="+mn-lt"/>
                <a:ea typeface="ＭＳ Ｐゴシック" charset="0"/>
                <a:cs typeface="ＭＳ Ｐゴシック" charset="0"/>
              </a:rPr>
              <a:t> that contains the details of the capabilities that were returned during the connection steps. </a:t>
            </a:r>
          </a:p>
          <a:p>
            <a:r>
              <a:rPr lang="en-US" sz="1200" b="0" i="0" kern="1200" dirty="0" smtClean="0">
                <a:solidFill>
                  <a:schemeClr val="tx1"/>
                </a:solidFill>
                <a:effectLst/>
                <a:latin typeface="+mn-lt"/>
                <a:ea typeface="ＭＳ Ｐゴシック" charset="0"/>
                <a:cs typeface="ＭＳ Ｐゴシック" charset="0"/>
              </a:rPr>
              <a:t>We print out the list using a basic for ... in loop</a:t>
            </a:r>
          </a:p>
          <a:p>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37</a:t>
            </a:fld>
            <a:endParaRPr lang="en-US"/>
          </a:p>
        </p:txBody>
      </p:sp>
    </p:spTree>
    <p:extLst>
      <p:ext uri="{BB962C8B-B14F-4D97-AF65-F5344CB8AC3E}">
        <p14:creationId xmlns:p14="http://schemas.microsoft.com/office/powerpoint/2010/main" val="214303493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This code snippet creates the NETCONF over SSH session with the required arguments (white space added for readability):</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host = the IP address or hostname of the remote device.</a:t>
            </a:r>
          </a:p>
          <a:p>
            <a:r>
              <a:rPr lang="en-US" sz="1200" b="0" i="0" kern="1200" dirty="0" smtClean="0">
                <a:solidFill>
                  <a:schemeClr val="tx1"/>
                </a:solidFill>
                <a:effectLst/>
                <a:latin typeface="+mn-lt"/>
                <a:ea typeface="ＭＳ Ｐゴシック" charset="0"/>
                <a:cs typeface="ＭＳ Ｐゴシック" charset="0"/>
              </a:rPr>
              <a:t>port = the NETCONF port for the SSH session</a:t>
            </a:r>
          </a:p>
          <a:p>
            <a:r>
              <a:rPr lang="en-US" sz="1200" b="0" i="0" kern="1200" dirty="0" smtClean="0">
                <a:solidFill>
                  <a:schemeClr val="tx1"/>
                </a:solidFill>
                <a:effectLst/>
                <a:latin typeface="+mn-lt"/>
                <a:ea typeface="ＭＳ Ｐゴシック" charset="0"/>
                <a:cs typeface="ＭＳ Ｐゴシック" charset="0"/>
              </a:rPr>
              <a:t>username = the username to authenticate the SSH session</a:t>
            </a:r>
          </a:p>
          <a:p>
            <a:r>
              <a:rPr lang="en-US" sz="1200" b="0" i="0" kern="1200" dirty="0" smtClean="0">
                <a:solidFill>
                  <a:schemeClr val="tx1"/>
                </a:solidFill>
                <a:effectLst/>
                <a:latin typeface="+mn-lt"/>
                <a:ea typeface="ＭＳ Ｐゴシック" charset="0"/>
                <a:cs typeface="ＭＳ Ｐゴシック" charset="0"/>
              </a:rPr>
              <a:t>password = the password to authenticate the SSH session</a:t>
            </a:r>
          </a:p>
          <a:p>
            <a:r>
              <a:rPr lang="en-US" sz="1200" b="0" i="0" kern="1200" dirty="0" err="1" smtClean="0">
                <a:solidFill>
                  <a:schemeClr val="tx1"/>
                </a:solidFill>
                <a:effectLst/>
                <a:latin typeface="+mn-lt"/>
                <a:ea typeface="ＭＳ Ｐゴシック" charset="0"/>
                <a:cs typeface="ＭＳ Ｐゴシック" charset="0"/>
              </a:rPr>
              <a:t>hostkey_verify</a:t>
            </a:r>
            <a:r>
              <a:rPr lang="en-US" sz="1200" b="0" i="0" kern="1200" dirty="0" smtClean="0">
                <a:solidFill>
                  <a:schemeClr val="tx1"/>
                </a:solidFill>
                <a:effectLst/>
                <a:latin typeface="+mn-lt"/>
                <a:ea typeface="ＭＳ Ｐゴシック" charset="0"/>
                <a:cs typeface="ＭＳ Ｐゴシック" charset="0"/>
              </a:rPr>
              <a:t> = disables </a:t>
            </a:r>
            <a:r>
              <a:rPr lang="en-US" sz="1200" b="0" i="0" kern="1200" dirty="0" err="1" smtClean="0">
                <a:solidFill>
                  <a:schemeClr val="tx1"/>
                </a:solidFill>
                <a:effectLst/>
                <a:latin typeface="+mn-lt"/>
                <a:ea typeface="ＭＳ Ｐゴシック" charset="0"/>
                <a:cs typeface="ＭＳ Ｐゴシック" charset="0"/>
              </a:rPr>
              <a:t>hostkey</a:t>
            </a:r>
            <a:r>
              <a:rPr lang="en-US" sz="1200" b="0" i="0" kern="1200" dirty="0" smtClean="0">
                <a:solidFill>
                  <a:schemeClr val="tx1"/>
                </a:solidFill>
                <a:effectLst/>
                <a:latin typeface="+mn-lt"/>
                <a:ea typeface="ＭＳ Ｐゴシック" charset="0"/>
                <a:cs typeface="ＭＳ Ｐゴシック" charset="0"/>
              </a:rPr>
              <a:t> verification from ~/.</a:t>
            </a:r>
            <a:r>
              <a:rPr lang="en-US" sz="1200" b="0" i="0" kern="1200" dirty="0" err="1" smtClean="0">
                <a:solidFill>
                  <a:schemeClr val="tx1"/>
                </a:solidFill>
                <a:effectLst/>
                <a:latin typeface="+mn-lt"/>
                <a:ea typeface="ＭＳ Ｐゴシック" charset="0"/>
                <a:cs typeface="ＭＳ Ｐゴシック" charset="0"/>
              </a:rPr>
              <a:t>ssh</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known_hosts</a:t>
            </a: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err="1" smtClean="0">
                <a:solidFill>
                  <a:schemeClr val="tx1"/>
                </a:solidFill>
                <a:effectLst/>
                <a:latin typeface="+mn-lt"/>
                <a:ea typeface="ＭＳ Ｐゴシック" charset="0"/>
                <a:cs typeface="ＭＳ Ｐゴシック" charset="0"/>
              </a:rPr>
              <a:t>device_params</a:t>
            </a:r>
            <a:r>
              <a:rPr lang="en-US" sz="1200" b="0" i="0" kern="1200" dirty="0" smtClean="0">
                <a:solidFill>
                  <a:schemeClr val="tx1"/>
                </a:solidFill>
                <a:effectLst/>
                <a:latin typeface="+mn-lt"/>
                <a:ea typeface="ＭＳ Ｐゴシック" charset="0"/>
                <a:cs typeface="ＭＳ Ｐゴシック" charset="0"/>
              </a:rPr>
              <a:t> = allows for vendor specific operations (nothing special in this case)</a:t>
            </a:r>
          </a:p>
          <a:p>
            <a:r>
              <a:rPr lang="en-US" sz="1200" b="0" i="0" kern="1200" dirty="0" err="1" smtClean="0">
                <a:solidFill>
                  <a:schemeClr val="tx1"/>
                </a:solidFill>
                <a:effectLst/>
                <a:latin typeface="+mn-lt"/>
                <a:ea typeface="ＭＳ Ｐゴシック" charset="0"/>
                <a:cs typeface="ＭＳ Ｐゴシック" charset="0"/>
              </a:rPr>
              <a:t>look_for_keys</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err="1" smtClean="0">
                <a:solidFill>
                  <a:schemeClr val="tx1"/>
                </a:solidFill>
                <a:effectLst/>
                <a:latin typeface="+mn-lt"/>
                <a:ea typeface="ＭＳ Ｐゴシック" charset="0"/>
                <a:cs typeface="ＭＳ Ｐゴシック" charset="0"/>
              </a:rPr>
              <a:t>allow_agent</a:t>
            </a:r>
            <a:r>
              <a:rPr lang="en-US" sz="1200" b="0" i="0" kern="1200" dirty="0" smtClean="0">
                <a:solidFill>
                  <a:schemeClr val="tx1"/>
                </a:solidFill>
                <a:effectLst/>
                <a:latin typeface="+mn-lt"/>
                <a:ea typeface="ＭＳ Ｐゴシック" charset="0"/>
                <a:cs typeface="ＭＳ Ｐゴシック" charset="0"/>
              </a:rPr>
              <a:t> = disables public key authentication since we are using username/password</a:t>
            </a:r>
          </a:p>
          <a:p>
            <a:r>
              <a:rPr lang="en-US" sz="1200" b="0" i="0" kern="1200" dirty="0" smtClean="0">
                <a:solidFill>
                  <a:schemeClr val="tx1"/>
                </a:solidFill>
                <a:effectLst/>
                <a:latin typeface="+mn-lt"/>
                <a:ea typeface="ＭＳ Ｐゴシック" charset="0"/>
                <a:cs typeface="ＭＳ Ｐゴシック" charset="0"/>
              </a:rPr>
              <a:t>Note that the with ... as expression ensures that our session is gracefully closed if we run into any exceptions in runtime</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After connecting, the variable m represents out NETCONF session. The session has a property called </a:t>
            </a:r>
            <a:r>
              <a:rPr lang="en-US" sz="1200" b="0" i="0" kern="1200" dirty="0" err="1" smtClean="0">
                <a:solidFill>
                  <a:schemeClr val="tx1"/>
                </a:solidFill>
                <a:effectLst/>
                <a:latin typeface="+mn-lt"/>
                <a:ea typeface="ＭＳ Ｐゴシック" charset="0"/>
                <a:cs typeface="ＭＳ Ｐゴシック" charset="0"/>
              </a:rPr>
              <a:t>m.server_capabilities</a:t>
            </a:r>
            <a:r>
              <a:rPr lang="en-US" sz="1200" b="0" i="0" kern="1200" dirty="0" smtClean="0">
                <a:solidFill>
                  <a:schemeClr val="tx1"/>
                </a:solidFill>
                <a:effectLst/>
                <a:latin typeface="+mn-lt"/>
                <a:ea typeface="ＭＳ Ｐゴシック" charset="0"/>
                <a:cs typeface="ＭＳ Ｐゴシック" charset="0"/>
              </a:rPr>
              <a:t> that contains the details of the capabilities that were returned during the connection steps. </a:t>
            </a:r>
          </a:p>
          <a:p>
            <a:r>
              <a:rPr lang="en-US" sz="1200" b="0" i="0" kern="1200" dirty="0" smtClean="0">
                <a:solidFill>
                  <a:schemeClr val="tx1"/>
                </a:solidFill>
                <a:effectLst/>
                <a:latin typeface="+mn-lt"/>
                <a:ea typeface="ＭＳ Ｐゴシック" charset="0"/>
                <a:cs typeface="ＭＳ Ｐゴシック" charset="0"/>
              </a:rPr>
              <a:t>We print out the list using a basic for ... in loop</a:t>
            </a:r>
          </a:p>
          <a:p>
            <a:endParaRPr lang="en-US" sz="1200" b="0" i="0" kern="1200" dirty="0" smtClean="0">
              <a:solidFill>
                <a:schemeClr val="tx1"/>
              </a:solidFill>
              <a:effectLst/>
              <a:latin typeface="+mn-lt"/>
              <a:ea typeface="ＭＳ Ｐゴシック" charset="0"/>
              <a:cs typeface="ＭＳ Ｐゴシック" charset="0"/>
            </a:endParaRP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38</a:t>
            </a:fld>
            <a:endParaRPr lang="en-US"/>
          </a:p>
        </p:txBody>
      </p:sp>
    </p:spTree>
    <p:extLst>
      <p:ext uri="{BB962C8B-B14F-4D97-AF65-F5344CB8AC3E}">
        <p14:creationId xmlns:p14="http://schemas.microsoft.com/office/powerpoint/2010/main" val="12070366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ＭＳ Ｐゴシック" charset="0"/>
                <a:cs typeface="ＭＳ Ｐゴシック" charset="0"/>
              </a:rPr>
              <a:t>Exploring NETCONF Output</a:t>
            </a:r>
          </a:p>
          <a:p>
            <a:r>
              <a:rPr lang="en-US" sz="1200" b="0" i="0" kern="1200" dirty="0" smtClean="0">
                <a:solidFill>
                  <a:schemeClr val="tx1"/>
                </a:solidFill>
                <a:effectLst/>
                <a:latin typeface="+mn-lt"/>
                <a:ea typeface="ＭＳ Ｐゴシック" charset="0"/>
                <a:cs typeface="ＭＳ Ｐゴシック" charset="0"/>
              </a:rPr>
              <a:t>We'll look at the script itself in a moment, but first let's look at the data that is returned, as we are presented with the full XML payload of the response. </a:t>
            </a:r>
          </a:p>
          <a:p>
            <a:r>
              <a:rPr lang="en-US" sz="1200" b="0" i="0" kern="1200" dirty="0" smtClean="0">
                <a:solidFill>
                  <a:schemeClr val="tx1"/>
                </a:solidFill>
                <a:effectLst/>
                <a:latin typeface="+mn-lt"/>
                <a:ea typeface="ＭＳ Ｐゴシック" charset="0"/>
                <a:cs typeface="ＭＳ Ｐゴシック" charset="0"/>
              </a:rPr>
              <a:t>The first line indicates that it is indeed XML and using version 1.0.</a:t>
            </a:r>
            <a:br>
              <a:rPr lang="en-US" sz="1200" b="0" i="0" kern="1200" dirty="0" smtClean="0">
                <a:solidFill>
                  <a:schemeClr val="tx1"/>
                </a:solidFill>
                <a:effectLst/>
                <a:latin typeface="+mn-lt"/>
                <a:ea typeface="ＭＳ Ｐゴシック" charset="0"/>
                <a:cs typeface="ＭＳ Ｐゴシック" charset="0"/>
              </a:rPr>
            </a:b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As we learned, NETCONF uses RPC messages throughout, and here in the second and last lines we can see that we are reviewing an &lt;</a:t>
            </a:r>
            <a:r>
              <a:rPr lang="en-US" sz="1200" b="0" i="0" kern="1200" dirty="0" err="1" smtClean="0">
                <a:solidFill>
                  <a:schemeClr val="tx1"/>
                </a:solidFill>
                <a:effectLst/>
                <a:latin typeface="+mn-lt"/>
                <a:ea typeface="ＭＳ Ｐゴシック" charset="0"/>
                <a:cs typeface="ＭＳ Ｐゴシック" charset="0"/>
              </a:rPr>
              <a:t>rpc</a:t>
            </a:r>
            <a:r>
              <a:rPr lang="en-US" sz="1200" b="0" i="0" kern="1200" dirty="0" smtClean="0">
                <a:solidFill>
                  <a:schemeClr val="tx1"/>
                </a:solidFill>
                <a:effectLst/>
                <a:latin typeface="+mn-lt"/>
                <a:ea typeface="ＭＳ Ｐゴシック" charset="0"/>
                <a:cs typeface="ＭＳ Ｐゴシック" charset="0"/>
              </a:rPr>
              <a:t>-reply&gt; ... &lt;/</a:t>
            </a:r>
            <a:r>
              <a:rPr lang="en-US" sz="1200" b="0" i="0" kern="1200" dirty="0" err="1" smtClean="0">
                <a:solidFill>
                  <a:schemeClr val="tx1"/>
                </a:solidFill>
                <a:effectLst/>
                <a:latin typeface="+mn-lt"/>
                <a:ea typeface="ＭＳ Ｐゴシック" charset="0"/>
                <a:cs typeface="ＭＳ Ｐゴシック" charset="0"/>
              </a:rPr>
              <a:t>rpc</a:t>
            </a:r>
            <a:r>
              <a:rPr lang="en-US" sz="1200" b="0" i="0" kern="1200" dirty="0" smtClean="0">
                <a:solidFill>
                  <a:schemeClr val="tx1"/>
                </a:solidFill>
                <a:effectLst/>
                <a:latin typeface="+mn-lt"/>
                <a:ea typeface="ＭＳ Ｐゴシック" charset="0"/>
                <a:cs typeface="ＭＳ Ｐゴシック" charset="0"/>
              </a:rPr>
              <a:t>-reply&gt;</a:t>
            </a:r>
          </a:p>
          <a:p>
            <a:r>
              <a:rPr lang="en-US" sz="1200" b="0" i="0" kern="1200" dirty="0" smtClean="0">
                <a:solidFill>
                  <a:schemeClr val="tx1"/>
                </a:solidFill>
                <a:effectLst/>
                <a:latin typeface="+mn-lt"/>
                <a:ea typeface="ＭＳ Ｐゴシック" charset="0"/>
                <a:cs typeface="ＭＳ Ｐゴシック" charset="0"/>
              </a:rPr>
              <a:t>Within the </a:t>
            </a:r>
            <a:r>
              <a:rPr lang="en-US" sz="1200" b="0" i="0" kern="1200" dirty="0" err="1" smtClean="0">
                <a:solidFill>
                  <a:schemeClr val="tx1"/>
                </a:solidFill>
                <a:effectLst/>
                <a:latin typeface="+mn-lt"/>
                <a:ea typeface="ＭＳ Ｐゴシック" charset="0"/>
                <a:cs typeface="ＭＳ Ｐゴシック" charset="0"/>
              </a:rPr>
              <a:t>rpc</a:t>
            </a:r>
            <a:r>
              <a:rPr lang="en-US" sz="1200" b="0" i="0" kern="1200" dirty="0" smtClean="0">
                <a:solidFill>
                  <a:schemeClr val="tx1"/>
                </a:solidFill>
                <a:effectLst/>
                <a:latin typeface="+mn-lt"/>
                <a:ea typeface="ＭＳ Ｐゴシック" charset="0"/>
                <a:cs typeface="ＭＳ Ｐゴシック" charset="0"/>
              </a:rPr>
              <a:t>-reply we find &lt;data&gt; ... &lt;/data&gt; tags that contain the actual bits of information that we are interested in.</a:t>
            </a:r>
            <a:br>
              <a:rPr lang="en-US" sz="1200" b="0" i="0" kern="1200" dirty="0" smtClean="0">
                <a:solidFill>
                  <a:schemeClr val="tx1"/>
                </a:solidFill>
                <a:effectLst/>
                <a:latin typeface="+mn-lt"/>
                <a:ea typeface="ＭＳ Ｐゴシック" charset="0"/>
                <a:cs typeface="ＭＳ Ｐゴシック" charset="0"/>
              </a:rPr>
            </a:br>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Returning the discussion of Namespaces, note the line &lt;interfaces </a:t>
            </a:r>
            <a:r>
              <a:rPr lang="en-US" sz="1200" b="0" i="0" kern="1200" dirty="0" err="1" smtClean="0">
                <a:solidFill>
                  <a:schemeClr val="tx1"/>
                </a:solidFill>
                <a:effectLst/>
                <a:latin typeface="+mn-lt"/>
                <a:ea typeface="ＭＳ Ｐゴシック" charset="0"/>
                <a:cs typeface="ＭＳ Ｐゴシック" charset="0"/>
              </a:rPr>
              <a:t>xmlns</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urn:ietf:params:xml:ns:yang:ietf-interfaces</a:t>
            </a:r>
            <a:r>
              <a:rPr lang="en-US" sz="1200" b="0" i="0" kern="1200" dirty="0" smtClean="0">
                <a:solidFill>
                  <a:schemeClr val="tx1"/>
                </a:solidFill>
                <a:effectLst/>
                <a:latin typeface="+mn-lt"/>
                <a:ea typeface="ＭＳ Ｐゴシック" charset="0"/>
                <a:cs typeface="ＭＳ Ｐゴシック" charset="0"/>
              </a:rPr>
              <a:t>"&gt; that opens the block of details.</a:t>
            </a:r>
            <a:br>
              <a:rPr lang="en-US" sz="1200" b="0" i="0" kern="1200" dirty="0" smtClean="0">
                <a:solidFill>
                  <a:schemeClr val="tx1"/>
                </a:solidFill>
                <a:effectLst/>
                <a:latin typeface="+mn-lt"/>
                <a:ea typeface="ＭＳ Ｐゴシック" charset="0"/>
                <a:cs typeface="ＭＳ Ｐゴシック" charset="0"/>
              </a:rPr>
            </a:br>
            <a:endParaRPr lang="en-US" sz="1200" b="0" i="0" kern="1200" dirty="0" smtClean="0">
              <a:solidFill>
                <a:schemeClr val="tx1"/>
              </a:solidFill>
              <a:effectLst/>
              <a:latin typeface="+mn-lt"/>
              <a:ea typeface="ＭＳ Ｐゴシック" charset="0"/>
              <a:cs typeface="ＭＳ Ｐゴシック" charset="0"/>
            </a:endParaRPr>
          </a:p>
          <a:p>
            <a:pPr lvl="1"/>
            <a:r>
              <a:rPr lang="en-US" sz="1200" b="0" i="0" kern="1200" dirty="0" smtClean="0">
                <a:solidFill>
                  <a:schemeClr val="tx1"/>
                </a:solidFill>
                <a:effectLst/>
                <a:latin typeface="+mn-lt"/>
                <a:ea typeface="ＭＳ Ｐゴシック" charset="0"/>
                <a:cs typeface="+mn-cs"/>
              </a:rPr>
              <a:t>This tells you is that everything between the opening &lt;interfaces&gt; and closing &lt;/interface&gt; tags is </a:t>
            </a:r>
            <a:r>
              <a:rPr lang="en-US" sz="1200" b="0" i="0" kern="1200" dirty="0" err="1" smtClean="0">
                <a:solidFill>
                  <a:schemeClr val="tx1"/>
                </a:solidFill>
                <a:effectLst/>
                <a:latin typeface="+mn-lt"/>
                <a:ea typeface="ＭＳ Ｐゴシック" charset="0"/>
                <a:cs typeface="+mn-cs"/>
              </a:rPr>
              <a:t>formated</a:t>
            </a:r>
            <a:r>
              <a:rPr lang="en-US" sz="1200" b="0" i="0" kern="1200" dirty="0" smtClean="0">
                <a:solidFill>
                  <a:schemeClr val="tx1"/>
                </a:solidFill>
                <a:effectLst/>
                <a:latin typeface="+mn-lt"/>
                <a:ea typeface="ＭＳ Ｐゴシック" charset="0"/>
                <a:cs typeface="+mn-cs"/>
              </a:rPr>
              <a:t> based on the namespace of </a:t>
            </a:r>
            <a:r>
              <a:rPr lang="en-US" sz="1200" b="0" i="0" kern="1200" dirty="0" err="1" smtClean="0">
                <a:solidFill>
                  <a:schemeClr val="tx1"/>
                </a:solidFill>
                <a:effectLst/>
                <a:latin typeface="+mn-lt"/>
                <a:ea typeface="ＭＳ Ｐゴシック" charset="0"/>
                <a:cs typeface="+mn-cs"/>
              </a:rPr>
              <a:t>urn:ietf:params:xml:ns:yang:ietf-interface</a:t>
            </a:r>
            <a:r>
              <a:rPr lang="en-US" sz="1200" b="0" i="0" kern="1200" dirty="0" smtClean="0">
                <a:solidFill>
                  <a:schemeClr val="tx1"/>
                </a:solidFill>
                <a:effectLst/>
                <a:latin typeface="+mn-lt"/>
                <a:ea typeface="ＭＳ Ｐゴシック" charset="0"/>
                <a:cs typeface="+mn-cs"/>
              </a:rPr>
              <a:t>.</a:t>
            </a:r>
            <a:br>
              <a:rPr lang="en-US" sz="1200" b="0" i="0" kern="1200" dirty="0" smtClean="0">
                <a:solidFill>
                  <a:schemeClr val="tx1"/>
                </a:solidFill>
                <a:effectLst/>
                <a:latin typeface="+mn-lt"/>
                <a:ea typeface="ＭＳ Ｐゴシック" charset="0"/>
                <a:cs typeface="+mn-cs"/>
              </a:rPr>
            </a:br>
            <a:endParaRPr lang="en-US" sz="1200" b="0" i="0" kern="1200" dirty="0" smtClean="0">
              <a:solidFill>
                <a:schemeClr val="tx1"/>
              </a:solidFill>
              <a:effectLst/>
              <a:latin typeface="+mn-lt"/>
              <a:ea typeface="ＭＳ Ｐゴシック" charset="0"/>
              <a:cs typeface="+mn-cs"/>
            </a:endParaRPr>
          </a:p>
          <a:p>
            <a:pPr lvl="2"/>
            <a:r>
              <a:rPr lang="en-US" sz="1200" b="0" i="0" kern="1200" dirty="0" smtClean="0">
                <a:solidFill>
                  <a:schemeClr val="tx1"/>
                </a:solidFill>
                <a:effectLst/>
                <a:latin typeface="+mn-lt"/>
                <a:ea typeface="ＭＳ Ｐゴシック" charset="0"/>
                <a:cs typeface="+mn-cs"/>
              </a:rPr>
              <a:t>That long string identifies the specific data model used by this output. It can be loosely read as the </a:t>
            </a:r>
            <a:r>
              <a:rPr lang="en-US" sz="1200" b="1" i="0" kern="1200" dirty="0" smtClean="0">
                <a:solidFill>
                  <a:schemeClr val="tx1"/>
                </a:solidFill>
                <a:effectLst/>
                <a:latin typeface="+mn-lt"/>
                <a:ea typeface="ＭＳ Ｐゴシック" charset="0"/>
                <a:cs typeface="+mn-cs"/>
              </a:rPr>
              <a:t>Universal Resource Name</a:t>
            </a:r>
            <a:r>
              <a:rPr lang="en-US" sz="1200" b="0" i="0" kern="1200" dirty="0" smtClean="0">
                <a:solidFill>
                  <a:schemeClr val="tx1"/>
                </a:solidFill>
                <a:effectLst/>
                <a:latin typeface="+mn-lt"/>
                <a:ea typeface="ＭＳ Ｐゴシック" charset="0"/>
                <a:cs typeface="+mn-cs"/>
              </a:rPr>
              <a:t> provided by the </a:t>
            </a:r>
            <a:r>
              <a:rPr lang="en-US" sz="1200" b="1" i="0" kern="1200" dirty="0" smtClean="0">
                <a:solidFill>
                  <a:schemeClr val="tx1"/>
                </a:solidFill>
                <a:effectLst/>
                <a:latin typeface="+mn-lt"/>
                <a:ea typeface="ＭＳ Ｐゴシック" charset="0"/>
                <a:cs typeface="+mn-cs"/>
              </a:rPr>
              <a:t>IETF</a:t>
            </a:r>
            <a:r>
              <a:rPr lang="en-US" sz="1200" b="0" i="0" kern="1200" dirty="0" smtClean="0">
                <a:solidFill>
                  <a:schemeClr val="tx1"/>
                </a:solidFill>
                <a:effectLst/>
                <a:latin typeface="+mn-lt"/>
                <a:ea typeface="ＭＳ Ｐゴシック" charset="0"/>
                <a:cs typeface="+mn-cs"/>
              </a:rPr>
              <a:t> for a </a:t>
            </a:r>
            <a:r>
              <a:rPr lang="en-US" sz="1200" b="1" i="0" kern="1200" dirty="0" smtClean="0">
                <a:solidFill>
                  <a:schemeClr val="tx1"/>
                </a:solidFill>
                <a:effectLst/>
                <a:latin typeface="+mn-lt"/>
                <a:ea typeface="ＭＳ Ｐゴシック" charset="0"/>
                <a:cs typeface="+mn-cs"/>
              </a:rPr>
              <a:t>YANG</a:t>
            </a:r>
            <a:r>
              <a:rPr lang="en-US" sz="1200" b="0" i="0" kern="1200" dirty="0" smtClean="0">
                <a:solidFill>
                  <a:schemeClr val="tx1"/>
                </a:solidFill>
                <a:effectLst/>
                <a:latin typeface="+mn-lt"/>
                <a:ea typeface="ＭＳ Ｐゴシック" charset="0"/>
                <a:cs typeface="+mn-cs"/>
              </a:rPr>
              <a:t> model called </a:t>
            </a:r>
            <a:r>
              <a:rPr lang="en-US" sz="1200" b="1" i="0" kern="1200" dirty="0" err="1" smtClean="0">
                <a:solidFill>
                  <a:schemeClr val="tx1"/>
                </a:solidFill>
                <a:effectLst/>
                <a:latin typeface="+mn-lt"/>
                <a:ea typeface="ＭＳ Ｐゴシック" charset="0"/>
                <a:cs typeface="+mn-cs"/>
              </a:rPr>
              <a:t>ietf</a:t>
            </a:r>
            <a:r>
              <a:rPr lang="en-US" sz="1200" b="1" i="0" kern="1200" dirty="0" smtClean="0">
                <a:solidFill>
                  <a:schemeClr val="tx1"/>
                </a:solidFill>
                <a:effectLst/>
                <a:latin typeface="+mn-lt"/>
                <a:ea typeface="ＭＳ Ｐゴシック" charset="0"/>
                <a:cs typeface="+mn-cs"/>
              </a:rPr>
              <a:t>-interface</a:t>
            </a:r>
            <a:r>
              <a:rPr lang="en-US" sz="1200" b="0" i="0" kern="1200" dirty="0" smtClean="0">
                <a:solidFill>
                  <a:schemeClr val="tx1"/>
                </a:solidFill>
                <a:effectLst/>
                <a:latin typeface="+mn-lt"/>
                <a:ea typeface="ＭＳ Ｐゴシック" charset="0"/>
                <a:cs typeface="+mn-cs"/>
              </a:rPr>
              <a:t>.</a:t>
            </a:r>
            <a:br>
              <a:rPr lang="en-US" sz="1200" b="0" i="0" kern="1200" dirty="0" smtClean="0">
                <a:solidFill>
                  <a:schemeClr val="tx1"/>
                </a:solidFill>
                <a:effectLst/>
                <a:latin typeface="+mn-lt"/>
                <a:ea typeface="ＭＳ Ｐゴシック" charset="0"/>
                <a:cs typeface="+mn-cs"/>
              </a:rPr>
            </a:br>
            <a:endParaRPr lang="en-US" sz="1200" b="0" i="0" kern="1200" dirty="0" smtClean="0">
              <a:solidFill>
                <a:schemeClr val="tx1"/>
              </a:solidFill>
              <a:effectLst/>
              <a:latin typeface="+mn-lt"/>
              <a:ea typeface="ＭＳ Ｐゴシック" charset="0"/>
              <a:cs typeface="+mn-cs"/>
            </a:endParaRPr>
          </a:p>
          <a:p>
            <a:r>
              <a:rPr lang="en-US" sz="1200" b="0" i="0" kern="1200" dirty="0" smtClean="0">
                <a:solidFill>
                  <a:schemeClr val="tx1"/>
                </a:solidFill>
                <a:effectLst/>
                <a:latin typeface="+mn-lt"/>
                <a:ea typeface="ＭＳ Ｐゴシック" charset="0"/>
                <a:cs typeface="ＭＳ Ｐゴシック" charset="0"/>
              </a:rPr>
              <a:t>Data Models (namespaces) can be nested within each other. Look at the line &lt;type </a:t>
            </a:r>
            <a:r>
              <a:rPr lang="en-US" sz="1200" b="0" i="0" kern="1200" dirty="0" err="1" smtClean="0">
                <a:solidFill>
                  <a:schemeClr val="tx1"/>
                </a:solidFill>
                <a:effectLst/>
                <a:latin typeface="+mn-lt"/>
                <a:ea typeface="ＭＳ Ｐゴシック" charset="0"/>
                <a:cs typeface="ＭＳ Ｐゴシック" charset="0"/>
              </a:rPr>
              <a:t>xmlns:ianaift</a:t>
            </a:r>
            <a:r>
              <a:rPr lang="en-US" sz="1200" b="0" i="0" kern="1200" dirty="0" smtClean="0">
                <a:solidFill>
                  <a:schemeClr val="tx1"/>
                </a:solidFill>
                <a:effectLst/>
                <a:latin typeface="+mn-lt"/>
                <a:ea typeface="ＭＳ Ｐゴシック" charset="0"/>
                <a:cs typeface="ＭＳ Ｐゴシック" charset="0"/>
              </a:rPr>
              <a:t>="</a:t>
            </a:r>
            <a:r>
              <a:rPr lang="en-US" sz="1200" b="0" i="0" kern="1200" dirty="0" err="1" smtClean="0">
                <a:solidFill>
                  <a:schemeClr val="tx1"/>
                </a:solidFill>
                <a:effectLst/>
                <a:latin typeface="+mn-lt"/>
                <a:ea typeface="ＭＳ Ｐゴシック" charset="0"/>
                <a:cs typeface="ＭＳ Ｐゴシック" charset="0"/>
              </a:rPr>
              <a:t>urn:ietf:params:xml:ns:yang:iana-if-type</a:t>
            </a:r>
            <a:r>
              <a:rPr lang="en-US" sz="1200" b="0" i="0" kern="1200" dirty="0" smtClean="0">
                <a:solidFill>
                  <a:schemeClr val="tx1"/>
                </a:solidFill>
                <a:effectLst/>
                <a:latin typeface="+mn-lt"/>
                <a:ea typeface="ＭＳ Ｐゴシック" charset="0"/>
                <a:cs typeface="ＭＳ Ｐゴシック" charset="0"/>
              </a:rPr>
              <a:t>"&gt;</a:t>
            </a:r>
            <a:r>
              <a:rPr lang="en-US" sz="1200" b="0" i="0" kern="1200" dirty="0" err="1" smtClean="0">
                <a:solidFill>
                  <a:schemeClr val="tx1"/>
                </a:solidFill>
                <a:effectLst/>
                <a:latin typeface="+mn-lt"/>
                <a:ea typeface="ＭＳ Ｐゴシック" charset="0"/>
                <a:cs typeface="ＭＳ Ｐゴシック" charset="0"/>
              </a:rPr>
              <a:t>ianaift:ethernetCsmacd</a:t>
            </a:r>
            <a:r>
              <a:rPr lang="en-US" sz="1200" b="0" i="0" kern="1200" dirty="0" smtClean="0">
                <a:solidFill>
                  <a:schemeClr val="tx1"/>
                </a:solidFill>
                <a:effectLst/>
                <a:latin typeface="+mn-lt"/>
                <a:ea typeface="ＭＳ Ｐゴシック" charset="0"/>
                <a:cs typeface="ＭＳ Ｐゴシック" charset="0"/>
              </a:rPr>
              <a:t>&lt;/type&gt;. </a:t>
            </a:r>
          </a:p>
          <a:p>
            <a:pPr lvl="1"/>
            <a:r>
              <a:rPr lang="en-US" sz="1200" b="0" i="0" kern="1200" dirty="0" smtClean="0">
                <a:solidFill>
                  <a:schemeClr val="tx1"/>
                </a:solidFill>
                <a:effectLst/>
                <a:latin typeface="+mn-lt"/>
                <a:ea typeface="ＭＳ Ｐゴシック" charset="0"/>
                <a:cs typeface="+mn-cs"/>
              </a:rPr>
              <a:t>Here we see the interface type has it's own namespace (and YANG Data Model)</a:t>
            </a:r>
            <a:endParaRPr lang="en-US" sz="1200" b="0" i="0" kern="1200" dirty="0">
              <a:solidFill>
                <a:schemeClr val="tx1"/>
              </a:solidFill>
              <a:effectLst/>
              <a:latin typeface="+mn-lt"/>
              <a:ea typeface="ＭＳ Ｐゴシック" charset="0"/>
              <a:cs typeface="+mn-cs"/>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39</a:t>
            </a:fld>
            <a:endParaRPr lang="en-US"/>
          </a:p>
        </p:txBody>
      </p:sp>
    </p:spTree>
    <p:extLst>
      <p:ext uri="{BB962C8B-B14F-4D97-AF65-F5344CB8AC3E}">
        <p14:creationId xmlns:p14="http://schemas.microsoft.com/office/powerpoint/2010/main" val="3708352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With our solid understanding of the key elements of NETCONF, let's walk through the process a developer will take when using it. </a:t>
            </a:r>
          </a:p>
          <a:p>
            <a:endParaRPr lang="en-US" sz="1200" b="0" i="0" kern="1200" dirty="0" smtClean="0">
              <a:solidFill>
                <a:schemeClr val="tx1"/>
              </a:solidFill>
              <a:effectLst/>
              <a:latin typeface="+mn-lt"/>
              <a:ea typeface="ＭＳ Ｐゴシック" charset="0"/>
              <a:cs typeface="ＭＳ Ｐゴシック" charset="0"/>
            </a:endParaRP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Using a NETCONF Manager, connect to the Agent on a device and say &lt;hello&gt;</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The Agent replies with a list of &lt;capabilities&gt;</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The developer investigates the available data models provided as capabilities and selects the one that best meets their need.</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Compose the XML data that will be sent using an </a:t>
            </a:r>
            <a:r>
              <a:rPr lang="en-US" sz="1200" b="0" i="0" kern="1200" dirty="0" err="1" smtClean="0">
                <a:solidFill>
                  <a:schemeClr val="tx1"/>
                </a:solidFill>
                <a:effectLst/>
                <a:latin typeface="+mn-lt"/>
                <a:ea typeface="ＭＳ Ｐゴシック" charset="0"/>
                <a:cs typeface="ＭＳ Ｐゴシック" charset="0"/>
              </a:rPr>
              <a:t>avaialble</a:t>
            </a:r>
            <a:r>
              <a:rPr lang="en-US" sz="1200" b="0" i="0" kern="1200" dirty="0" smtClean="0">
                <a:solidFill>
                  <a:schemeClr val="tx1"/>
                </a:solidFill>
                <a:effectLst/>
                <a:latin typeface="+mn-lt"/>
                <a:ea typeface="ＭＳ Ｐゴシック" charset="0"/>
                <a:cs typeface="ＭＳ Ｐゴシック" charset="0"/>
              </a:rPr>
              <a:t> operation (ex: &lt;get-</a:t>
            </a:r>
            <a:r>
              <a:rPr lang="en-US" sz="1200" b="0" i="0" kern="1200" dirty="0" err="1" smtClean="0">
                <a:solidFill>
                  <a:schemeClr val="tx1"/>
                </a:solidFill>
                <a:effectLst/>
                <a:latin typeface="+mn-lt"/>
                <a:ea typeface="ＭＳ Ｐゴシック" charset="0"/>
                <a:cs typeface="ＭＳ Ｐゴシック" charset="0"/>
              </a:rPr>
              <a:t>config</a:t>
            </a:r>
            <a:r>
              <a:rPr lang="en-US" sz="1200" b="0" i="0" kern="1200" dirty="0" smtClean="0">
                <a:solidFill>
                  <a:schemeClr val="tx1"/>
                </a:solidFill>
                <a:effectLst/>
                <a:latin typeface="+mn-lt"/>
                <a:ea typeface="ＭＳ Ｐゴシック" charset="0"/>
                <a:cs typeface="ＭＳ Ｐゴシック" charset="0"/>
              </a:rPr>
              <a:t>&gt;)</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Send the message as a Remote Procedure Call &lt;</a:t>
            </a:r>
            <a:r>
              <a:rPr lang="en-US" sz="1200" b="0" i="0" kern="1200" dirty="0" err="1" smtClean="0">
                <a:solidFill>
                  <a:schemeClr val="tx1"/>
                </a:solidFill>
                <a:effectLst/>
                <a:latin typeface="+mn-lt"/>
                <a:ea typeface="ＭＳ Ｐゴシック" charset="0"/>
                <a:cs typeface="ＭＳ Ｐゴシック" charset="0"/>
              </a:rPr>
              <a:t>rpc</a:t>
            </a:r>
            <a:r>
              <a:rPr lang="en-US" sz="1200" b="0" i="0" kern="1200" dirty="0" smtClean="0">
                <a:solidFill>
                  <a:schemeClr val="tx1"/>
                </a:solidFill>
                <a:effectLst/>
                <a:latin typeface="+mn-lt"/>
                <a:ea typeface="ＭＳ Ｐゴシック" charset="0"/>
                <a:cs typeface="ＭＳ Ｐゴシック" charset="0"/>
              </a:rPr>
              <a:t>&gt; from the Manager</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The Agent sends an &lt;</a:t>
            </a:r>
            <a:r>
              <a:rPr lang="en-US" sz="1200" b="0" i="0" kern="1200" dirty="0" err="1" smtClean="0">
                <a:solidFill>
                  <a:schemeClr val="tx1"/>
                </a:solidFill>
                <a:effectLst/>
                <a:latin typeface="+mn-lt"/>
                <a:ea typeface="ＭＳ Ｐゴシック" charset="0"/>
                <a:cs typeface="ＭＳ Ｐゴシック" charset="0"/>
              </a:rPr>
              <a:t>rcp</a:t>
            </a:r>
            <a:r>
              <a:rPr lang="en-US" sz="1200" b="0" i="0" kern="1200" dirty="0" smtClean="0">
                <a:solidFill>
                  <a:schemeClr val="tx1"/>
                </a:solidFill>
                <a:effectLst/>
                <a:latin typeface="+mn-lt"/>
                <a:ea typeface="ＭＳ Ｐゴシック" charset="0"/>
                <a:cs typeface="ＭＳ Ｐゴシック" charset="0"/>
              </a:rPr>
              <a:t>-reply&gt; back</a:t>
            </a:r>
          </a:p>
          <a:p>
            <a:pPr marL="228600" indent="-228600">
              <a:buFont typeface="+mj-lt"/>
              <a:buAutoNum type="arabicPeriod"/>
            </a:pPr>
            <a:r>
              <a:rPr lang="en-US" sz="1200" b="0" i="0" kern="1200" dirty="0" smtClean="0">
                <a:solidFill>
                  <a:schemeClr val="tx1"/>
                </a:solidFill>
                <a:effectLst/>
                <a:latin typeface="+mn-lt"/>
                <a:ea typeface="ＭＳ Ｐゴシック" charset="0"/>
                <a:cs typeface="ＭＳ Ｐゴシック" charset="0"/>
              </a:rPr>
              <a:t>Process the &lt;data&gt; that was included in the reply.</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Also, by leveraging tools like </a:t>
            </a:r>
            <a:r>
              <a:rPr lang="en-US" sz="1200" b="0" i="0" kern="1200" dirty="0" err="1" smtClean="0">
                <a:solidFill>
                  <a:schemeClr val="tx1"/>
                </a:solidFill>
                <a:effectLst/>
                <a:latin typeface="+mn-lt"/>
                <a:ea typeface="ＭＳ Ｐゴシック" charset="0"/>
                <a:cs typeface="ＭＳ Ｐゴシック" charset="0"/>
              </a:rPr>
              <a:t>ncclient</a:t>
            </a:r>
            <a:r>
              <a:rPr lang="en-US" sz="1200" b="0" i="0" kern="1200" dirty="0" smtClean="0">
                <a:solidFill>
                  <a:schemeClr val="tx1"/>
                </a:solidFill>
                <a:effectLst/>
                <a:latin typeface="+mn-lt"/>
                <a:ea typeface="ＭＳ Ｐゴシック" charset="0"/>
                <a:cs typeface="ＭＳ Ｐゴシック" charset="0"/>
              </a:rPr>
              <a:t> for Python, the developer can focus more on their application elements, than the intricacies of the protocol.</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43</a:t>
            </a:fld>
            <a:endParaRPr lang="en-US"/>
          </a:p>
        </p:txBody>
      </p:sp>
    </p:spTree>
    <p:extLst>
      <p:ext uri="{BB962C8B-B14F-4D97-AF65-F5344CB8AC3E}">
        <p14:creationId xmlns:p14="http://schemas.microsoft.com/office/powerpoint/2010/main" val="1880583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RESTCONF is </a:t>
            </a:r>
            <a:r>
              <a:rPr lang="en-US" sz="1200" b="1" i="0" kern="1200" dirty="0" smtClean="0">
                <a:solidFill>
                  <a:schemeClr val="tx1"/>
                </a:solidFill>
                <a:effectLst/>
                <a:latin typeface="+mn-lt"/>
                <a:ea typeface="ＭＳ Ｐゴシック" charset="0"/>
                <a:cs typeface="ＭＳ Ｐゴシック" charset="0"/>
              </a:rPr>
              <a:t>NOT</a:t>
            </a:r>
            <a:r>
              <a:rPr lang="en-US" sz="1200" b="0" i="0" kern="1200" dirty="0" smtClean="0">
                <a:solidFill>
                  <a:schemeClr val="tx1"/>
                </a:solidFill>
                <a:effectLst/>
                <a:latin typeface="+mn-lt"/>
                <a:ea typeface="ＭＳ Ｐゴシック" charset="0"/>
                <a:cs typeface="ＭＳ Ｐゴシック" charset="0"/>
              </a:rPr>
              <a:t> a replacement for NETCONF. RESTCONF provides an API that aligns with other Web Application APIs to provide an easy entry point for developers. Though the gaps maybe eventually be filled, today RESTCONF lacks complete feature parity with NETCONF.</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More likely we will see both NETCONF and RESTCONF leveraged </a:t>
            </a:r>
            <a:r>
              <a:rPr lang="en-US" sz="1200" b="0" i="0" kern="1200" dirty="0" err="1" smtClean="0">
                <a:solidFill>
                  <a:schemeClr val="tx1"/>
                </a:solidFill>
                <a:effectLst/>
                <a:latin typeface="+mn-lt"/>
                <a:ea typeface="ＭＳ Ｐゴシック" charset="0"/>
                <a:cs typeface="ＭＳ Ｐゴシック" charset="0"/>
              </a:rPr>
              <a:t>sumulataneiously</a:t>
            </a:r>
            <a:r>
              <a:rPr lang="en-US" sz="1200" b="0" i="0" kern="1200" dirty="0" smtClean="0">
                <a:solidFill>
                  <a:schemeClr val="tx1"/>
                </a:solidFill>
                <a:effectLst/>
                <a:latin typeface="+mn-lt"/>
                <a:ea typeface="ＭＳ Ｐゴシック" charset="0"/>
                <a:cs typeface="ＭＳ Ｐゴシック" charset="0"/>
              </a:rPr>
              <a:t> by different clients.</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46</a:t>
            </a:fld>
            <a:endParaRPr lang="en-US"/>
          </a:p>
        </p:txBody>
      </p:sp>
    </p:spTree>
    <p:extLst>
      <p:ext uri="{BB962C8B-B14F-4D97-AF65-F5344CB8AC3E}">
        <p14:creationId xmlns:p14="http://schemas.microsoft.com/office/powerpoint/2010/main" val="18164132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i="0" kern="1200" dirty="0" smtClean="0">
                <a:solidFill>
                  <a:schemeClr val="tx1"/>
                </a:solidFill>
                <a:effectLst/>
                <a:latin typeface="+mn-lt"/>
                <a:ea typeface="ＭＳ Ｐゴシック" charset="0"/>
                <a:cs typeface="ＭＳ Ｐゴシック" charset="0"/>
              </a:rPr>
              <a:t>Transport - HTTP</a:t>
            </a:r>
          </a:p>
          <a:p>
            <a:r>
              <a:rPr lang="en-US" sz="1200" b="0" i="0" kern="1200" dirty="0" smtClean="0">
                <a:solidFill>
                  <a:schemeClr val="tx1"/>
                </a:solidFill>
                <a:effectLst/>
                <a:latin typeface="+mn-lt"/>
                <a:ea typeface="ＭＳ Ｐゴシック" charset="0"/>
                <a:cs typeface="ＭＳ Ｐゴシック" charset="0"/>
              </a:rPr>
              <a:t>Like other REST APIs, RESTCONF leverages the HTTP protocol to encapsulate and send messages. Authentication is accomplished using typical HTTP Authentication models such as Basic Authentication where usernames and passwords are encoded in BASE64 and transmitted in a Header.</a:t>
            </a: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47</a:t>
            </a:fld>
            <a:endParaRPr lang="en-US"/>
          </a:p>
        </p:txBody>
      </p:sp>
    </p:spTree>
    <p:extLst>
      <p:ext uri="{BB962C8B-B14F-4D97-AF65-F5344CB8AC3E}">
        <p14:creationId xmlns:p14="http://schemas.microsoft.com/office/powerpoint/2010/main" val="191396600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REST APIs typically implement CRUD (Create, Retrieve, Update, and Delete) operations leveraging HTTP available methods. RESTCONF maps the NETCONF operations into these HTTP methods as shown in this table.</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48</a:t>
            </a:fld>
            <a:endParaRPr lang="en-US"/>
          </a:p>
        </p:txBody>
      </p:sp>
    </p:spTree>
    <p:extLst>
      <p:ext uri="{BB962C8B-B14F-4D97-AF65-F5344CB8AC3E}">
        <p14:creationId xmlns:p14="http://schemas.microsoft.com/office/powerpoint/2010/main" val="104002396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One of the major advantages RESTCONF has over NETCONF is it's ability to leverage JSON as a data format. Many developers prefer JSON over XML due to easier readability and lower overhead.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When crafting a RESTCONF request, you must specify the data format being sent, and requested by the Agent. This is done in the typical HTTP way, using request headers. </a:t>
            </a:r>
          </a:p>
          <a:p>
            <a:endParaRPr lang="en-US" sz="1200" b="1"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Content-Type</a:t>
            </a:r>
            <a:r>
              <a:rPr lang="en-US" sz="1200" b="0" i="0" kern="1200" dirty="0" smtClean="0">
                <a:solidFill>
                  <a:schemeClr val="tx1"/>
                </a:solidFill>
                <a:effectLst/>
                <a:latin typeface="+mn-lt"/>
                <a:ea typeface="ＭＳ Ｐゴシック" charset="0"/>
                <a:cs typeface="ＭＳ Ｐゴシック" charset="0"/>
              </a:rPr>
              <a:t>: Specify the type of data being sent from the client</a:t>
            </a:r>
          </a:p>
          <a:p>
            <a:r>
              <a:rPr lang="en-US" sz="1200" b="1" i="0" kern="1200" dirty="0" smtClean="0">
                <a:solidFill>
                  <a:schemeClr val="tx1"/>
                </a:solidFill>
                <a:effectLst/>
                <a:latin typeface="+mn-lt"/>
                <a:ea typeface="ＭＳ Ｐゴシック" charset="0"/>
                <a:cs typeface="ＭＳ Ｐゴシック" charset="0"/>
              </a:rPr>
              <a:t>Accept</a:t>
            </a:r>
            <a:r>
              <a:rPr lang="en-US" sz="1200" b="0" i="0" kern="1200" dirty="0" smtClean="0">
                <a:solidFill>
                  <a:schemeClr val="tx1"/>
                </a:solidFill>
                <a:effectLst/>
                <a:latin typeface="+mn-lt"/>
                <a:ea typeface="ＭＳ Ｐゴシック" charset="0"/>
                <a:cs typeface="ＭＳ Ｐゴシック" charset="0"/>
              </a:rPr>
              <a:t>: Specify the type of data being requested by the client</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RESTCONF describes the following MIME types to be used in these headers to indicate the format being requested. </a:t>
            </a:r>
          </a:p>
          <a:p>
            <a:endParaRPr lang="en-US" sz="1200" b="1"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application/</a:t>
            </a:r>
            <a:r>
              <a:rPr lang="en-US" sz="1200" b="1" i="0" kern="1200" dirty="0" err="1" smtClean="0">
                <a:solidFill>
                  <a:schemeClr val="tx1"/>
                </a:solidFill>
                <a:effectLst/>
                <a:latin typeface="+mn-lt"/>
                <a:ea typeface="ＭＳ Ｐゴシック" charset="0"/>
                <a:cs typeface="ＭＳ Ｐゴシック" charset="0"/>
              </a:rPr>
              <a:t>vnd.yang.data+json</a:t>
            </a:r>
            <a:endParaRPr lang="en-US" sz="1200" b="0"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application/</a:t>
            </a:r>
            <a:r>
              <a:rPr lang="en-US" sz="1200" b="1" i="0" kern="1200" dirty="0" err="1" smtClean="0">
                <a:solidFill>
                  <a:schemeClr val="tx1"/>
                </a:solidFill>
                <a:effectLst/>
                <a:latin typeface="+mn-lt"/>
                <a:ea typeface="ＭＳ Ｐゴシック" charset="0"/>
                <a:cs typeface="ＭＳ Ｐゴシック" charset="0"/>
              </a:rPr>
              <a:t>vnd.yang.data+xml</a:t>
            </a:r>
            <a:endParaRPr lang="en-US" sz="1200" b="0" i="0" kern="1200" dirty="0" smtClean="0">
              <a:solidFill>
                <a:schemeClr val="tx1"/>
              </a:solidFill>
              <a:effectLst/>
              <a:latin typeface="+mn-lt"/>
              <a:ea typeface="ＭＳ Ｐゴシック" charset="0"/>
              <a:cs typeface="ＭＳ Ｐゴシック" charset="0"/>
            </a:endParaRPr>
          </a:p>
          <a:p>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49</a:t>
            </a:fld>
            <a:endParaRPr lang="en-US"/>
          </a:p>
        </p:txBody>
      </p:sp>
    </p:spTree>
    <p:extLst>
      <p:ext uri="{BB962C8B-B14F-4D97-AF65-F5344CB8AC3E}">
        <p14:creationId xmlns:p14="http://schemas.microsoft.com/office/powerpoint/2010/main" val="67494724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One aspect true of all REST APIs is the importance of the URI in identifying the data being requested or configured, and RESTCONF is no exception. One thing unique about RESTCONF is that it lacks any true "API Documentation" that a developer would use to learn about leveraging it. Rather, the YANG Models themselves </a:t>
            </a:r>
            <a:r>
              <a:rPr lang="en-US" sz="1200" b="1" i="0" kern="1200" dirty="0" smtClean="0">
                <a:solidFill>
                  <a:schemeClr val="tx1"/>
                </a:solidFill>
                <a:effectLst/>
                <a:latin typeface="+mn-lt"/>
                <a:ea typeface="ＭＳ Ｐゴシック" charset="0"/>
                <a:cs typeface="ＭＳ Ｐゴシック" charset="0"/>
              </a:rPr>
              <a:t>ARE</a:t>
            </a:r>
            <a:r>
              <a:rPr lang="en-US" sz="1200" b="0" i="0" kern="1200" dirty="0" smtClean="0">
                <a:solidFill>
                  <a:schemeClr val="tx1"/>
                </a:solidFill>
                <a:effectLst/>
                <a:latin typeface="+mn-lt"/>
                <a:ea typeface="ＭＳ Ｐゴシック" charset="0"/>
                <a:cs typeface="ＭＳ Ｐゴシック" charset="0"/>
              </a:rPr>
              <a:t> the API documentation.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All RESTCONF URIs follow this format:</a:t>
            </a:r>
          </a:p>
          <a:p>
            <a:endParaRPr lang="en-US" sz="1200" b="1" i="0" kern="1200" dirty="0" smtClean="0">
              <a:solidFill>
                <a:schemeClr val="tx1"/>
              </a:solidFill>
              <a:effectLst/>
              <a:latin typeface="+mn-lt"/>
              <a:ea typeface="ＭＳ Ｐゴシック" charset="0"/>
              <a:cs typeface="ＭＳ Ｐゴシック" charset="0"/>
            </a:endParaRPr>
          </a:p>
          <a:p>
            <a:r>
              <a:rPr lang="en-US" sz="1200" b="1" i="0" kern="1200" dirty="0" smtClean="0">
                <a:solidFill>
                  <a:schemeClr val="tx1"/>
                </a:solidFill>
                <a:effectLst/>
                <a:latin typeface="+mn-lt"/>
                <a:ea typeface="ＭＳ Ｐゴシック" charset="0"/>
                <a:cs typeface="ＭＳ Ｐゴシック" charset="0"/>
              </a:rPr>
              <a:t>ADDRESS</a:t>
            </a:r>
            <a:r>
              <a:rPr lang="en-US" sz="1200" b="0" i="0" kern="1200" dirty="0" smtClean="0">
                <a:solidFill>
                  <a:schemeClr val="tx1"/>
                </a:solidFill>
                <a:effectLst/>
                <a:latin typeface="+mn-lt"/>
                <a:ea typeface="ＭＳ Ｐゴシック" charset="0"/>
                <a:cs typeface="ＭＳ Ｐゴシック" charset="0"/>
              </a:rPr>
              <a:t> - The IP (or DNS Name) and Port where the RESTCONF Agent is available</a:t>
            </a:r>
          </a:p>
          <a:p>
            <a:r>
              <a:rPr lang="en-US" sz="1200" b="1" i="0" kern="1200" dirty="0" smtClean="0">
                <a:solidFill>
                  <a:schemeClr val="tx1"/>
                </a:solidFill>
                <a:effectLst/>
                <a:latin typeface="+mn-lt"/>
                <a:ea typeface="ＭＳ Ｐゴシック" charset="0"/>
                <a:cs typeface="ＭＳ Ｐゴシック" charset="0"/>
              </a:rPr>
              <a:t>ROOT</a:t>
            </a:r>
            <a:r>
              <a:rPr lang="en-US" sz="1200" b="0" i="0" kern="1200" dirty="0" smtClean="0">
                <a:solidFill>
                  <a:schemeClr val="tx1"/>
                </a:solidFill>
                <a:effectLst/>
                <a:latin typeface="+mn-lt"/>
                <a:ea typeface="ＭＳ Ｐゴシック" charset="0"/>
                <a:cs typeface="ＭＳ Ｐゴシック" charset="0"/>
              </a:rPr>
              <a:t> - The main entry point for RESTCONF requests.</a:t>
            </a:r>
            <a:br>
              <a:rPr lang="en-US" sz="1200" b="0" i="0" kern="1200" dirty="0" smtClean="0">
                <a:solidFill>
                  <a:schemeClr val="tx1"/>
                </a:solidFill>
                <a:effectLst/>
                <a:latin typeface="+mn-lt"/>
                <a:ea typeface="ＭＳ Ｐゴシック" charset="0"/>
                <a:cs typeface="ＭＳ Ｐゴシック" charset="0"/>
              </a:rPr>
            </a:br>
            <a:endParaRPr lang="en-US" sz="1200" b="0" i="0" kern="1200" dirty="0" smtClean="0">
              <a:solidFill>
                <a:schemeClr val="tx1"/>
              </a:solidFill>
              <a:effectLst/>
              <a:latin typeface="+mn-lt"/>
              <a:ea typeface="ＭＳ Ｐゴシック" charset="0"/>
              <a:cs typeface="ＭＳ Ｐゴシック" charset="0"/>
            </a:endParaRPr>
          </a:p>
          <a:p>
            <a:pPr lvl="1"/>
            <a:r>
              <a:rPr lang="en-US" sz="1200" b="0" i="0" kern="1200" dirty="0" smtClean="0">
                <a:solidFill>
                  <a:schemeClr val="tx1"/>
                </a:solidFill>
                <a:effectLst/>
                <a:latin typeface="+mn-lt"/>
                <a:ea typeface="ＭＳ Ｐゴシック" charset="0"/>
                <a:cs typeface="+mn-cs"/>
              </a:rPr>
              <a:t>Before connecting to a RESTCONF server, you must determine the root</a:t>
            </a:r>
          </a:p>
          <a:p>
            <a:pPr lvl="1"/>
            <a:r>
              <a:rPr lang="en-US" sz="1200" b="0" i="0" kern="1200" dirty="0" smtClean="0">
                <a:solidFill>
                  <a:schemeClr val="tx1"/>
                </a:solidFill>
                <a:effectLst/>
                <a:latin typeface="+mn-lt"/>
                <a:ea typeface="ＭＳ Ｐゴシック" charset="0"/>
                <a:cs typeface="+mn-cs"/>
              </a:rPr>
              <a:t>Per the RESTCONF standard, devices should expose a resources called /.well-known/host-meta to enable discovery of root </a:t>
            </a:r>
            <a:r>
              <a:rPr lang="en-US" sz="1200" b="0" i="0" kern="1200" dirty="0" err="1" smtClean="0">
                <a:solidFill>
                  <a:schemeClr val="tx1"/>
                </a:solidFill>
                <a:effectLst/>
                <a:latin typeface="+mn-lt"/>
                <a:ea typeface="ＭＳ Ｐゴシック" charset="0"/>
                <a:cs typeface="+mn-cs"/>
              </a:rPr>
              <a:t>programmaticly</a:t>
            </a:r>
            <a:r>
              <a:rPr lang="en-US" sz="1200" b="0" i="0" kern="1200" dirty="0" smtClean="0">
                <a:solidFill>
                  <a:schemeClr val="tx1"/>
                </a:solidFill>
                <a:effectLst/>
                <a:latin typeface="+mn-lt"/>
                <a:ea typeface="ＭＳ Ｐゴシック" charset="0"/>
                <a:cs typeface="+mn-cs"/>
              </a:rPr>
              <a:t> </a:t>
            </a:r>
          </a:p>
          <a:p>
            <a:pPr lvl="1"/>
            <a:r>
              <a:rPr lang="en-US" sz="1200" b="0" i="0" kern="1200" dirty="0" smtClean="0">
                <a:solidFill>
                  <a:schemeClr val="tx1"/>
                </a:solidFill>
                <a:effectLst/>
                <a:latin typeface="+mn-lt"/>
                <a:ea typeface="ＭＳ Ｐゴシック" charset="0"/>
                <a:cs typeface="+mn-cs"/>
              </a:rPr>
              <a:t>However with many devices still operating on DRAFT RESTCONF specs, this may not be fully implemented. </a:t>
            </a:r>
          </a:p>
          <a:p>
            <a:pPr lvl="1"/>
            <a:r>
              <a:rPr lang="en-US" sz="1200" b="0" i="0" kern="1200" dirty="0" smtClean="0">
                <a:solidFill>
                  <a:schemeClr val="tx1"/>
                </a:solidFill>
                <a:effectLst/>
                <a:latin typeface="+mn-lt"/>
                <a:ea typeface="ＭＳ Ｐゴシック" charset="0"/>
                <a:cs typeface="+mn-cs"/>
              </a:rPr>
              <a:t>Device documentation should also specify the root path</a:t>
            </a:r>
          </a:p>
          <a:p>
            <a:pPr lvl="1"/>
            <a:r>
              <a:rPr lang="en-US" sz="1200" b="0" i="0" kern="1200" dirty="0" smtClean="0">
                <a:solidFill>
                  <a:schemeClr val="tx1"/>
                </a:solidFill>
                <a:effectLst/>
                <a:latin typeface="+mn-lt"/>
                <a:ea typeface="ＭＳ Ｐゴシック" charset="0"/>
                <a:cs typeface="+mn-cs"/>
              </a:rPr>
              <a:t>On the Cisco CSR, this is </a:t>
            </a:r>
            <a:r>
              <a:rPr lang="en-US" sz="1200" b="0" i="0" kern="1200" dirty="0" err="1" smtClean="0">
                <a:solidFill>
                  <a:schemeClr val="tx1"/>
                </a:solidFill>
                <a:effectLst/>
                <a:latin typeface="+mn-lt"/>
                <a:ea typeface="ＭＳ Ｐゴシック" charset="0"/>
                <a:cs typeface="+mn-cs"/>
              </a:rPr>
              <a:t>api</a:t>
            </a:r>
            <a:endParaRPr lang="en-US" sz="1200" b="0" i="0" kern="1200" dirty="0" smtClean="0">
              <a:solidFill>
                <a:schemeClr val="tx1"/>
              </a:solidFill>
              <a:effectLst/>
              <a:latin typeface="+mn-lt"/>
              <a:ea typeface="ＭＳ Ｐゴシック" charset="0"/>
              <a:cs typeface="+mn-cs"/>
            </a:endParaRPr>
          </a:p>
          <a:p>
            <a:r>
              <a:rPr lang="en-US" sz="1200" b="1" i="0" kern="1200" dirty="0" smtClean="0">
                <a:solidFill>
                  <a:schemeClr val="tx1"/>
                </a:solidFill>
                <a:effectLst/>
                <a:latin typeface="+mn-lt"/>
                <a:ea typeface="ＭＳ Ｐゴシック" charset="0"/>
                <a:cs typeface="ＭＳ Ｐゴシック" charset="0"/>
              </a:rPr>
              <a:t>DATA STORE</a:t>
            </a:r>
            <a:r>
              <a:rPr lang="en-US" sz="1200" b="0" i="0" kern="1200" dirty="0" smtClean="0">
                <a:solidFill>
                  <a:schemeClr val="tx1"/>
                </a:solidFill>
                <a:effectLst/>
                <a:latin typeface="+mn-lt"/>
                <a:ea typeface="ＭＳ Ｐゴシック" charset="0"/>
                <a:cs typeface="ＭＳ Ｐゴシック" charset="0"/>
              </a:rPr>
              <a:t> - The data store being queried </a:t>
            </a:r>
          </a:p>
          <a:p>
            <a:r>
              <a:rPr lang="en-US" sz="1200" b="1" i="0" kern="1200" dirty="0" smtClean="0">
                <a:solidFill>
                  <a:schemeClr val="tx1"/>
                </a:solidFill>
                <a:effectLst/>
                <a:latin typeface="+mn-lt"/>
                <a:ea typeface="ＭＳ Ｐゴシック" charset="0"/>
                <a:cs typeface="ＭＳ Ｐゴシック" charset="0"/>
              </a:rPr>
              <a:t>[YANG MODULE:]CONTAINER</a:t>
            </a:r>
            <a:r>
              <a:rPr lang="en-US" sz="1200" b="0" i="0" kern="1200" dirty="0" smtClean="0">
                <a:solidFill>
                  <a:schemeClr val="tx1"/>
                </a:solidFill>
                <a:effectLst/>
                <a:latin typeface="+mn-lt"/>
                <a:ea typeface="ＭＳ Ｐゴシック" charset="0"/>
                <a:cs typeface="ＭＳ Ｐゴシック" charset="0"/>
              </a:rPr>
              <a:t> - The base model container being used</a:t>
            </a:r>
          </a:p>
          <a:p>
            <a:pPr lvl="1"/>
            <a:r>
              <a:rPr lang="en-US" sz="1200" b="0" i="1" kern="1200" dirty="0" smtClean="0">
                <a:solidFill>
                  <a:schemeClr val="tx1"/>
                </a:solidFill>
                <a:effectLst/>
                <a:latin typeface="+mn-lt"/>
                <a:ea typeface="ＭＳ Ｐゴシック" charset="0"/>
                <a:cs typeface="+mn-cs"/>
              </a:rPr>
              <a:t>Inclusion of the module name is optional</a:t>
            </a:r>
            <a:endParaRPr lang="en-US" sz="1200" b="0" i="0" kern="1200" dirty="0" smtClean="0">
              <a:solidFill>
                <a:schemeClr val="tx1"/>
              </a:solidFill>
              <a:effectLst/>
              <a:latin typeface="+mn-lt"/>
              <a:ea typeface="ＭＳ Ｐゴシック" charset="0"/>
              <a:cs typeface="+mn-cs"/>
            </a:endParaRPr>
          </a:p>
          <a:p>
            <a:r>
              <a:rPr lang="en-US" sz="1200" b="1" i="0" kern="1200" dirty="0" smtClean="0">
                <a:solidFill>
                  <a:schemeClr val="tx1"/>
                </a:solidFill>
                <a:effectLst/>
                <a:latin typeface="+mn-lt"/>
                <a:ea typeface="ＭＳ Ｐゴシック" charset="0"/>
                <a:cs typeface="ＭＳ Ｐゴシック" charset="0"/>
              </a:rPr>
              <a:t>LEAF</a:t>
            </a:r>
            <a:r>
              <a:rPr lang="en-US" sz="1200" b="0" i="0" kern="1200" dirty="0" smtClean="0">
                <a:solidFill>
                  <a:schemeClr val="tx1"/>
                </a:solidFill>
                <a:effectLst/>
                <a:latin typeface="+mn-lt"/>
                <a:ea typeface="ＭＳ Ｐゴシック" charset="0"/>
                <a:cs typeface="ＭＳ Ｐゴシック" charset="0"/>
              </a:rPr>
              <a:t> - An individual element from within the container</a:t>
            </a:r>
          </a:p>
          <a:p>
            <a:r>
              <a:rPr lang="en-US" sz="1200" b="1" i="0" kern="1200" dirty="0" smtClean="0">
                <a:solidFill>
                  <a:schemeClr val="tx1"/>
                </a:solidFill>
                <a:effectLst/>
                <a:latin typeface="+mn-lt"/>
                <a:ea typeface="ＭＳ Ｐゴシック" charset="0"/>
                <a:cs typeface="ＭＳ Ｐゴシック" charset="0"/>
              </a:rPr>
              <a:t>[?&lt;OPTIONS&gt;]</a:t>
            </a:r>
            <a:r>
              <a:rPr lang="en-US" sz="1200" b="0" i="0" kern="1200" dirty="0" smtClean="0">
                <a:solidFill>
                  <a:schemeClr val="tx1"/>
                </a:solidFill>
                <a:effectLst/>
                <a:latin typeface="+mn-lt"/>
                <a:ea typeface="ＭＳ Ｐゴシック" charset="0"/>
                <a:cs typeface="ＭＳ Ｐゴシック" charset="0"/>
              </a:rPr>
              <a:t> - Some network devices may support options sent as query parameters that impact returned results.</a:t>
            </a:r>
            <a:br>
              <a:rPr lang="en-US" sz="1200" b="0" i="0" kern="1200" dirty="0" smtClean="0">
                <a:solidFill>
                  <a:schemeClr val="tx1"/>
                </a:solidFill>
                <a:effectLst/>
                <a:latin typeface="+mn-lt"/>
                <a:ea typeface="ＭＳ Ｐゴシック" charset="0"/>
                <a:cs typeface="ＭＳ Ｐゴシック" charset="0"/>
              </a:rPr>
            </a:br>
            <a:endParaRPr lang="en-US" sz="1200" b="0" i="0" kern="1200" dirty="0" smtClean="0">
              <a:solidFill>
                <a:schemeClr val="tx1"/>
              </a:solidFill>
              <a:effectLst/>
              <a:latin typeface="+mn-lt"/>
              <a:ea typeface="ＭＳ Ｐゴシック" charset="0"/>
              <a:cs typeface="ＭＳ Ｐゴシック" charset="0"/>
            </a:endParaRPr>
          </a:p>
          <a:p>
            <a:pPr lvl="1"/>
            <a:r>
              <a:rPr lang="en-US" sz="1200" b="0" i="0" kern="1200" dirty="0" smtClean="0">
                <a:solidFill>
                  <a:schemeClr val="tx1"/>
                </a:solidFill>
                <a:effectLst/>
                <a:latin typeface="+mn-lt"/>
                <a:ea typeface="ＭＳ Ｐゴシック" charset="0"/>
                <a:cs typeface="+mn-cs"/>
              </a:rPr>
              <a:t>These options are </a:t>
            </a:r>
            <a:r>
              <a:rPr lang="en-US" sz="1200" b="1" i="0" kern="1200" dirty="0" smtClean="0">
                <a:solidFill>
                  <a:schemeClr val="tx1"/>
                </a:solidFill>
                <a:effectLst/>
                <a:latin typeface="+mn-lt"/>
                <a:ea typeface="ＭＳ Ｐゴシック" charset="0"/>
                <a:cs typeface="+mn-cs"/>
              </a:rPr>
              <a:t>NOT</a:t>
            </a:r>
            <a:r>
              <a:rPr lang="en-US" sz="1200" b="0" i="0" kern="1200" dirty="0" smtClean="0">
                <a:solidFill>
                  <a:schemeClr val="tx1"/>
                </a:solidFill>
                <a:effectLst/>
                <a:latin typeface="+mn-lt"/>
                <a:ea typeface="ＭＳ Ｐゴシック" charset="0"/>
                <a:cs typeface="+mn-cs"/>
              </a:rPr>
              <a:t> required and can be omitted </a:t>
            </a:r>
          </a:p>
          <a:p>
            <a:pPr lvl="1"/>
            <a:r>
              <a:rPr lang="en-US" sz="1200" b="0" i="0" kern="1200" dirty="0" smtClean="0">
                <a:solidFill>
                  <a:schemeClr val="tx1"/>
                </a:solidFill>
                <a:effectLst/>
                <a:latin typeface="+mn-lt"/>
                <a:ea typeface="ＭＳ Ｐゴシック" charset="0"/>
                <a:cs typeface="+mn-cs"/>
              </a:rPr>
              <a:t>Check device documentation for details on supported parameters</a:t>
            </a:r>
          </a:p>
          <a:p>
            <a:endParaRPr lang="en-US" dirty="0" smtClean="0"/>
          </a:p>
          <a:p>
            <a:r>
              <a:rPr lang="en-US" sz="1200" b="0" i="0" kern="1200" dirty="0" smtClean="0">
                <a:solidFill>
                  <a:schemeClr val="tx1"/>
                </a:solidFill>
                <a:effectLst/>
                <a:latin typeface="+mn-lt"/>
                <a:ea typeface="ＭＳ Ｐゴシック" charset="0"/>
                <a:cs typeface="ＭＳ Ｐゴシック" charset="0"/>
              </a:rPr>
              <a:t>To make the RESTCONF calls, you can use any client application that supports any REST call. A common tool is the Chrome Application Postman. The Linux command line utility "curl" is another great tool for working with REST APIs. We'll show how to use both in these examples.</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50</a:t>
            </a:fld>
            <a:endParaRPr lang="en-US"/>
          </a:p>
        </p:txBody>
      </p:sp>
    </p:spTree>
    <p:extLst>
      <p:ext uri="{BB962C8B-B14F-4D97-AF65-F5344CB8AC3E}">
        <p14:creationId xmlns:p14="http://schemas.microsoft.com/office/powerpoint/2010/main" val="98257715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ＭＳ Ｐゴシック" charset="0"/>
              </a:rPr>
              <a:t>In this first example we're going to use RESTCONF to investigate the same </a:t>
            </a:r>
            <a:r>
              <a:rPr lang="en-US" sz="1200" b="0" i="0" kern="1200" dirty="0" err="1" smtClean="0">
                <a:solidFill>
                  <a:schemeClr val="tx1"/>
                </a:solidFill>
                <a:effectLst/>
                <a:latin typeface="+mn-lt"/>
                <a:ea typeface="ＭＳ Ｐゴシック" charset="0"/>
                <a:cs typeface="ＭＳ Ｐゴシック" charset="0"/>
              </a:rPr>
              <a:t>ietf</a:t>
            </a:r>
            <a:r>
              <a:rPr lang="en-US" sz="1200" b="0" i="0" kern="1200" dirty="0" smtClean="0">
                <a:solidFill>
                  <a:schemeClr val="tx1"/>
                </a:solidFill>
                <a:effectLst/>
                <a:latin typeface="+mn-lt"/>
                <a:ea typeface="ＭＳ Ｐゴシック" charset="0"/>
                <a:cs typeface="ＭＳ Ｐゴシック" charset="0"/>
              </a:rPr>
              <a:t>-interfaces model we've used in the previous labs. </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As we learned, the URI is determined by looking at the underlying YANG model. Here is a partial </a:t>
            </a:r>
            <a:r>
              <a:rPr lang="en-US" sz="1200" b="0" i="0" kern="1200" dirty="0" err="1" smtClean="0">
                <a:solidFill>
                  <a:schemeClr val="tx1"/>
                </a:solidFill>
                <a:effectLst/>
                <a:latin typeface="+mn-lt"/>
                <a:ea typeface="ＭＳ Ｐゴシック" charset="0"/>
                <a:cs typeface="ＭＳ Ｐゴシック" charset="0"/>
              </a:rPr>
              <a:t>ietf</a:t>
            </a:r>
            <a:r>
              <a:rPr lang="en-US" sz="1200" b="0" i="0" kern="1200" dirty="0" smtClean="0">
                <a:solidFill>
                  <a:schemeClr val="tx1"/>
                </a:solidFill>
                <a:effectLst/>
                <a:latin typeface="+mn-lt"/>
                <a:ea typeface="ＭＳ Ｐゴシック" charset="0"/>
                <a:cs typeface="ＭＳ Ｐゴシック" charset="0"/>
              </a:rPr>
              <a:t>-interfaces Model. </a:t>
            </a:r>
          </a:p>
          <a:p>
            <a:endParaRPr lang="en-US" sz="1200" b="0" i="1" kern="1200" dirty="0" smtClean="0">
              <a:solidFill>
                <a:schemeClr val="tx1"/>
              </a:solidFill>
              <a:effectLst/>
              <a:latin typeface="+mn-lt"/>
              <a:ea typeface="ＭＳ Ｐゴシック" charset="0"/>
              <a:cs typeface="ＭＳ Ｐゴシック" charset="0"/>
            </a:endParaRPr>
          </a:p>
          <a:p>
            <a:r>
              <a:rPr lang="en-US" sz="1200" b="0" i="1" kern="1200" dirty="0" smtClean="0">
                <a:solidFill>
                  <a:schemeClr val="tx1"/>
                </a:solidFill>
                <a:effectLst/>
                <a:latin typeface="+mn-lt"/>
                <a:ea typeface="ＭＳ Ｐゴシック" charset="0"/>
                <a:cs typeface="ＭＳ Ｐゴシック" charset="0"/>
              </a:rPr>
              <a:t>This can be created by </a:t>
            </a:r>
            <a:r>
              <a:rPr lang="en-US" sz="1200" b="0" i="1" kern="1200" dirty="0" err="1" smtClean="0">
                <a:solidFill>
                  <a:schemeClr val="tx1"/>
                </a:solidFill>
                <a:effectLst/>
                <a:latin typeface="+mn-lt"/>
                <a:ea typeface="ＭＳ Ｐゴシック" charset="0"/>
                <a:cs typeface="ＭＳ Ｐゴシック" charset="0"/>
              </a:rPr>
              <a:t>pyang</a:t>
            </a:r>
            <a:r>
              <a:rPr lang="en-US" sz="1200" b="0" i="1" kern="1200" dirty="0" smtClean="0">
                <a:solidFill>
                  <a:schemeClr val="tx1"/>
                </a:solidFill>
                <a:effectLst/>
                <a:latin typeface="+mn-lt"/>
                <a:ea typeface="ＭＳ Ｐゴシック" charset="0"/>
                <a:cs typeface="ＭＳ Ｐゴシック" charset="0"/>
              </a:rPr>
              <a:t> -f tree </a:t>
            </a:r>
            <a:r>
              <a:rPr lang="en-US" sz="1200" b="0" i="1" kern="1200" dirty="0" err="1" smtClean="0">
                <a:solidFill>
                  <a:schemeClr val="tx1"/>
                </a:solidFill>
                <a:effectLst/>
                <a:latin typeface="+mn-lt"/>
                <a:ea typeface="ＭＳ Ｐゴシック" charset="0"/>
                <a:cs typeface="ＭＳ Ｐゴシック" charset="0"/>
              </a:rPr>
              <a:t>ietf-interfaces.yang</a:t>
            </a:r>
            <a:endParaRPr lang="en-US" sz="1200" b="0" i="1" kern="1200" dirty="0" smtClean="0">
              <a:solidFill>
                <a:schemeClr val="tx1"/>
              </a:solidFill>
              <a:effectLst/>
              <a:latin typeface="+mn-lt"/>
              <a:ea typeface="ＭＳ Ｐゴシック" charset="0"/>
              <a:cs typeface="ＭＳ Ｐゴシック" charset="0"/>
            </a:endParaRPr>
          </a:p>
          <a:p>
            <a:endParaRPr lang="en-US" sz="1200" b="0" i="1" kern="1200" dirty="0" smtClean="0">
              <a:solidFill>
                <a:schemeClr val="tx1"/>
              </a:solidFill>
              <a:effectLst/>
              <a:latin typeface="+mn-lt"/>
              <a:ea typeface="ＭＳ Ｐゴシック" charset="0"/>
              <a:cs typeface="ＭＳ Ｐゴシック" charset="0"/>
            </a:endParaRPr>
          </a:p>
          <a:p>
            <a:endParaRPr lang="en-US" sz="1200" b="0" i="0" kern="1200" dirty="0">
              <a:solidFill>
                <a:schemeClr val="tx1"/>
              </a:solidFill>
              <a:effectLst/>
              <a:latin typeface="+mn-lt"/>
              <a:ea typeface="ＭＳ Ｐゴシック" charset="0"/>
              <a:cs typeface="ＭＳ Ｐゴシック" charset="0"/>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51</a:t>
            </a:fld>
            <a:endParaRPr lang="en-US"/>
          </a:p>
        </p:txBody>
      </p:sp>
    </p:spTree>
    <p:extLst>
      <p:ext uri="{BB962C8B-B14F-4D97-AF65-F5344CB8AC3E}">
        <p14:creationId xmlns:p14="http://schemas.microsoft.com/office/powerpoint/2010/main" val="11181962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0" fontAlgn="base" latinLnBrk="0" hangingPunct="0">
              <a:lnSpc>
                <a:spcPct val="100000"/>
              </a:lnSpc>
              <a:spcBef>
                <a:spcPct val="30000"/>
              </a:spcBef>
              <a:spcAft>
                <a:spcPct val="0"/>
              </a:spcAft>
              <a:buClrTx/>
              <a:buSzTx/>
              <a:buFontTx/>
              <a:buNone/>
              <a:tabLst/>
              <a:defRPr/>
            </a:pPr>
            <a:r>
              <a:rPr lang="en-US" sz="1200" b="0" i="0" kern="1200" dirty="0" smtClean="0">
                <a:solidFill>
                  <a:schemeClr val="tx1"/>
                </a:solidFill>
                <a:effectLst/>
                <a:latin typeface="+mn-lt"/>
                <a:ea typeface="ＭＳ Ｐゴシック" charset="0"/>
                <a:cs typeface="ＭＳ Ｐゴシック" charset="0"/>
              </a:rPr>
              <a:t>The Linux command line utility "curl" is a</a:t>
            </a:r>
            <a:r>
              <a:rPr lang="en-US" sz="1200" b="0" i="0" kern="1200" baseline="0" dirty="0" smtClean="0">
                <a:solidFill>
                  <a:schemeClr val="tx1"/>
                </a:solidFill>
                <a:effectLst/>
                <a:latin typeface="+mn-lt"/>
                <a:ea typeface="ＭＳ Ｐゴシック" charset="0"/>
                <a:cs typeface="ＭＳ Ｐゴシック" charset="0"/>
              </a:rPr>
              <a:t> </a:t>
            </a:r>
            <a:r>
              <a:rPr lang="en-US" sz="1200" b="0" i="0" kern="1200" dirty="0" smtClean="0">
                <a:solidFill>
                  <a:schemeClr val="tx1"/>
                </a:solidFill>
                <a:effectLst/>
                <a:latin typeface="+mn-lt"/>
                <a:ea typeface="ＭＳ Ｐゴシック" charset="0"/>
                <a:cs typeface="ＭＳ Ｐゴシック" charset="0"/>
              </a:rPr>
              <a:t>great tool for working with REST APIs. </a:t>
            </a:r>
          </a:p>
          <a:p>
            <a:pPr marL="0" marR="0" indent="0" algn="l" defTabSz="457200" rtl="0" eaLnBrk="0" fontAlgn="base" latinLnBrk="0" hangingPunct="0">
              <a:lnSpc>
                <a:spcPct val="100000"/>
              </a:lnSpc>
              <a:spcBef>
                <a:spcPct val="30000"/>
              </a:spcBef>
              <a:spcAft>
                <a:spcPct val="0"/>
              </a:spcAft>
              <a:buClrTx/>
              <a:buSzTx/>
              <a:buFontTx/>
              <a:buNone/>
              <a:tabLst/>
              <a:defRPr/>
            </a:pPr>
            <a:endParaRPr lang="en-US" sz="1200" b="0" i="0" kern="1200" dirty="0" smtClean="0">
              <a:solidFill>
                <a:schemeClr val="tx1"/>
              </a:solidFill>
              <a:effectLst/>
              <a:latin typeface="+mn-lt"/>
              <a:ea typeface="ＭＳ Ｐゴシック" charset="0"/>
              <a:cs typeface="ＭＳ Ｐゴシック" charset="0"/>
            </a:endParaRPr>
          </a:p>
          <a:p>
            <a:pPr marL="0" marR="0" indent="0" algn="l" defTabSz="457200" rtl="0" eaLnBrk="0" fontAlgn="base" latinLnBrk="0" hangingPunct="0">
              <a:lnSpc>
                <a:spcPct val="100000"/>
              </a:lnSpc>
              <a:spcBef>
                <a:spcPct val="30000"/>
              </a:spcBef>
              <a:spcAft>
                <a:spcPct val="0"/>
              </a:spcAft>
              <a:buClrTx/>
              <a:buSzTx/>
              <a:buFontTx/>
              <a:buNone/>
              <a:tabLst/>
              <a:defRPr/>
            </a:pPr>
            <a:r>
              <a:rPr lang="en-US" sz="1200" b="0" i="0" kern="1200" dirty="0" smtClean="0">
                <a:solidFill>
                  <a:schemeClr val="tx1"/>
                </a:solidFill>
                <a:effectLst/>
                <a:latin typeface="+mn-lt"/>
                <a:ea typeface="ＭＳ Ｐゴシック" charset="0"/>
                <a:cs typeface="ＭＳ Ｐゴシック" charset="0"/>
              </a:rPr>
              <a:t>-H "Accept: application/</a:t>
            </a:r>
            <a:r>
              <a:rPr lang="en-US" sz="1200" b="0" i="0" kern="1200" dirty="0" err="1" smtClean="0">
                <a:solidFill>
                  <a:schemeClr val="tx1"/>
                </a:solidFill>
                <a:effectLst/>
                <a:latin typeface="+mn-lt"/>
                <a:ea typeface="ＭＳ Ｐゴシック" charset="0"/>
                <a:cs typeface="ＭＳ Ｐゴシック" charset="0"/>
              </a:rPr>
              <a:t>vnd.yang.data+json</a:t>
            </a:r>
            <a:r>
              <a:rPr lang="en-US" sz="1200" b="0" i="0" kern="1200" dirty="0" smtClean="0">
                <a:solidFill>
                  <a:schemeClr val="tx1"/>
                </a:solidFill>
                <a:effectLst/>
                <a:latin typeface="+mn-lt"/>
                <a:ea typeface="ＭＳ Ｐゴシック" charset="0"/>
                <a:cs typeface="ＭＳ Ｐゴシック" charset="0"/>
              </a:rPr>
              <a:t>" sets the HTTP "Accept" header to indicate our preference for JSON data</a:t>
            </a:r>
          </a:p>
          <a:p>
            <a:endParaRPr lang="en-US" sz="1200" b="0" i="0" kern="1200" dirty="0" smtClean="0">
              <a:solidFill>
                <a:schemeClr val="tx1"/>
              </a:solidFill>
              <a:effectLst/>
              <a:latin typeface="+mn-lt"/>
              <a:ea typeface="ＭＳ Ｐゴシック" charset="0"/>
              <a:cs typeface="ＭＳ Ｐゴシック" charset="0"/>
            </a:endParaRPr>
          </a:p>
          <a:p>
            <a:r>
              <a:rPr lang="en-US" sz="1200" b="0" i="0" kern="1200" dirty="0" smtClean="0">
                <a:solidFill>
                  <a:schemeClr val="tx1"/>
                </a:solidFill>
                <a:effectLst/>
                <a:latin typeface="+mn-lt"/>
                <a:ea typeface="ＭＳ Ｐゴシック" charset="0"/>
                <a:cs typeface="ＭＳ Ｐゴシック" charset="0"/>
              </a:rPr>
              <a:t>-u admin:C1sco12345 provides the credentials for the device</a:t>
            </a: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52</a:t>
            </a:fld>
            <a:endParaRPr lang="en-US"/>
          </a:p>
        </p:txBody>
      </p:sp>
    </p:spTree>
    <p:extLst>
      <p:ext uri="{BB962C8B-B14F-4D97-AF65-F5344CB8AC3E}">
        <p14:creationId xmlns:p14="http://schemas.microsoft.com/office/powerpoint/2010/main" val="256849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smtClean="0">
                <a:solidFill>
                  <a:schemeClr val="tx1"/>
                </a:solidFill>
                <a:effectLst/>
                <a:latin typeface="+mn-lt"/>
                <a:ea typeface="ＭＳ Ｐゴシック" charset="0"/>
                <a:cs typeface="+mn-cs"/>
              </a:rPr>
              <a:t>JSON Output from curl command.  </a:t>
            </a:r>
          </a:p>
          <a:p>
            <a:endParaRPr lang="en-US" sz="1200" b="0" i="0" kern="1200" dirty="0" smtClean="0">
              <a:solidFill>
                <a:schemeClr val="tx1"/>
              </a:solidFill>
              <a:effectLst/>
              <a:latin typeface="+mn-lt"/>
              <a:ea typeface="ＭＳ Ｐゴシック" charset="0"/>
              <a:cs typeface="+mn-cs"/>
            </a:endParaRPr>
          </a:p>
          <a:p>
            <a:r>
              <a:rPr lang="en-US" sz="1200" b="0" i="0" kern="1200" dirty="0" smtClean="0">
                <a:solidFill>
                  <a:schemeClr val="tx1"/>
                </a:solidFill>
                <a:effectLst/>
                <a:latin typeface="+mn-lt"/>
                <a:ea typeface="ＭＳ Ｐゴシック" charset="0"/>
                <a:cs typeface="+mn-cs"/>
              </a:rPr>
              <a:t>Notice how the</a:t>
            </a:r>
            <a:r>
              <a:rPr lang="en-US" sz="1200" b="0" i="0" kern="1200" baseline="0" dirty="0" smtClean="0">
                <a:solidFill>
                  <a:schemeClr val="tx1"/>
                </a:solidFill>
                <a:effectLst/>
                <a:latin typeface="+mn-lt"/>
                <a:ea typeface="ＭＳ Ｐゴシック" charset="0"/>
                <a:cs typeface="+mn-cs"/>
              </a:rPr>
              <a:t> underlying YANG Model is represented in the output.  </a:t>
            </a:r>
          </a:p>
          <a:p>
            <a:endParaRPr lang="en-US" sz="1200" b="0" i="0" kern="1200" baseline="0" dirty="0" smtClean="0">
              <a:solidFill>
                <a:schemeClr val="tx1"/>
              </a:solidFill>
              <a:effectLst/>
              <a:latin typeface="+mn-lt"/>
              <a:ea typeface="ＭＳ Ｐゴシック" charset="0"/>
              <a:cs typeface="+mn-cs"/>
            </a:endParaRPr>
          </a:p>
          <a:p>
            <a:endParaRPr lang="en-US" sz="1200" b="0" i="0" kern="1200" dirty="0">
              <a:solidFill>
                <a:schemeClr val="tx1"/>
              </a:solidFill>
              <a:effectLst/>
              <a:latin typeface="+mn-lt"/>
              <a:ea typeface="ＭＳ Ｐゴシック" charset="0"/>
              <a:cs typeface="+mn-cs"/>
            </a:endParaRPr>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53</a:t>
            </a:fld>
            <a:endParaRPr lang="en-US"/>
          </a:p>
        </p:txBody>
      </p:sp>
    </p:spTree>
    <p:extLst>
      <p:ext uri="{BB962C8B-B14F-4D97-AF65-F5344CB8AC3E}">
        <p14:creationId xmlns:p14="http://schemas.microsoft.com/office/powerpoint/2010/main" val="64259259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Let’s review</a:t>
            </a:r>
            <a:r>
              <a:rPr lang="en-US" baseline="0" dirty="0" smtClean="0"/>
              <a:t> the key elements of working with POSTMAN</a:t>
            </a:r>
          </a:p>
          <a:p>
            <a:endParaRPr lang="en-US" baseline="0" dirty="0" smtClean="0"/>
          </a:p>
          <a:p>
            <a:r>
              <a:rPr lang="en-US" baseline="0" dirty="0" smtClean="0"/>
              <a:t>Provide the URL of the API call you are looking to make </a:t>
            </a:r>
          </a:p>
          <a:p>
            <a:endParaRPr lang="en-US" baseline="0" dirty="0" smtClean="0"/>
          </a:p>
          <a:p>
            <a:r>
              <a:rPr lang="en-US" baseline="0" dirty="0" smtClean="0"/>
              <a:t>Indicate the HTTP Method being used </a:t>
            </a:r>
          </a:p>
          <a:p>
            <a:endParaRPr lang="en-US" baseline="0" dirty="0" smtClean="0"/>
          </a:p>
          <a:p>
            <a:r>
              <a:rPr lang="en-US" baseline="0" dirty="0" smtClean="0"/>
              <a:t>Input any HEADERS needed.  RESTCONF </a:t>
            </a:r>
            <a:r>
              <a:rPr lang="en-US" baseline="0" dirty="0" err="1" smtClean="0"/>
              <a:t>requries</a:t>
            </a:r>
            <a:r>
              <a:rPr lang="en-US" baseline="0" dirty="0" smtClean="0"/>
              <a:t> setting the Content-Type: and Accept: Headers to the proper MIME type</a:t>
            </a:r>
          </a:p>
          <a:p>
            <a:endParaRPr lang="en-US" baseline="0" dirty="0" smtClean="0"/>
          </a:p>
          <a:p>
            <a:r>
              <a:rPr lang="en-US" baseline="0" dirty="0" smtClean="0"/>
              <a:t>Provide the Authentication Information </a:t>
            </a:r>
          </a:p>
          <a:p>
            <a:endParaRPr lang="en-US" baseline="0" dirty="0" smtClean="0"/>
          </a:p>
          <a:p>
            <a:r>
              <a:rPr lang="en-US" baseline="0" dirty="0" smtClean="0"/>
              <a:t>Review the returned data </a:t>
            </a:r>
          </a:p>
          <a:p>
            <a:endParaRPr lang="en-US" baseline="0" dirty="0" smtClean="0"/>
          </a:p>
          <a:p>
            <a:r>
              <a:rPr lang="en-US" baseline="0" dirty="0" smtClean="0"/>
              <a:t>And verify the Status Code matches expectations </a:t>
            </a:r>
            <a:endParaRPr lang="en-US" dirty="0"/>
          </a:p>
        </p:txBody>
      </p:sp>
      <p:sp>
        <p:nvSpPr>
          <p:cNvPr id="4" name="Slide Number Placeholder 3"/>
          <p:cNvSpPr>
            <a:spLocks noGrp="1"/>
          </p:cNvSpPr>
          <p:nvPr>
            <p:ph type="sldNum" sz="quarter" idx="10"/>
          </p:nvPr>
        </p:nvSpPr>
        <p:spPr/>
        <p:txBody>
          <a:bodyPr/>
          <a:lstStyle/>
          <a:p>
            <a:pPr>
              <a:defRPr/>
            </a:pPr>
            <a:fld id="{3F6C1005-B323-4A04-B0D1-DB577C3C2ECA}" type="slidenum">
              <a:rPr lang="en-US" smtClean="0"/>
              <a:pPr>
                <a:defRPr/>
              </a:pPr>
              <a:t>54</a:t>
            </a:fld>
            <a:endParaRPr lang="en-US"/>
          </a:p>
        </p:txBody>
      </p:sp>
    </p:spTree>
    <p:extLst>
      <p:ext uri="{BB962C8B-B14F-4D97-AF65-F5344CB8AC3E}">
        <p14:creationId xmlns:p14="http://schemas.microsoft.com/office/powerpoint/2010/main" val="636359839"/>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039E3EF-7728-464C-BD3E-844BC429B6E9}" type="slidenum">
              <a:rPr lang="en-US" smtClean="0">
                <a:solidFill>
                  <a:prstClr val="black"/>
                </a:solidFill>
              </a:rPr>
              <a:pPr/>
              <a:t>57</a:t>
            </a:fld>
            <a:endParaRPr lang="en-US">
              <a:solidFill>
                <a:prstClr val="black"/>
              </a:solidFill>
            </a:endParaRPr>
          </a:p>
        </p:txBody>
      </p:sp>
      <p:sp>
        <p:nvSpPr>
          <p:cNvPr id="7" name="Date Placeholder 6"/>
          <p:cNvSpPr>
            <a:spLocks noGrp="1"/>
          </p:cNvSpPr>
          <p:nvPr>
            <p:ph type="dt" idx="11"/>
          </p:nvPr>
        </p:nvSpPr>
        <p:spPr/>
        <p:txBody>
          <a:bodyPr/>
          <a:lstStyle/>
          <a:p>
            <a:fld id="{EC529658-EDA9-4C85-A9CA-06EF657AD851}" type="datetime1">
              <a:rPr lang="en-US" smtClean="0"/>
              <a:t>11/20/17</a:t>
            </a:fld>
            <a:endParaRPr lang="en-US"/>
          </a:p>
        </p:txBody>
      </p:sp>
      <p:sp>
        <p:nvSpPr>
          <p:cNvPr id="8" name="Header Placeholder 7"/>
          <p:cNvSpPr>
            <a:spLocks noGrp="1"/>
          </p:cNvSpPr>
          <p:nvPr>
            <p:ph type="hdr" sz="quarter" idx="12"/>
          </p:nvPr>
        </p:nvSpPr>
        <p:spPr/>
        <p:txBody>
          <a:bodyPr/>
          <a:lstStyle/>
          <a:p>
            <a:r>
              <a:rPr lang="en-US" dirty="0" smtClean="0"/>
              <a:t>Cisco Live 2017</a:t>
            </a:r>
            <a:endParaRPr lang="en-US" dirty="0"/>
          </a:p>
        </p:txBody>
      </p:sp>
    </p:spTree>
    <p:extLst>
      <p:ext uri="{BB962C8B-B14F-4D97-AF65-F5344CB8AC3E}">
        <p14:creationId xmlns:p14="http://schemas.microsoft.com/office/powerpoint/2010/main" val="41536727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heme Graphic">
    <p:spTree>
      <p:nvGrpSpPr>
        <p:cNvPr id="1" name=""/>
        <p:cNvGrpSpPr/>
        <p:nvPr/>
      </p:nvGrpSpPr>
      <p:grpSpPr>
        <a:xfrm>
          <a:off x="0" y="0"/>
          <a:ext cx="0" cy="0"/>
          <a:chOff x="0" y="0"/>
          <a:chExt cx="0" cy="0"/>
        </a:xfrm>
      </p:grpSpPr>
      <p:pic>
        <p:nvPicPr>
          <p:cNvPr id="7" name="Picture 6"/>
          <p:cNvPicPr>
            <a:picLocks noChangeAspect="1"/>
          </p:cNvPicPr>
          <p:nvPr userDrawn="1"/>
        </p:nvPicPr>
        <p:blipFill rotWithShape="1">
          <a:blip r:embed="rId2" cstate="print">
            <a:extLst>
              <a:ext uri="{28A0092B-C50C-407E-A947-70E740481C1C}">
                <a14:useLocalDpi xmlns:a14="http://schemas.microsoft.com/office/drawing/2010/main" val="0"/>
              </a:ext>
            </a:extLst>
          </a:blip>
          <a:srcRect l="8742" t="14280" r="44733" b="3050"/>
          <a:stretch/>
        </p:blipFill>
        <p:spPr>
          <a:xfrm rot="5400000">
            <a:off x="1998980" y="-2000251"/>
            <a:ext cx="5146037" cy="9144001"/>
          </a:xfrm>
          <a:prstGeom prst="rect">
            <a:avLst/>
          </a:prstGeom>
        </p:spPr>
      </p:pic>
      <p:grpSp>
        <p:nvGrpSpPr>
          <p:cNvPr id="8" name="Group 7"/>
          <p:cNvGrpSpPr/>
          <p:nvPr userDrawn="1"/>
        </p:nvGrpSpPr>
        <p:grpSpPr>
          <a:xfrm>
            <a:off x="5125591" y="2591307"/>
            <a:ext cx="3350898" cy="1413872"/>
            <a:chOff x="3134879" y="2799720"/>
            <a:chExt cx="1946161" cy="821160"/>
          </a:xfrm>
          <a:solidFill>
            <a:schemeClr val="bg1"/>
          </a:solidFill>
        </p:grpSpPr>
        <p:sp>
          <p:nvSpPr>
            <p:cNvPr id="11" name="Freeform: Shape 1"/>
            <p:cNvSpPr/>
            <p:nvPr/>
          </p:nvSpPr>
          <p:spPr>
            <a:xfrm>
              <a:off x="4808520" y="2799720"/>
              <a:ext cx="272520" cy="649800"/>
            </a:xfrm>
            <a:custGeom>
              <a:avLst/>
              <a:gdLst/>
              <a:ahLst/>
              <a:cxnLst>
                <a:cxn ang="3cd4">
                  <a:pos x="hc" y="t"/>
                </a:cxn>
                <a:cxn ang="cd2">
                  <a:pos x="l" y="vc"/>
                </a:cxn>
                <a:cxn ang="cd4">
                  <a:pos x="hc" y="b"/>
                </a:cxn>
                <a:cxn ang="0">
                  <a:pos x="r" y="vc"/>
                </a:cxn>
              </a:cxnLst>
              <a:rect l="l" t="t" r="r" b="b"/>
              <a:pathLst>
                <a:path w="758" h="1806">
                  <a:moveTo>
                    <a:pt x="242" y="829"/>
                  </a:moveTo>
                  <a:cubicBezTo>
                    <a:pt x="215" y="896"/>
                    <a:pt x="204" y="941"/>
                    <a:pt x="204" y="964"/>
                  </a:cubicBezTo>
                  <a:cubicBezTo>
                    <a:pt x="183" y="999"/>
                    <a:pt x="175" y="1070"/>
                    <a:pt x="175" y="1097"/>
                  </a:cubicBezTo>
                  <a:lnTo>
                    <a:pt x="175" y="1129"/>
                  </a:lnTo>
                  <a:lnTo>
                    <a:pt x="223" y="1208"/>
                  </a:lnTo>
                  <a:cubicBezTo>
                    <a:pt x="250" y="1245"/>
                    <a:pt x="218" y="1258"/>
                    <a:pt x="292" y="1282"/>
                  </a:cubicBezTo>
                  <a:cubicBezTo>
                    <a:pt x="318" y="1282"/>
                    <a:pt x="340" y="1261"/>
                    <a:pt x="353" y="1221"/>
                  </a:cubicBezTo>
                  <a:lnTo>
                    <a:pt x="353" y="1208"/>
                  </a:lnTo>
                  <a:cubicBezTo>
                    <a:pt x="353" y="1113"/>
                    <a:pt x="387" y="978"/>
                    <a:pt x="419" y="888"/>
                  </a:cubicBezTo>
                  <a:cubicBezTo>
                    <a:pt x="419" y="845"/>
                    <a:pt x="456" y="718"/>
                    <a:pt x="588" y="406"/>
                  </a:cubicBezTo>
                  <a:cubicBezTo>
                    <a:pt x="588" y="371"/>
                    <a:pt x="618" y="308"/>
                    <a:pt x="678" y="210"/>
                  </a:cubicBezTo>
                  <a:cubicBezTo>
                    <a:pt x="729" y="125"/>
                    <a:pt x="742" y="138"/>
                    <a:pt x="758" y="128"/>
                  </a:cubicBezTo>
                  <a:lnTo>
                    <a:pt x="758" y="80"/>
                  </a:lnTo>
                  <a:lnTo>
                    <a:pt x="739" y="61"/>
                  </a:lnTo>
                  <a:cubicBezTo>
                    <a:pt x="739" y="61"/>
                    <a:pt x="721" y="43"/>
                    <a:pt x="671" y="22"/>
                  </a:cubicBezTo>
                  <a:cubicBezTo>
                    <a:pt x="671" y="22"/>
                    <a:pt x="620" y="0"/>
                    <a:pt x="604" y="0"/>
                  </a:cubicBezTo>
                  <a:cubicBezTo>
                    <a:pt x="588" y="0"/>
                    <a:pt x="557" y="32"/>
                    <a:pt x="530" y="93"/>
                  </a:cubicBezTo>
                  <a:close/>
                  <a:moveTo>
                    <a:pt x="14" y="1738"/>
                  </a:moveTo>
                  <a:cubicBezTo>
                    <a:pt x="14" y="1772"/>
                    <a:pt x="-18" y="1783"/>
                    <a:pt x="16" y="1806"/>
                  </a:cubicBezTo>
                  <a:lnTo>
                    <a:pt x="77" y="1806"/>
                  </a:lnTo>
                  <a:cubicBezTo>
                    <a:pt x="144" y="1775"/>
                    <a:pt x="167" y="1716"/>
                    <a:pt x="252" y="1528"/>
                  </a:cubicBezTo>
                  <a:lnTo>
                    <a:pt x="252" y="1486"/>
                  </a:lnTo>
                  <a:cubicBezTo>
                    <a:pt x="252" y="1460"/>
                    <a:pt x="273" y="1446"/>
                    <a:pt x="218" y="1412"/>
                  </a:cubicBezTo>
                  <a:lnTo>
                    <a:pt x="202" y="1412"/>
                  </a:lnTo>
                  <a:cubicBezTo>
                    <a:pt x="93" y="1409"/>
                    <a:pt x="67" y="1465"/>
                    <a:pt x="14" y="168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2" name="Freeform: Shape 2"/>
            <p:cNvSpPr/>
            <p:nvPr/>
          </p:nvSpPr>
          <p:spPr>
            <a:xfrm>
              <a:off x="4087080" y="2872440"/>
              <a:ext cx="154080" cy="576360"/>
            </a:xfrm>
            <a:custGeom>
              <a:avLst/>
              <a:gdLst/>
              <a:ahLst/>
              <a:cxnLst>
                <a:cxn ang="3cd4">
                  <a:pos x="hc" y="t"/>
                </a:cxn>
                <a:cxn ang="cd2">
                  <a:pos x="l" y="vc"/>
                </a:cxn>
                <a:cxn ang="cd4">
                  <a:pos x="hc" y="b"/>
                </a:cxn>
                <a:cxn ang="0">
                  <a:pos x="r" y="vc"/>
                </a:cxn>
              </a:cxnLst>
              <a:rect l="l" t="t" r="r" b="b"/>
              <a:pathLst>
                <a:path w="429" h="1602">
                  <a:moveTo>
                    <a:pt x="244" y="1533"/>
                  </a:moveTo>
                  <a:cubicBezTo>
                    <a:pt x="209" y="1533"/>
                    <a:pt x="199" y="1483"/>
                    <a:pt x="183" y="1329"/>
                  </a:cubicBezTo>
                  <a:cubicBezTo>
                    <a:pt x="201" y="1064"/>
                    <a:pt x="223" y="884"/>
                    <a:pt x="241" y="789"/>
                  </a:cubicBezTo>
                  <a:cubicBezTo>
                    <a:pt x="323" y="384"/>
                    <a:pt x="307" y="458"/>
                    <a:pt x="366" y="320"/>
                  </a:cubicBezTo>
                  <a:cubicBezTo>
                    <a:pt x="424" y="180"/>
                    <a:pt x="429" y="161"/>
                    <a:pt x="429" y="119"/>
                  </a:cubicBezTo>
                  <a:cubicBezTo>
                    <a:pt x="429" y="71"/>
                    <a:pt x="376" y="32"/>
                    <a:pt x="268" y="0"/>
                  </a:cubicBezTo>
                  <a:lnTo>
                    <a:pt x="260" y="0"/>
                  </a:lnTo>
                  <a:lnTo>
                    <a:pt x="257" y="2"/>
                  </a:lnTo>
                  <a:cubicBezTo>
                    <a:pt x="257" y="2"/>
                    <a:pt x="254" y="5"/>
                    <a:pt x="241" y="63"/>
                  </a:cubicBezTo>
                  <a:lnTo>
                    <a:pt x="209" y="201"/>
                  </a:lnTo>
                  <a:cubicBezTo>
                    <a:pt x="130" y="535"/>
                    <a:pt x="127" y="564"/>
                    <a:pt x="109" y="614"/>
                  </a:cubicBezTo>
                  <a:cubicBezTo>
                    <a:pt x="-8" y="1138"/>
                    <a:pt x="0" y="1213"/>
                    <a:pt x="0" y="1340"/>
                  </a:cubicBezTo>
                  <a:cubicBezTo>
                    <a:pt x="5" y="1385"/>
                    <a:pt x="27" y="1432"/>
                    <a:pt x="66" y="1483"/>
                  </a:cubicBezTo>
                  <a:cubicBezTo>
                    <a:pt x="146" y="1562"/>
                    <a:pt x="212" y="1602"/>
                    <a:pt x="257" y="160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3" name="Freeform: Shape 3"/>
            <p:cNvSpPr/>
            <p:nvPr/>
          </p:nvSpPr>
          <p:spPr>
            <a:xfrm>
              <a:off x="4207680" y="2985839"/>
              <a:ext cx="156240" cy="463320"/>
            </a:xfrm>
            <a:custGeom>
              <a:avLst/>
              <a:gdLst/>
              <a:ahLst/>
              <a:cxnLst>
                <a:cxn ang="3cd4">
                  <a:pos x="hc" y="t"/>
                </a:cxn>
                <a:cxn ang="cd2">
                  <a:pos x="l" y="vc"/>
                </a:cxn>
                <a:cxn ang="cd4">
                  <a:pos x="hc" y="b"/>
                </a:cxn>
                <a:cxn ang="0">
                  <a:pos x="r" y="vc"/>
                </a:cxn>
              </a:cxnLst>
              <a:rect l="l" t="t" r="r" b="b"/>
              <a:pathLst>
                <a:path w="435" h="1288">
                  <a:moveTo>
                    <a:pt x="270" y="204"/>
                  </a:moveTo>
                  <a:lnTo>
                    <a:pt x="294" y="212"/>
                  </a:lnTo>
                  <a:cubicBezTo>
                    <a:pt x="331" y="206"/>
                    <a:pt x="379" y="164"/>
                    <a:pt x="435" y="82"/>
                  </a:cubicBezTo>
                  <a:lnTo>
                    <a:pt x="432" y="71"/>
                  </a:lnTo>
                  <a:cubicBezTo>
                    <a:pt x="429" y="45"/>
                    <a:pt x="395" y="21"/>
                    <a:pt x="329" y="0"/>
                  </a:cubicBezTo>
                  <a:lnTo>
                    <a:pt x="321" y="0"/>
                  </a:lnTo>
                  <a:cubicBezTo>
                    <a:pt x="302" y="3"/>
                    <a:pt x="284" y="69"/>
                    <a:pt x="270" y="204"/>
                  </a:cubicBezTo>
                  <a:close/>
                  <a:moveTo>
                    <a:pt x="210" y="1218"/>
                  </a:moveTo>
                  <a:lnTo>
                    <a:pt x="199" y="1189"/>
                  </a:lnTo>
                  <a:cubicBezTo>
                    <a:pt x="194" y="1048"/>
                    <a:pt x="194" y="956"/>
                    <a:pt x="204" y="913"/>
                  </a:cubicBezTo>
                  <a:lnTo>
                    <a:pt x="194" y="884"/>
                  </a:lnTo>
                  <a:cubicBezTo>
                    <a:pt x="191" y="829"/>
                    <a:pt x="196" y="800"/>
                    <a:pt x="207" y="800"/>
                  </a:cubicBezTo>
                  <a:cubicBezTo>
                    <a:pt x="220" y="712"/>
                    <a:pt x="236" y="662"/>
                    <a:pt x="249" y="651"/>
                  </a:cubicBezTo>
                  <a:cubicBezTo>
                    <a:pt x="255" y="590"/>
                    <a:pt x="286" y="511"/>
                    <a:pt x="347" y="413"/>
                  </a:cubicBezTo>
                  <a:cubicBezTo>
                    <a:pt x="345" y="381"/>
                    <a:pt x="281" y="341"/>
                    <a:pt x="165" y="291"/>
                  </a:cubicBezTo>
                  <a:cubicBezTo>
                    <a:pt x="133" y="294"/>
                    <a:pt x="106" y="360"/>
                    <a:pt x="82" y="484"/>
                  </a:cubicBezTo>
                  <a:cubicBezTo>
                    <a:pt x="16" y="768"/>
                    <a:pt x="-10" y="969"/>
                    <a:pt x="3" y="1086"/>
                  </a:cubicBezTo>
                  <a:cubicBezTo>
                    <a:pt x="14" y="1168"/>
                    <a:pt x="24" y="1207"/>
                    <a:pt x="40" y="1207"/>
                  </a:cubicBezTo>
                  <a:cubicBezTo>
                    <a:pt x="96" y="1268"/>
                    <a:pt x="157" y="1295"/>
                    <a:pt x="225" y="1287"/>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4" name="Freeform: Shape 4"/>
            <p:cNvSpPr/>
            <p:nvPr/>
          </p:nvSpPr>
          <p:spPr>
            <a:xfrm>
              <a:off x="4357800" y="3039120"/>
              <a:ext cx="329400" cy="409680"/>
            </a:xfrm>
            <a:custGeom>
              <a:avLst/>
              <a:gdLst/>
              <a:ahLst/>
              <a:cxnLst>
                <a:cxn ang="3cd4">
                  <a:pos x="hc" y="t"/>
                </a:cxn>
                <a:cxn ang="cd2">
                  <a:pos x="l" y="vc"/>
                </a:cxn>
                <a:cxn ang="cd4">
                  <a:pos x="hc" y="b"/>
                </a:cxn>
                <a:cxn ang="0">
                  <a:pos x="r" y="vc"/>
                </a:cxn>
              </a:cxnLst>
              <a:rect l="l" t="t" r="r" b="b"/>
              <a:pathLst>
                <a:path w="916" h="1139">
                  <a:moveTo>
                    <a:pt x="871" y="172"/>
                  </a:moveTo>
                  <a:cubicBezTo>
                    <a:pt x="900" y="141"/>
                    <a:pt x="916" y="114"/>
                    <a:pt x="916" y="95"/>
                  </a:cubicBezTo>
                  <a:cubicBezTo>
                    <a:pt x="916" y="37"/>
                    <a:pt x="892" y="5"/>
                    <a:pt x="795" y="0"/>
                  </a:cubicBezTo>
                  <a:cubicBezTo>
                    <a:pt x="773" y="0"/>
                    <a:pt x="736" y="35"/>
                    <a:pt x="683" y="106"/>
                  </a:cubicBezTo>
                  <a:cubicBezTo>
                    <a:pt x="644" y="252"/>
                    <a:pt x="599" y="350"/>
                    <a:pt x="543" y="403"/>
                  </a:cubicBezTo>
                  <a:cubicBezTo>
                    <a:pt x="456" y="596"/>
                    <a:pt x="389" y="723"/>
                    <a:pt x="344" y="781"/>
                  </a:cubicBezTo>
                  <a:cubicBezTo>
                    <a:pt x="331" y="832"/>
                    <a:pt x="318" y="858"/>
                    <a:pt x="307" y="858"/>
                  </a:cubicBezTo>
                  <a:lnTo>
                    <a:pt x="305" y="858"/>
                  </a:lnTo>
                  <a:cubicBezTo>
                    <a:pt x="305" y="858"/>
                    <a:pt x="302" y="858"/>
                    <a:pt x="299" y="773"/>
                  </a:cubicBezTo>
                  <a:lnTo>
                    <a:pt x="294" y="569"/>
                  </a:lnTo>
                  <a:lnTo>
                    <a:pt x="302" y="498"/>
                  </a:lnTo>
                  <a:lnTo>
                    <a:pt x="286" y="416"/>
                  </a:lnTo>
                  <a:lnTo>
                    <a:pt x="294" y="397"/>
                  </a:lnTo>
                  <a:lnTo>
                    <a:pt x="278" y="363"/>
                  </a:lnTo>
                  <a:lnTo>
                    <a:pt x="286" y="339"/>
                  </a:lnTo>
                  <a:lnTo>
                    <a:pt x="286" y="334"/>
                  </a:lnTo>
                  <a:cubicBezTo>
                    <a:pt x="286" y="286"/>
                    <a:pt x="207" y="249"/>
                    <a:pt x="45" y="220"/>
                  </a:cubicBezTo>
                  <a:cubicBezTo>
                    <a:pt x="24" y="225"/>
                    <a:pt x="11" y="236"/>
                    <a:pt x="0" y="249"/>
                  </a:cubicBezTo>
                  <a:lnTo>
                    <a:pt x="0" y="260"/>
                  </a:lnTo>
                  <a:cubicBezTo>
                    <a:pt x="29" y="260"/>
                    <a:pt x="53" y="474"/>
                    <a:pt x="74" y="906"/>
                  </a:cubicBezTo>
                  <a:cubicBezTo>
                    <a:pt x="74" y="993"/>
                    <a:pt x="93" y="1049"/>
                    <a:pt x="133" y="1073"/>
                  </a:cubicBezTo>
                  <a:cubicBezTo>
                    <a:pt x="170" y="1115"/>
                    <a:pt x="215" y="1139"/>
                    <a:pt x="273" y="1139"/>
                  </a:cubicBezTo>
                  <a:lnTo>
                    <a:pt x="302" y="1139"/>
                  </a:lnTo>
                  <a:lnTo>
                    <a:pt x="305" y="1136"/>
                  </a:lnTo>
                  <a:cubicBezTo>
                    <a:pt x="305" y="1136"/>
                    <a:pt x="307" y="1134"/>
                    <a:pt x="342" y="1054"/>
                  </a:cubicBezTo>
                  <a:lnTo>
                    <a:pt x="432" y="848"/>
                  </a:lnTo>
                  <a:cubicBezTo>
                    <a:pt x="516" y="667"/>
                    <a:pt x="569" y="564"/>
                    <a:pt x="593" y="540"/>
                  </a:cubicBezTo>
                  <a:cubicBezTo>
                    <a:pt x="620" y="474"/>
                    <a:pt x="641" y="440"/>
                    <a:pt x="652" y="434"/>
                  </a:cubicBezTo>
                  <a:lnTo>
                    <a:pt x="654" y="434"/>
                  </a:lnTo>
                  <a:cubicBezTo>
                    <a:pt x="654" y="434"/>
                    <a:pt x="657" y="434"/>
                    <a:pt x="712" y="36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5" name="Freeform: Shape 5"/>
            <p:cNvSpPr/>
            <p:nvPr/>
          </p:nvSpPr>
          <p:spPr>
            <a:xfrm>
              <a:off x="4606560" y="3069719"/>
              <a:ext cx="235080" cy="380880"/>
            </a:xfrm>
            <a:custGeom>
              <a:avLst/>
              <a:gdLst/>
              <a:ahLst/>
              <a:cxnLst>
                <a:cxn ang="3cd4">
                  <a:pos x="hc" y="t"/>
                </a:cxn>
                <a:cxn ang="cd2">
                  <a:pos x="l" y="vc"/>
                </a:cxn>
                <a:cxn ang="cd4">
                  <a:pos x="hc" y="b"/>
                </a:cxn>
                <a:cxn ang="0">
                  <a:pos x="r" y="vc"/>
                </a:cxn>
              </a:cxnLst>
              <a:rect l="l" t="t" r="r" b="b"/>
              <a:pathLst>
                <a:path w="654" h="1059">
                  <a:moveTo>
                    <a:pt x="337" y="53"/>
                  </a:moveTo>
                  <a:cubicBezTo>
                    <a:pt x="276" y="108"/>
                    <a:pt x="233" y="167"/>
                    <a:pt x="204" y="230"/>
                  </a:cubicBezTo>
                  <a:lnTo>
                    <a:pt x="201" y="233"/>
                  </a:lnTo>
                  <a:cubicBezTo>
                    <a:pt x="201" y="233"/>
                    <a:pt x="199" y="236"/>
                    <a:pt x="183" y="262"/>
                  </a:cubicBezTo>
                  <a:lnTo>
                    <a:pt x="125" y="368"/>
                  </a:lnTo>
                  <a:cubicBezTo>
                    <a:pt x="43" y="564"/>
                    <a:pt x="0" y="710"/>
                    <a:pt x="0" y="808"/>
                  </a:cubicBezTo>
                  <a:lnTo>
                    <a:pt x="0" y="826"/>
                  </a:lnTo>
                  <a:cubicBezTo>
                    <a:pt x="0" y="861"/>
                    <a:pt x="21" y="900"/>
                    <a:pt x="66" y="945"/>
                  </a:cubicBezTo>
                  <a:cubicBezTo>
                    <a:pt x="109" y="1019"/>
                    <a:pt x="159" y="1059"/>
                    <a:pt x="220" y="1059"/>
                  </a:cubicBezTo>
                  <a:cubicBezTo>
                    <a:pt x="268" y="1049"/>
                    <a:pt x="294" y="1038"/>
                    <a:pt x="294" y="1030"/>
                  </a:cubicBezTo>
                  <a:cubicBezTo>
                    <a:pt x="339" y="998"/>
                    <a:pt x="360" y="977"/>
                    <a:pt x="360" y="964"/>
                  </a:cubicBezTo>
                  <a:cubicBezTo>
                    <a:pt x="432" y="874"/>
                    <a:pt x="477" y="800"/>
                    <a:pt x="501" y="739"/>
                  </a:cubicBezTo>
                  <a:lnTo>
                    <a:pt x="501" y="733"/>
                  </a:lnTo>
                  <a:lnTo>
                    <a:pt x="485" y="720"/>
                  </a:lnTo>
                  <a:lnTo>
                    <a:pt x="469" y="733"/>
                  </a:lnTo>
                  <a:cubicBezTo>
                    <a:pt x="392" y="845"/>
                    <a:pt x="310" y="924"/>
                    <a:pt x="220" y="972"/>
                  </a:cubicBezTo>
                  <a:cubicBezTo>
                    <a:pt x="204" y="972"/>
                    <a:pt x="191" y="961"/>
                    <a:pt x="183" y="943"/>
                  </a:cubicBezTo>
                  <a:cubicBezTo>
                    <a:pt x="183" y="813"/>
                    <a:pt x="233" y="641"/>
                    <a:pt x="331" y="421"/>
                  </a:cubicBezTo>
                  <a:lnTo>
                    <a:pt x="382" y="424"/>
                  </a:lnTo>
                  <a:cubicBezTo>
                    <a:pt x="382" y="424"/>
                    <a:pt x="411" y="426"/>
                    <a:pt x="440" y="416"/>
                  </a:cubicBezTo>
                  <a:lnTo>
                    <a:pt x="530" y="379"/>
                  </a:lnTo>
                  <a:cubicBezTo>
                    <a:pt x="588" y="349"/>
                    <a:pt x="628" y="299"/>
                    <a:pt x="654" y="230"/>
                  </a:cubicBezTo>
                  <a:lnTo>
                    <a:pt x="654" y="159"/>
                  </a:lnTo>
                  <a:cubicBezTo>
                    <a:pt x="646" y="111"/>
                    <a:pt x="577" y="58"/>
                    <a:pt x="448" y="0"/>
                  </a:cubicBezTo>
                  <a:lnTo>
                    <a:pt x="411" y="0"/>
                  </a:lnTo>
                  <a:close/>
                  <a:moveTo>
                    <a:pt x="374" y="349"/>
                  </a:moveTo>
                  <a:cubicBezTo>
                    <a:pt x="453" y="244"/>
                    <a:pt x="506" y="191"/>
                    <a:pt x="535" y="191"/>
                  </a:cubicBezTo>
                  <a:lnTo>
                    <a:pt x="543" y="191"/>
                  </a:lnTo>
                  <a:lnTo>
                    <a:pt x="551" y="196"/>
                  </a:lnTo>
                  <a:cubicBezTo>
                    <a:pt x="498" y="310"/>
                    <a:pt x="448" y="368"/>
                    <a:pt x="405" y="368"/>
                  </a:cubicBezTo>
                  <a:lnTo>
                    <a:pt x="376" y="355"/>
                  </a:lnTo>
                  <a:lnTo>
                    <a:pt x="376" y="34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6" name="Freeform: Shape 6"/>
            <p:cNvSpPr/>
            <p:nvPr/>
          </p:nvSpPr>
          <p:spPr>
            <a:xfrm>
              <a:off x="3134879" y="3188520"/>
              <a:ext cx="231120" cy="259920"/>
            </a:xfrm>
            <a:custGeom>
              <a:avLst/>
              <a:gdLst/>
              <a:ahLst/>
              <a:cxnLst>
                <a:cxn ang="3cd4">
                  <a:pos x="hc" y="t"/>
                </a:cxn>
                <a:cxn ang="cd2">
                  <a:pos x="l" y="vc"/>
                </a:cxn>
                <a:cxn ang="cd4">
                  <a:pos x="hc" y="b"/>
                </a:cxn>
                <a:cxn ang="0">
                  <a:pos x="r" y="vc"/>
                </a:cxn>
              </a:cxnLst>
              <a:rect l="l" t="t" r="r" b="b"/>
              <a:pathLst>
                <a:path w="643" h="723">
                  <a:moveTo>
                    <a:pt x="495" y="442"/>
                  </a:moveTo>
                  <a:cubicBezTo>
                    <a:pt x="490" y="495"/>
                    <a:pt x="455" y="598"/>
                    <a:pt x="339" y="598"/>
                  </a:cubicBezTo>
                  <a:cubicBezTo>
                    <a:pt x="233" y="598"/>
                    <a:pt x="151" y="522"/>
                    <a:pt x="151" y="363"/>
                  </a:cubicBezTo>
                  <a:cubicBezTo>
                    <a:pt x="151" y="220"/>
                    <a:pt x="222" y="127"/>
                    <a:pt x="339" y="127"/>
                  </a:cubicBezTo>
                  <a:cubicBezTo>
                    <a:pt x="434" y="127"/>
                    <a:pt x="482" y="199"/>
                    <a:pt x="490" y="249"/>
                  </a:cubicBezTo>
                  <a:lnTo>
                    <a:pt x="635" y="249"/>
                  </a:lnTo>
                  <a:cubicBezTo>
                    <a:pt x="627" y="161"/>
                    <a:pt x="559" y="0"/>
                    <a:pt x="339" y="0"/>
                  </a:cubicBezTo>
                  <a:cubicBezTo>
                    <a:pt x="130" y="0"/>
                    <a:pt x="0" y="156"/>
                    <a:pt x="0" y="360"/>
                  </a:cubicBezTo>
                  <a:cubicBezTo>
                    <a:pt x="0" y="577"/>
                    <a:pt x="140" y="723"/>
                    <a:pt x="339" y="723"/>
                  </a:cubicBezTo>
                  <a:cubicBezTo>
                    <a:pt x="566" y="723"/>
                    <a:pt x="638" y="537"/>
                    <a:pt x="643" y="439"/>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7" name="Freeform: Shape 7"/>
            <p:cNvSpPr/>
            <p:nvPr/>
          </p:nvSpPr>
          <p:spPr>
            <a:xfrm>
              <a:off x="3390120" y="3194280"/>
              <a:ext cx="52200" cy="44280"/>
            </a:xfrm>
            <a:custGeom>
              <a:avLst/>
              <a:gdLst/>
              <a:ahLst/>
              <a:cxnLst>
                <a:cxn ang="3cd4">
                  <a:pos x="hc" y="t"/>
                </a:cxn>
                <a:cxn ang="cd2">
                  <a:pos x="l" y="vc"/>
                </a:cxn>
                <a:cxn ang="cd4">
                  <a:pos x="hc" y="b"/>
                </a:cxn>
                <a:cxn ang="0">
                  <a:pos x="r" y="vc"/>
                </a:cxn>
              </a:cxnLst>
              <a:rect l="l" t="t" r="r" b="b"/>
              <a:pathLst>
                <a:path w="146" h="124">
                  <a:moveTo>
                    <a:pt x="73" y="124"/>
                  </a:moveTo>
                  <a:lnTo>
                    <a:pt x="0" y="124"/>
                  </a:lnTo>
                  <a:lnTo>
                    <a:pt x="0" y="0"/>
                  </a:lnTo>
                  <a:lnTo>
                    <a:pt x="146" y="0"/>
                  </a:lnTo>
                  <a:lnTo>
                    <a:pt x="146" y="12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8" name="Freeform: Shape 8"/>
            <p:cNvSpPr/>
            <p:nvPr/>
          </p:nvSpPr>
          <p:spPr>
            <a:xfrm>
              <a:off x="3390120" y="3262680"/>
              <a:ext cx="52200" cy="180000"/>
            </a:xfrm>
            <a:custGeom>
              <a:avLst/>
              <a:gdLst/>
              <a:ahLst/>
              <a:cxnLst>
                <a:cxn ang="3cd4">
                  <a:pos x="hc" y="t"/>
                </a:cxn>
                <a:cxn ang="cd2">
                  <a:pos x="l" y="vc"/>
                </a:cxn>
                <a:cxn ang="cd4">
                  <a:pos x="hc" y="b"/>
                </a:cxn>
                <a:cxn ang="0">
                  <a:pos x="r" y="vc"/>
                </a:cxn>
              </a:cxnLst>
              <a:rect l="l" t="t" r="r" b="b"/>
              <a:pathLst>
                <a:path w="146" h="501">
                  <a:moveTo>
                    <a:pt x="73" y="501"/>
                  </a:moveTo>
                  <a:lnTo>
                    <a:pt x="0" y="501"/>
                  </a:lnTo>
                  <a:lnTo>
                    <a:pt x="0" y="0"/>
                  </a:lnTo>
                  <a:lnTo>
                    <a:pt x="146" y="0"/>
                  </a:lnTo>
                  <a:lnTo>
                    <a:pt x="146" y="501"/>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Shape 9"/>
            <p:cNvSpPr/>
            <p:nvPr/>
          </p:nvSpPr>
          <p:spPr>
            <a:xfrm>
              <a:off x="3463559" y="3258000"/>
              <a:ext cx="171360" cy="190440"/>
            </a:xfrm>
            <a:custGeom>
              <a:avLst/>
              <a:gdLst/>
              <a:ahLst/>
              <a:cxnLst>
                <a:cxn ang="3cd4">
                  <a:pos x="hc" y="t"/>
                </a:cxn>
                <a:cxn ang="cd2">
                  <a:pos x="l" y="vc"/>
                </a:cxn>
                <a:cxn ang="cd4">
                  <a:pos x="hc" y="b"/>
                </a:cxn>
                <a:cxn ang="0">
                  <a:pos x="r" y="vc"/>
                </a:cxn>
              </a:cxnLst>
              <a:rect l="l" t="t" r="r" b="b"/>
              <a:pathLst>
                <a:path w="477" h="530">
                  <a:moveTo>
                    <a:pt x="16" y="146"/>
                  </a:moveTo>
                  <a:cubicBezTo>
                    <a:pt x="16" y="252"/>
                    <a:pt x="109" y="284"/>
                    <a:pt x="162" y="297"/>
                  </a:cubicBezTo>
                  <a:cubicBezTo>
                    <a:pt x="175" y="299"/>
                    <a:pt x="212" y="310"/>
                    <a:pt x="225" y="313"/>
                  </a:cubicBezTo>
                  <a:cubicBezTo>
                    <a:pt x="278" y="326"/>
                    <a:pt x="326" y="337"/>
                    <a:pt x="326" y="379"/>
                  </a:cubicBezTo>
                  <a:cubicBezTo>
                    <a:pt x="326" y="408"/>
                    <a:pt x="294" y="432"/>
                    <a:pt x="236" y="432"/>
                  </a:cubicBezTo>
                  <a:cubicBezTo>
                    <a:pt x="178" y="432"/>
                    <a:pt x="143" y="403"/>
                    <a:pt x="138" y="352"/>
                  </a:cubicBezTo>
                  <a:lnTo>
                    <a:pt x="0" y="352"/>
                  </a:lnTo>
                  <a:cubicBezTo>
                    <a:pt x="6" y="405"/>
                    <a:pt x="35" y="530"/>
                    <a:pt x="236" y="530"/>
                  </a:cubicBezTo>
                  <a:cubicBezTo>
                    <a:pt x="424" y="530"/>
                    <a:pt x="477" y="427"/>
                    <a:pt x="477" y="368"/>
                  </a:cubicBezTo>
                  <a:cubicBezTo>
                    <a:pt x="477" y="302"/>
                    <a:pt x="435" y="246"/>
                    <a:pt x="310" y="215"/>
                  </a:cubicBezTo>
                  <a:cubicBezTo>
                    <a:pt x="302" y="212"/>
                    <a:pt x="262" y="204"/>
                    <a:pt x="247" y="199"/>
                  </a:cubicBezTo>
                  <a:cubicBezTo>
                    <a:pt x="183" y="183"/>
                    <a:pt x="165" y="172"/>
                    <a:pt x="165" y="141"/>
                  </a:cubicBezTo>
                  <a:cubicBezTo>
                    <a:pt x="165" y="111"/>
                    <a:pt x="196" y="98"/>
                    <a:pt x="231" y="98"/>
                  </a:cubicBezTo>
                  <a:cubicBezTo>
                    <a:pt x="310" y="98"/>
                    <a:pt x="326" y="138"/>
                    <a:pt x="326" y="162"/>
                  </a:cubicBezTo>
                  <a:lnTo>
                    <a:pt x="464" y="162"/>
                  </a:lnTo>
                  <a:cubicBezTo>
                    <a:pt x="464" y="109"/>
                    <a:pt x="427" y="0"/>
                    <a:pt x="231" y="0"/>
                  </a:cubicBezTo>
                  <a:cubicBezTo>
                    <a:pt x="74" y="0"/>
                    <a:pt x="16" y="80"/>
                    <a:pt x="16" y="146"/>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0" name="Freeform: Shape 10"/>
            <p:cNvSpPr/>
            <p:nvPr/>
          </p:nvSpPr>
          <p:spPr>
            <a:xfrm>
              <a:off x="3647520" y="3258000"/>
              <a:ext cx="184680" cy="190440"/>
            </a:xfrm>
            <a:custGeom>
              <a:avLst/>
              <a:gdLst/>
              <a:ahLst/>
              <a:cxnLst>
                <a:cxn ang="3cd4">
                  <a:pos x="hc" y="t"/>
                </a:cxn>
                <a:cxn ang="cd2">
                  <a:pos x="l" y="vc"/>
                </a:cxn>
                <a:cxn ang="cd4">
                  <a:pos x="hc" y="b"/>
                </a:cxn>
                <a:cxn ang="0">
                  <a:pos x="r" y="vc"/>
                </a:cxn>
              </a:cxnLst>
              <a:rect l="l" t="t" r="r" b="b"/>
              <a:pathLst>
                <a:path w="514" h="530">
                  <a:moveTo>
                    <a:pt x="376" y="331"/>
                  </a:moveTo>
                  <a:cubicBezTo>
                    <a:pt x="366" y="379"/>
                    <a:pt x="334" y="424"/>
                    <a:pt x="270" y="424"/>
                  </a:cubicBezTo>
                  <a:cubicBezTo>
                    <a:pt x="191" y="424"/>
                    <a:pt x="151" y="355"/>
                    <a:pt x="151" y="265"/>
                  </a:cubicBezTo>
                  <a:cubicBezTo>
                    <a:pt x="151" y="196"/>
                    <a:pt x="178" y="103"/>
                    <a:pt x="270" y="103"/>
                  </a:cubicBezTo>
                  <a:cubicBezTo>
                    <a:pt x="329" y="103"/>
                    <a:pt x="363" y="143"/>
                    <a:pt x="371" y="188"/>
                  </a:cubicBezTo>
                  <a:lnTo>
                    <a:pt x="511" y="188"/>
                  </a:lnTo>
                  <a:cubicBezTo>
                    <a:pt x="503" y="109"/>
                    <a:pt x="445" y="0"/>
                    <a:pt x="268" y="0"/>
                  </a:cubicBezTo>
                  <a:cubicBezTo>
                    <a:pt x="112" y="0"/>
                    <a:pt x="0" y="103"/>
                    <a:pt x="0" y="265"/>
                  </a:cubicBezTo>
                  <a:cubicBezTo>
                    <a:pt x="0" y="427"/>
                    <a:pt x="109" y="530"/>
                    <a:pt x="268" y="530"/>
                  </a:cubicBezTo>
                  <a:cubicBezTo>
                    <a:pt x="453" y="530"/>
                    <a:pt x="506" y="413"/>
                    <a:pt x="514" y="334"/>
                  </a:cubicBezTo>
                  <a:lnTo>
                    <a:pt x="376" y="33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1" name="Freeform: Shape 11"/>
            <p:cNvSpPr/>
            <p:nvPr/>
          </p:nvSpPr>
          <p:spPr>
            <a:xfrm>
              <a:off x="3847679" y="3258000"/>
              <a:ext cx="191520" cy="190440"/>
            </a:xfrm>
            <a:custGeom>
              <a:avLst/>
              <a:gdLst/>
              <a:ahLst/>
              <a:cxnLst>
                <a:cxn ang="3cd4">
                  <a:pos x="hc" y="t"/>
                </a:cxn>
                <a:cxn ang="cd2">
                  <a:pos x="l" y="vc"/>
                </a:cxn>
                <a:cxn ang="cd4">
                  <a:pos x="hc" y="b"/>
                </a:cxn>
                <a:cxn ang="0">
                  <a:pos x="r" y="vc"/>
                </a:cxn>
              </a:cxnLst>
              <a:rect l="l" t="t" r="r" b="b"/>
              <a:pathLst>
                <a:path w="533" h="530">
                  <a:moveTo>
                    <a:pt x="268" y="0"/>
                  </a:moveTo>
                  <a:cubicBezTo>
                    <a:pt x="109" y="0"/>
                    <a:pt x="0" y="103"/>
                    <a:pt x="0" y="265"/>
                  </a:cubicBezTo>
                  <a:cubicBezTo>
                    <a:pt x="0" y="427"/>
                    <a:pt x="109" y="530"/>
                    <a:pt x="268" y="530"/>
                  </a:cubicBezTo>
                  <a:cubicBezTo>
                    <a:pt x="424" y="530"/>
                    <a:pt x="533" y="429"/>
                    <a:pt x="533" y="265"/>
                  </a:cubicBezTo>
                  <a:cubicBezTo>
                    <a:pt x="533" y="98"/>
                    <a:pt x="419" y="0"/>
                    <a:pt x="268" y="0"/>
                  </a:cubicBezTo>
                  <a:close/>
                  <a:moveTo>
                    <a:pt x="265" y="424"/>
                  </a:moveTo>
                  <a:cubicBezTo>
                    <a:pt x="188" y="424"/>
                    <a:pt x="146" y="355"/>
                    <a:pt x="146" y="265"/>
                  </a:cubicBezTo>
                  <a:cubicBezTo>
                    <a:pt x="149" y="196"/>
                    <a:pt x="175" y="103"/>
                    <a:pt x="265" y="103"/>
                  </a:cubicBezTo>
                  <a:cubicBezTo>
                    <a:pt x="347" y="103"/>
                    <a:pt x="382" y="183"/>
                    <a:pt x="382" y="265"/>
                  </a:cubicBezTo>
                  <a:cubicBezTo>
                    <a:pt x="382" y="347"/>
                    <a:pt x="347" y="424"/>
                    <a:pt x="265" y="424"/>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2" name="Freeform: Shape 12"/>
            <p:cNvSpPr/>
            <p:nvPr/>
          </p:nvSpPr>
          <p:spPr>
            <a:xfrm>
              <a:off x="3137759" y="3514680"/>
              <a:ext cx="51840" cy="86400"/>
            </a:xfrm>
            <a:custGeom>
              <a:avLst/>
              <a:gdLst/>
              <a:ahLst/>
              <a:cxnLst>
                <a:cxn ang="3cd4">
                  <a:pos x="hc" y="t"/>
                </a:cxn>
                <a:cxn ang="cd2">
                  <a:pos x="l" y="vc"/>
                </a:cxn>
                <a:cxn ang="cd4">
                  <a:pos x="hc" y="b"/>
                </a:cxn>
                <a:cxn ang="0">
                  <a:pos x="r" y="vc"/>
                </a:cxn>
              </a:cxnLst>
              <a:rect l="l" t="t" r="r" b="b"/>
              <a:pathLst>
                <a:path w="145" h="241">
                  <a:moveTo>
                    <a:pt x="32" y="169"/>
                  </a:moveTo>
                  <a:cubicBezTo>
                    <a:pt x="32" y="198"/>
                    <a:pt x="47" y="211"/>
                    <a:pt x="71" y="211"/>
                  </a:cubicBezTo>
                  <a:cubicBezTo>
                    <a:pt x="95" y="211"/>
                    <a:pt x="111" y="195"/>
                    <a:pt x="111" y="166"/>
                  </a:cubicBezTo>
                  <a:lnTo>
                    <a:pt x="111" y="0"/>
                  </a:lnTo>
                  <a:lnTo>
                    <a:pt x="145" y="0"/>
                  </a:lnTo>
                  <a:lnTo>
                    <a:pt x="145" y="166"/>
                  </a:lnTo>
                  <a:cubicBezTo>
                    <a:pt x="145" y="214"/>
                    <a:pt x="119" y="241"/>
                    <a:pt x="71" y="241"/>
                  </a:cubicBezTo>
                  <a:cubicBezTo>
                    <a:pt x="29" y="241"/>
                    <a:pt x="0" y="211"/>
                    <a:pt x="0" y="169"/>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3" name="Freeform: Shape 13"/>
            <p:cNvSpPr/>
            <p:nvPr/>
          </p:nvSpPr>
          <p:spPr>
            <a:xfrm>
              <a:off x="3202560" y="3538440"/>
              <a:ext cx="50040" cy="62640"/>
            </a:xfrm>
            <a:custGeom>
              <a:avLst/>
              <a:gdLst/>
              <a:ahLst/>
              <a:cxnLst>
                <a:cxn ang="3cd4">
                  <a:pos x="hc" y="t"/>
                </a:cxn>
                <a:cxn ang="cd2">
                  <a:pos x="l" y="vc"/>
                </a:cxn>
                <a:cxn ang="cd4">
                  <a:pos x="hc" y="b"/>
                </a:cxn>
                <a:cxn ang="0">
                  <a:pos x="r" y="vc"/>
                </a:cxn>
              </a:cxnLst>
              <a:rect l="l" t="t" r="r" b="b"/>
              <a:pathLst>
                <a:path w="140" h="175">
                  <a:moveTo>
                    <a:pt x="32" y="0"/>
                  </a:moveTo>
                  <a:lnTo>
                    <a:pt x="32" y="111"/>
                  </a:lnTo>
                  <a:cubicBezTo>
                    <a:pt x="32" y="137"/>
                    <a:pt x="45" y="148"/>
                    <a:pt x="66" y="148"/>
                  </a:cubicBezTo>
                  <a:cubicBezTo>
                    <a:pt x="95" y="148"/>
                    <a:pt x="108" y="127"/>
                    <a:pt x="108" y="103"/>
                  </a:cubicBezTo>
                  <a:lnTo>
                    <a:pt x="108" y="0"/>
                  </a:lnTo>
                  <a:lnTo>
                    <a:pt x="140" y="0"/>
                  </a:lnTo>
                  <a:lnTo>
                    <a:pt x="140" y="169"/>
                  </a:lnTo>
                  <a:lnTo>
                    <a:pt x="114" y="169"/>
                  </a:lnTo>
                  <a:lnTo>
                    <a:pt x="111" y="151"/>
                  </a:lnTo>
                  <a:cubicBezTo>
                    <a:pt x="98" y="167"/>
                    <a:pt x="79" y="175"/>
                    <a:pt x="61" y="175"/>
                  </a:cubicBezTo>
                  <a:cubicBezTo>
                    <a:pt x="26" y="175"/>
                    <a:pt x="0" y="153"/>
                    <a:pt x="0" y="111"/>
                  </a:cubicBez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4" name="Freeform: Shape 14"/>
            <p:cNvSpPr/>
            <p:nvPr/>
          </p:nvSpPr>
          <p:spPr>
            <a:xfrm>
              <a:off x="3267360" y="3536280"/>
              <a:ext cx="51120" cy="62640"/>
            </a:xfrm>
            <a:custGeom>
              <a:avLst/>
              <a:gdLst/>
              <a:ahLst/>
              <a:cxnLst>
                <a:cxn ang="3cd4">
                  <a:pos x="hc" y="t"/>
                </a:cxn>
                <a:cxn ang="cd2">
                  <a:pos x="l" y="vc"/>
                </a:cxn>
                <a:cxn ang="cd4">
                  <a:pos x="hc" y="b"/>
                </a:cxn>
                <a:cxn ang="0">
                  <a:pos x="r" y="vc"/>
                </a:cxn>
              </a:cxnLst>
              <a:rect l="l" t="t" r="r" b="b"/>
              <a:pathLst>
                <a:path w="143" h="175">
                  <a:moveTo>
                    <a:pt x="0" y="6"/>
                  </a:moveTo>
                  <a:lnTo>
                    <a:pt x="26" y="6"/>
                  </a:lnTo>
                  <a:lnTo>
                    <a:pt x="29" y="27"/>
                  </a:lnTo>
                  <a:cubicBezTo>
                    <a:pt x="42" y="8"/>
                    <a:pt x="61" y="0"/>
                    <a:pt x="82" y="0"/>
                  </a:cubicBezTo>
                  <a:cubicBezTo>
                    <a:pt x="119" y="0"/>
                    <a:pt x="143" y="24"/>
                    <a:pt x="143" y="64"/>
                  </a:cubicBezTo>
                  <a:lnTo>
                    <a:pt x="143" y="175"/>
                  </a:lnTo>
                  <a:lnTo>
                    <a:pt x="111" y="175"/>
                  </a:lnTo>
                  <a:lnTo>
                    <a:pt x="111" y="64"/>
                  </a:lnTo>
                  <a:cubicBezTo>
                    <a:pt x="111" y="38"/>
                    <a:pt x="98" y="27"/>
                    <a:pt x="74" y="27"/>
                  </a:cubicBezTo>
                  <a:cubicBezTo>
                    <a:pt x="50" y="27"/>
                    <a:pt x="32" y="43"/>
                    <a:pt x="32" y="69"/>
                  </a:cubicBezTo>
                  <a:lnTo>
                    <a:pt x="32" y="175"/>
                  </a:lnTo>
                  <a:lnTo>
                    <a:pt x="0" y="175"/>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5" name="Freeform: Shape 15"/>
            <p:cNvSpPr/>
            <p:nvPr/>
          </p:nvSpPr>
          <p:spPr>
            <a:xfrm>
              <a:off x="3327479" y="3536280"/>
              <a:ext cx="57600" cy="64800"/>
            </a:xfrm>
            <a:custGeom>
              <a:avLst/>
              <a:gdLst/>
              <a:ahLst/>
              <a:cxnLst>
                <a:cxn ang="3cd4">
                  <a:pos x="hc" y="t"/>
                </a:cxn>
                <a:cxn ang="cd2">
                  <a:pos x="l" y="vc"/>
                </a:cxn>
                <a:cxn ang="cd4">
                  <a:pos x="hc" y="b"/>
                </a:cxn>
                <a:cxn ang="0">
                  <a:pos x="r" y="vc"/>
                </a:cxn>
              </a:cxnLst>
              <a:rect l="l" t="t" r="r" b="b"/>
              <a:pathLst>
                <a:path w="161" h="181">
                  <a:moveTo>
                    <a:pt x="161" y="128"/>
                  </a:moveTo>
                  <a:cubicBezTo>
                    <a:pt x="153" y="159"/>
                    <a:pt x="127" y="181"/>
                    <a:pt x="84" y="181"/>
                  </a:cubicBezTo>
                  <a:cubicBezTo>
                    <a:pt x="37" y="181"/>
                    <a:pt x="0" y="151"/>
                    <a:pt x="0" y="90"/>
                  </a:cubicBezTo>
                  <a:cubicBezTo>
                    <a:pt x="0" y="32"/>
                    <a:pt x="34" y="0"/>
                    <a:pt x="82" y="0"/>
                  </a:cubicBezTo>
                  <a:cubicBezTo>
                    <a:pt x="129" y="0"/>
                    <a:pt x="161" y="30"/>
                    <a:pt x="161" y="98"/>
                  </a:cubicBezTo>
                  <a:lnTo>
                    <a:pt x="31" y="98"/>
                  </a:lnTo>
                  <a:cubicBezTo>
                    <a:pt x="34" y="138"/>
                    <a:pt x="55" y="154"/>
                    <a:pt x="84" y="154"/>
                  </a:cubicBezTo>
                  <a:cubicBezTo>
                    <a:pt x="106" y="154"/>
                    <a:pt x="121" y="143"/>
                    <a:pt x="127" y="128"/>
                  </a:cubicBezTo>
                  <a:close/>
                  <a:moveTo>
                    <a:pt x="37" y="72"/>
                  </a:moveTo>
                  <a:lnTo>
                    <a:pt x="132" y="72"/>
                  </a:lnTo>
                  <a:cubicBezTo>
                    <a:pt x="129" y="40"/>
                    <a:pt x="111" y="24"/>
                    <a:pt x="84" y="24"/>
                  </a:cubicBezTo>
                  <a:cubicBezTo>
                    <a:pt x="61" y="27"/>
                    <a:pt x="39" y="40"/>
                    <a:pt x="37" y="7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6" name="Freeform: Shape 16"/>
            <p:cNvSpPr/>
            <p:nvPr/>
          </p:nvSpPr>
          <p:spPr>
            <a:xfrm>
              <a:off x="3429360" y="3514680"/>
              <a:ext cx="55080" cy="84240"/>
            </a:xfrm>
            <a:custGeom>
              <a:avLst/>
              <a:gdLst/>
              <a:ahLst/>
              <a:cxnLst>
                <a:cxn ang="3cd4">
                  <a:pos x="hc" y="t"/>
                </a:cxn>
                <a:cxn ang="cd2">
                  <a:pos x="l" y="vc"/>
                </a:cxn>
                <a:cxn ang="cd4">
                  <a:pos x="hc" y="b"/>
                </a:cxn>
                <a:cxn ang="0">
                  <a:pos x="r" y="vc"/>
                </a:cxn>
              </a:cxnLst>
              <a:rect l="l" t="t" r="r" b="b"/>
              <a:pathLst>
                <a:path w="154" h="235">
                  <a:moveTo>
                    <a:pt x="0" y="66"/>
                  </a:moveTo>
                  <a:cubicBezTo>
                    <a:pt x="0" y="65"/>
                    <a:pt x="0" y="64"/>
                    <a:pt x="0" y="63"/>
                  </a:cubicBezTo>
                  <a:close/>
                  <a:moveTo>
                    <a:pt x="79" y="0"/>
                  </a:moveTo>
                  <a:cubicBezTo>
                    <a:pt x="122" y="0"/>
                    <a:pt x="154" y="23"/>
                    <a:pt x="154" y="66"/>
                  </a:cubicBezTo>
                  <a:cubicBezTo>
                    <a:pt x="154" y="98"/>
                    <a:pt x="140" y="116"/>
                    <a:pt x="98" y="156"/>
                  </a:cubicBezTo>
                  <a:lnTo>
                    <a:pt x="45" y="206"/>
                  </a:lnTo>
                  <a:lnTo>
                    <a:pt x="151" y="206"/>
                  </a:lnTo>
                  <a:lnTo>
                    <a:pt x="151" y="235"/>
                  </a:lnTo>
                  <a:lnTo>
                    <a:pt x="3" y="235"/>
                  </a:lnTo>
                  <a:lnTo>
                    <a:pt x="3" y="206"/>
                  </a:lnTo>
                  <a:lnTo>
                    <a:pt x="77" y="135"/>
                  </a:lnTo>
                  <a:cubicBezTo>
                    <a:pt x="109" y="105"/>
                    <a:pt x="119" y="90"/>
                    <a:pt x="119" y="66"/>
                  </a:cubicBezTo>
                  <a:cubicBezTo>
                    <a:pt x="119" y="42"/>
                    <a:pt x="103" y="26"/>
                    <a:pt x="77" y="26"/>
                  </a:cubicBezTo>
                  <a:cubicBezTo>
                    <a:pt x="50" y="26"/>
                    <a:pt x="32" y="39"/>
                    <a:pt x="29" y="63"/>
                  </a:cubicBezTo>
                  <a:lnTo>
                    <a:pt x="0" y="63"/>
                  </a:lnTo>
                  <a:cubicBezTo>
                    <a:pt x="7" y="27"/>
                    <a:pt x="36" y="0"/>
                    <a:pt x="79"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7" name="Freeform: Shape 17"/>
            <p:cNvSpPr/>
            <p:nvPr/>
          </p:nvSpPr>
          <p:spPr>
            <a:xfrm>
              <a:off x="3497039" y="3517200"/>
              <a:ext cx="58680" cy="83880"/>
            </a:xfrm>
            <a:custGeom>
              <a:avLst/>
              <a:gdLst/>
              <a:ahLst/>
              <a:cxnLst>
                <a:cxn ang="3cd4">
                  <a:pos x="hc" y="t"/>
                </a:cxn>
                <a:cxn ang="cd2">
                  <a:pos x="l" y="vc"/>
                </a:cxn>
                <a:cxn ang="cd4">
                  <a:pos x="hc" y="b"/>
                </a:cxn>
                <a:cxn ang="0">
                  <a:pos x="r" y="vc"/>
                </a:cxn>
              </a:cxnLst>
              <a:rect l="l" t="t" r="r" b="b"/>
              <a:pathLst>
                <a:path w="164" h="234">
                  <a:moveTo>
                    <a:pt x="34" y="173"/>
                  </a:moveTo>
                  <a:cubicBezTo>
                    <a:pt x="40" y="191"/>
                    <a:pt x="56" y="207"/>
                    <a:pt x="82" y="207"/>
                  </a:cubicBezTo>
                  <a:cubicBezTo>
                    <a:pt x="111" y="207"/>
                    <a:pt x="132" y="188"/>
                    <a:pt x="132" y="154"/>
                  </a:cubicBezTo>
                  <a:cubicBezTo>
                    <a:pt x="132" y="120"/>
                    <a:pt x="114" y="101"/>
                    <a:pt x="82" y="101"/>
                  </a:cubicBezTo>
                  <a:cubicBezTo>
                    <a:pt x="66" y="101"/>
                    <a:pt x="48" y="106"/>
                    <a:pt x="37" y="122"/>
                  </a:cubicBezTo>
                  <a:lnTo>
                    <a:pt x="8" y="122"/>
                  </a:lnTo>
                  <a:lnTo>
                    <a:pt x="13" y="0"/>
                  </a:lnTo>
                  <a:lnTo>
                    <a:pt x="154" y="0"/>
                  </a:lnTo>
                  <a:lnTo>
                    <a:pt x="154" y="27"/>
                  </a:lnTo>
                  <a:lnTo>
                    <a:pt x="42" y="27"/>
                  </a:lnTo>
                  <a:lnTo>
                    <a:pt x="40" y="93"/>
                  </a:lnTo>
                  <a:cubicBezTo>
                    <a:pt x="53" y="83"/>
                    <a:pt x="69" y="77"/>
                    <a:pt x="90" y="77"/>
                  </a:cubicBezTo>
                  <a:cubicBezTo>
                    <a:pt x="130" y="77"/>
                    <a:pt x="164" y="104"/>
                    <a:pt x="164" y="154"/>
                  </a:cubicBezTo>
                  <a:cubicBezTo>
                    <a:pt x="164" y="196"/>
                    <a:pt x="135" y="234"/>
                    <a:pt x="82" y="234"/>
                  </a:cubicBezTo>
                  <a:cubicBezTo>
                    <a:pt x="34" y="234"/>
                    <a:pt x="5" y="204"/>
                    <a:pt x="0" y="17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8" name="Freeform: Shape 18"/>
            <p:cNvSpPr/>
            <p:nvPr/>
          </p:nvSpPr>
          <p:spPr>
            <a:xfrm>
              <a:off x="3570479" y="3556440"/>
              <a:ext cx="42480" cy="10080"/>
            </a:xfrm>
            <a:custGeom>
              <a:avLst/>
              <a:gdLst/>
              <a:ahLst/>
              <a:cxnLst>
                <a:cxn ang="3cd4">
                  <a:pos x="hc" y="t"/>
                </a:cxn>
                <a:cxn ang="cd2">
                  <a:pos x="l" y="vc"/>
                </a:cxn>
                <a:cxn ang="cd4">
                  <a:pos x="hc" y="b"/>
                </a:cxn>
                <a:cxn ang="0">
                  <a:pos x="r" y="vc"/>
                </a:cxn>
              </a:cxnLst>
              <a:rect l="l" t="t" r="r" b="b"/>
              <a:pathLst>
                <a:path w="119" h="29">
                  <a:moveTo>
                    <a:pt x="0" y="29"/>
                  </a:moveTo>
                  <a:lnTo>
                    <a:pt x="0" y="0"/>
                  </a:lnTo>
                  <a:lnTo>
                    <a:pt x="119" y="0"/>
                  </a:lnTo>
                  <a:lnTo>
                    <a:pt x="119" y="2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9" name="Freeform: Shape 19"/>
            <p:cNvSpPr/>
            <p:nvPr/>
          </p:nvSpPr>
          <p:spPr>
            <a:xfrm>
              <a:off x="3627720" y="3514680"/>
              <a:ext cx="54720" cy="84240"/>
            </a:xfrm>
            <a:custGeom>
              <a:avLst/>
              <a:gdLst/>
              <a:ahLst/>
              <a:cxnLst>
                <a:cxn ang="3cd4">
                  <a:pos x="hc" y="t"/>
                </a:cxn>
                <a:cxn ang="cd2">
                  <a:pos x="l" y="vc"/>
                </a:cxn>
                <a:cxn ang="cd4">
                  <a:pos x="hc" y="b"/>
                </a:cxn>
                <a:cxn ang="0">
                  <a:pos x="r" y="vc"/>
                </a:cxn>
              </a:cxnLst>
              <a:rect l="l" t="t" r="r" b="b"/>
              <a:pathLst>
                <a:path w="153" h="235">
                  <a:moveTo>
                    <a:pt x="0" y="63"/>
                  </a:moveTo>
                  <a:lnTo>
                    <a:pt x="0" y="66"/>
                  </a:lnTo>
                  <a:cubicBezTo>
                    <a:pt x="0" y="65"/>
                    <a:pt x="0" y="64"/>
                    <a:pt x="0" y="63"/>
                  </a:cubicBezTo>
                  <a:close/>
                  <a:moveTo>
                    <a:pt x="79" y="0"/>
                  </a:moveTo>
                  <a:cubicBezTo>
                    <a:pt x="122" y="0"/>
                    <a:pt x="153" y="23"/>
                    <a:pt x="153" y="66"/>
                  </a:cubicBezTo>
                  <a:cubicBezTo>
                    <a:pt x="153" y="98"/>
                    <a:pt x="140" y="116"/>
                    <a:pt x="98" y="156"/>
                  </a:cubicBezTo>
                  <a:lnTo>
                    <a:pt x="45" y="206"/>
                  </a:lnTo>
                  <a:lnTo>
                    <a:pt x="151" y="206"/>
                  </a:lnTo>
                  <a:lnTo>
                    <a:pt x="151" y="235"/>
                  </a:lnTo>
                  <a:lnTo>
                    <a:pt x="2" y="235"/>
                  </a:lnTo>
                  <a:lnTo>
                    <a:pt x="2" y="206"/>
                  </a:lnTo>
                  <a:lnTo>
                    <a:pt x="77" y="135"/>
                  </a:lnTo>
                  <a:cubicBezTo>
                    <a:pt x="108" y="105"/>
                    <a:pt x="119" y="90"/>
                    <a:pt x="119" y="66"/>
                  </a:cubicBezTo>
                  <a:cubicBezTo>
                    <a:pt x="119" y="42"/>
                    <a:pt x="103" y="26"/>
                    <a:pt x="77" y="26"/>
                  </a:cubicBezTo>
                  <a:cubicBezTo>
                    <a:pt x="50" y="26"/>
                    <a:pt x="32" y="39"/>
                    <a:pt x="29" y="63"/>
                  </a:cubicBezTo>
                  <a:lnTo>
                    <a:pt x="0" y="63"/>
                  </a:lnTo>
                  <a:cubicBezTo>
                    <a:pt x="6" y="27"/>
                    <a:pt x="35" y="0"/>
                    <a:pt x="79"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0" name="Freeform: Shape 20"/>
            <p:cNvSpPr/>
            <p:nvPr/>
          </p:nvSpPr>
          <p:spPr>
            <a:xfrm>
              <a:off x="3697200" y="3515400"/>
              <a:ext cx="55800" cy="86400"/>
            </a:xfrm>
            <a:custGeom>
              <a:avLst/>
              <a:gdLst/>
              <a:ahLst/>
              <a:cxnLst>
                <a:cxn ang="3cd4">
                  <a:pos x="hc" y="t"/>
                </a:cxn>
                <a:cxn ang="cd2">
                  <a:pos x="l" y="vc"/>
                </a:cxn>
                <a:cxn ang="cd4">
                  <a:pos x="hc" y="b"/>
                </a:cxn>
                <a:cxn ang="0">
                  <a:pos x="r" y="vc"/>
                </a:cxn>
              </a:cxnLst>
              <a:rect l="l" t="t" r="r" b="b"/>
              <a:pathLst>
                <a:path w="156" h="241">
                  <a:moveTo>
                    <a:pt x="0" y="77"/>
                  </a:moveTo>
                  <a:cubicBezTo>
                    <a:pt x="0" y="29"/>
                    <a:pt x="35" y="0"/>
                    <a:pt x="77" y="0"/>
                  </a:cubicBezTo>
                  <a:cubicBezTo>
                    <a:pt x="130" y="0"/>
                    <a:pt x="156" y="37"/>
                    <a:pt x="156" y="111"/>
                  </a:cubicBezTo>
                  <a:cubicBezTo>
                    <a:pt x="156" y="212"/>
                    <a:pt x="117" y="241"/>
                    <a:pt x="72" y="241"/>
                  </a:cubicBezTo>
                  <a:cubicBezTo>
                    <a:pt x="37" y="241"/>
                    <a:pt x="11" y="223"/>
                    <a:pt x="3" y="191"/>
                  </a:cubicBezTo>
                  <a:lnTo>
                    <a:pt x="37" y="191"/>
                  </a:lnTo>
                  <a:cubicBezTo>
                    <a:pt x="42" y="207"/>
                    <a:pt x="53" y="215"/>
                    <a:pt x="74" y="215"/>
                  </a:cubicBezTo>
                  <a:cubicBezTo>
                    <a:pt x="103" y="215"/>
                    <a:pt x="122" y="193"/>
                    <a:pt x="127" y="127"/>
                  </a:cubicBezTo>
                  <a:cubicBezTo>
                    <a:pt x="114" y="148"/>
                    <a:pt x="90" y="156"/>
                    <a:pt x="72" y="156"/>
                  </a:cubicBezTo>
                  <a:cubicBezTo>
                    <a:pt x="29" y="154"/>
                    <a:pt x="0" y="125"/>
                    <a:pt x="0" y="77"/>
                  </a:cubicBezTo>
                  <a:close/>
                  <a:moveTo>
                    <a:pt x="77" y="27"/>
                  </a:moveTo>
                  <a:cubicBezTo>
                    <a:pt x="50" y="27"/>
                    <a:pt x="32" y="45"/>
                    <a:pt x="32" y="77"/>
                  </a:cubicBezTo>
                  <a:cubicBezTo>
                    <a:pt x="32" y="111"/>
                    <a:pt x="50" y="130"/>
                    <a:pt x="77" y="130"/>
                  </a:cubicBezTo>
                  <a:cubicBezTo>
                    <a:pt x="109" y="130"/>
                    <a:pt x="122" y="106"/>
                    <a:pt x="122" y="80"/>
                  </a:cubicBezTo>
                  <a:cubicBezTo>
                    <a:pt x="125" y="45"/>
                    <a:pt x="103" y="27"/>
                    <a:pt x="77" y="27"/>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1" name="Freeform: Shape 21"/>
            <p:cNvSpPr/>
            <p:nvPr/>
          </p:nvSpPr>
          <p:spPr>
            <a:xfrm>
              <a:off x="3766680" y="3585960"/>
              <a:ext cx="15120" cy="30240"/>
            </a:xfrm>
            <a:custGeom>
              <a:avLst/>
              <a:gdLst/>
              <a:ahLst/>
              <a:cxnLst>
                <a:cxn ang="3cd4">
                  <a:pos x="hc" y="t"/>
                </a:cxn>
                <a:cxn ang="cd2">
                  <a:pos x="l" y="vc"/>
                </a:cxn>
                <a:cxn ang="cd4">
                  <a:pos x="hc" y="b"/>
                </a:cxn>
                <a:cxn ang="0">
                  <a:pos x="r" y="vc"/>
                </a:cxn>
              </a:cxnLst>
              <a:rect l="l" t="t" r="r" b="b"/>
              <a:pathLst>
                <a:path w="43" h="85">
                  <a:moveTo>
                    <a:pt x="43" y="32"/>
                  </a:moveTo>
                  <a:cubicBezTo>
                    <a:pt x="43" y="69"/>
                    <a:pt x="22" y="82"/>
                    <a:pt x="0" y="85"/>
                  </a:cubicBezTo>
                  <a:lnTo>
                    <a:pt x="0" y="69"/>
                  </a:lnTo>
                  <a:cubicBezTo>
                    <a:pt x="14" y="66"/>
                    <a:pt x="22" y="58"/>
                    <a:pt x="22" y="37"/>
                  </a:cubicBezTo>
                  <a:lnTo>
                    <a:pt x="6" y="37"/>
                  </a:lnTo>
                  <a:lnTo>
                    <a:pt x="6" y="0"/>
                  </a:lnTo>
                  <a:lnTo>
                    <a:pt x="43"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2" name="Freeform: Shape 22"/>
            <p:cNvSpPr/>
            <p:nvPr/>
          </p:nvSpPr>
          <p:spPr>
            <a:xfrm>
              <a:off x="3830759" y="3514680"/>
              <a:ext cx="54720" cy="84240"/>
            </a:xfrm>
            <a:custGeom>
              <a:avLst/>
              <a:gdLst/>
              <a:ahLst/>
              <a:cxnLst>
                <a:cxn ang="3cd4">
                  <a:pos x="hc" y="t"/>
                </a:cxn>
                <a:cxn ang="cd2">
                  <a:pos x="l" y="vc"/>
                </a:cxn>
                <a:cxn ang="cd4">
                  <a:pos x="hc" y="b"/>
                </a:cxn>
                <a:cxn ang="0">
                  <a:pos x="r" y="vc"/>
                </a:cxn>
              </a:cxnLst>
              <a:rect l="l" t="t" r="r" b="b"/>
              <a:pathLst>
                <a:path w="153" h="235">
                  <a:moveTo>
                    <a:pt x="0" y="66"/>
                  </a:moveTo>
                  <a:cubicBezTo>
                    <a:pt x="0" y="65"/>
                    <a:pt x="0" y="64"/>
                    <a:pt x="0" y="63"/>
                  </a:cubicBezTo>
                  <a:close/>
                  <a:moveTo>
                    <a:pt x="79" y="0"/>
                  </a:moveTo>
                  <a:cubicBezTo>
                    <a:pt x="122" y="0"/>
                    <a:pt x="153" y="23"/>
                    <a:pt x="153" y="66"/>
                  </a:cubicBezTo>
                  <a:cubicBezTo>
                    <a:pt x="153" y="98"/>
                    <a:pt x="140" y="116"/>
                    <a:pt x="98" y="156"/>
                  </a:cubicBezTo>
                  <a:lnTo>
                    <a:pt x="45" y="206"/>
                  </a:lnTo>
                  <a:lnTo>
                    <a:pt x="151" y="206"/>
                  </a:lnTo>
                  <a:lnTo>
                    <a:pt x="151" y="235"/>
                  </a:lnTo>
                  <a:lnTo>
                    <a:pt x="2" y="235"/>
                  </a:lnTo>
                  <a:lnTo>
                    <a:pt x="2" y="206"/>
                  </a:lnTo>
                  <a:lnTo>
                    <a:pt x="77" y="135"/>
                  </a:lnTo>
                  <a:cubicBezTo>
                    <a:pt x="108" y="105"/>
                    <a:pt x="119" y="90"/>
                    <a:pt x="119" y="66"/>
                  </a:cubicBezTo>
                  <a:cubicBezTo>
                    <a:pt x="119" y="42"/>
                    <a:pt x="103" y="26"/>
                    <a:pt x="77" y="26"/>
                  </a:cubicBezTo>
                  <a:cubicBezTo>
                    <a:pt x="50" y="26"/>
                    <a:pt x="32" y="39"/>
                    <a:pt x="29" y="63"/>
                  </a:cubicBezTo>
                  <a:lnTo>
                    <a:pt x="0" y="63"/>
                  </a:lnTo>
                  <a:cubicBezTo>
                    <a:pt x="6" y="27"/>
                    <a:pt x="35" y="0"/>
                    <a:pt x="79"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3" name="Freeform: Shape 23"/>
            <p:cNvSpPr/>
            <p:nvPr/>
          </p:nvSpPr>
          <p:spPr>
            <a:xfrm>
              <a:off x="3898440" y="3515400"/>
              <a:ext cx="58680" cy="85680"/>
            </a:xfrm>
            <a:custGeom>
              <a:avLst/>
              <a:gdLst/>
              <a:ahLst/>
              <a:cxnLst>
                <a:cxn ang="3cd4">
                  <a:pos x="hc" y="t"/>
                </a:cxn>
                <a:cxn ang="cd2">
                  <a:pos x="l" y="vc"/>
                </a:cxn>
                <a:cxn ang="cd4">
                  <a:pos x="hc" y="b"/>
                </a:cxn>
                <a:cxn ang="0">
                  <a:pos x="r" y="vc"/>
                </a:cxn>
              </a:cxnLst>
              <a:rect l="l" t="t" r="r" b="b"/>
              <a:pathLst>
                <a:path w="164" h="239">
                  <a:moveTo>
                    <a:pt x="0" y="119"/>
                  </a:moveTo>
                  <a:cubicBezTo>
                    <a:pt x="0" y="35"/>
                    <a:pt x="37" y="0"/>
                    <a:pt x="82" y="0"/>
                  </a:cubicBezTo>
                  <a:cubicBezTo>
                    <a:pt x="127" y="0"/>
                    <a:pt x="164" y="35"/>
                    <a:pt x="164" y="119"/>
                  </a:cubicBezTo>
                  <a:cubicBezTo>
                    <a:pt x="164" y="201"/>
                    <a:pt x="130" y="239"/>
                    <a:pt x="82" y="239"/>
                  </a:cubicBezTo>
                  <a:cubicBezTo>
                    <a:pt x="34" y="239"/>
                    <a:pt x="0" y="201"/>
                    <a:pt x="0" y="119"/>
                  </a:cubicBezTo>
                  <a:close/>
                  <a:moveTo>
                    <a:pt x="130" y="119"/>
                  </a:moveTo>
                  <a:cubicBezTo>
                    <a:pt x="130" y="56"/>
                    <a:pt x="113" y="27"/>
                    <a:pt x="79" y="27"/>
                  </a:cubicBezTo>
                  <a:cubicBezTo>
                    <a:pt x="44" y="27"/>
                    <a:pt x="29" y="55"/>
                    <a:pt x="29" y="119"/>
                  </a:cubicBezTo>
                  <a:cubicBezTo>
                    <a:pt x="29" y="182"/>
                    <a:pt x="45" y="215"/>
                    <a:pt x="79" y="215"/>
                  </a:cubicBezTo>
                  <a:cubicBezTo>
                    <a:pt x="114" y="212"/>
                    <a:pt x="130" y="183"/>
                    <a:pt x="130" y="119"/>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4" name="Freeform: Shape 24"/>
            <p:cNvSpPr/>
            <p:nvPr/>
          </p:nvSpPr>
          <p:spPr>
            <a:xfrm>
              <a:off x="3976560" y="3517200"/>
              <a:ext cx="30240" cy="82800"/>
            </a:xfrm>
            <a:custGeom>
              <a:avLst/>
              <a:gdLst/>
              <a:ahLst/>
              <a:cxnLst>
                <a:cxn ang="3cd4">
                  <a:pos x="hc" y="t"/>
                </a:cxn>
                <a:cxn ang="cd2">
                  <a:pos x="l" y="vc"/>
                </a:cxn>
                <a:cxn ang="cd4">
                  <a:pos x="hc" y="b"/>
                </a:cxn>
                <a:cxn ang="0">
                  <a:pos x="r" y="vc"/>
                </a:cxn>
              </a:cxnLst>
              <a:rect l="l" t="t" r="r" b="b"/>
              <a:pathLst>
                <a:path w="85" h="231">
                  <a:moveTo>
                    <a:pt x="50" y="32"/>
                  </a:moveTo>
                  <a:lnTo>
                    <a:pt x="0" y="59"/>
                  </a:lnTo>
                  <a:lnTo>
                    <a:pt x="0" y="27"/>
                  </a:lnTo>
                  <a:lnTo>
                    <a:pt x="53" y="0"/>
                  </a:lnTo>
                  <a:lnTo>
                    <a:pt x="85" y="0"/>
                  </a:lnTo>
                  <a:lnTo>
                    <a:pt x="85" y="231"/>
                  </a:lnTo>
                  <a:lnTo>
                    <a:pt x="50" y="231"/>
                  </a:lnTo>
                  <a:lnTo>
                    <a:pt x="50" y="22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5" name="Freeform: Shape 25"/>
            <p:cNvSpPr/>
            <p:nvPr/>
          </p:nvSpPr>
          <p:spPr>
            <a:xfrm>
              <a:off x="4037400" y="3516479"/>
              <a:ext cx="52200" cy="82440"/>
            </a:xfrm>
            <a:custGeom>
              <a:avLst/>
              <a:gdLst/>
              <a:ahLst/>
              <a:cxnLst>
                <a:cxn ang="3cd4">
                  <a:pos x="hc" y="t"/>
                </a:cxn>
                <a:cxn ang="cd2">
                  <a:pos x="l" y="vc"/>
                </a:cxn>
                <a:cxn ang="cd4">
                  <a:pos x="hc" y="b"/>
                </a:cxn>
                <a:cxn ang="0">
                  <a:pos x="r" y="vc"/>
                </a:cxn>
              </a:cxnLst>
              <a:rect l="l" t="t" r="r" b="b"/>
              <a:pathLst>
                <a:path w="146" h="230">
                  <a:moveTo>
                    <a:pt x="53" y="230"/>
                  </a:moveTo>
                  <a:lnTo>
                    <a:pt x="16" y="230"/>
                  </a:lnTo>
                  <a:lnTo>
                    <a:pt x="112" y="29"/>
                  </a:lnTo>
                  <a:lnTo>
                    <a:pt x="0" y="29"/>
                  </a:lnTo>
                  <a:lnTo>
                    <a:pt x="0" y="0"/>
                  </a:lnTo>
                  <a:lnTo>
                    <a:pt x="146" y="0"/>
                  </a:lnTo>
                  <a:lnTo>
                    <a:pt x="146" y="2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6" name="Freeform: Shape 26"/>
            <p:cNvSpPr/>
            <p:nvPr/>
          </p:nvSpPr>
          <p:spPr>
            <a:xfrm>
              <a:off x="4137480" y="3552480"/>
              <a:ext cx="20880" cy="18720"/>
            </a:xfrm>
            <a:custGeom>
              <a:avLst/>
              <a:gdLst/>
              <a:ahLst/>
              <a:cxnLst>
                <a:cxn ang="3cd4">
                  <a:pos x="hc" y="t"/>
                </a:cxn>
                <a:cxn ang="cd2">
                  <a:pos x="l" y="vc"/>
                </a:cxn>
                <a:cxn ang="cd4">
                  <a:pos x="hc" y="b"/>
                </a:cxn>
                <a:cxn ang="0">
                  <a:pos x="r" y="vc"/>
                </a:cxn>
              </a:cxnLst>
              <a:rect l="l" t="t" r="r" b="b"/>
              <a:pathLst>
                <a:path w="59" h="53">
                  <a:moveTo>
                    <a:pt x="0" y="53"/>
                  </a:moveTo>
                  <a:lnTo>
                    <a:pt x="0" y="0"/>
                  </a:lnTo>
                  <a:lnTo>
                    <a:pt x="59" y="0"/>
                  </a:lnTo>
                  <a:lnTo>
                    <a:pt x="59" y="5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7" name="Freeform: Shape 27"/>
            <p:cNvSpPr/>
            <p:nvPr/>
          </p:nvSpPr>
          <p:spPr>
            <a:xfrm>
              <a:off x="4205160" y="3514680"/>
              <a:ext cx="52200" cy="84240"/>
            </a:xfrm>
            <a:custGeom>
              <a:avLst/>
              <a:gdLst/>
              <a:ahLst/>
              <a:cxnLst>
                <a:cxn ang="3cd4">
                  <a:pos x="hc" y="t"/>
                </a:cxn>
                <a:cxn ang="cd2">
                  <a:pos x="l" y="vc"/>
                </a:cxn>
                <a:cxn ang="cd4">
                  <a:pos x="hc" y="b"/>
                </a:cxn>
                <a:cxn ang="0">
                  <a:pos x="r" y="vc"/>
                </a:cxn>
              </a:cxnLst>
              <a:rect l="l" t="t" r="r" b="b"/>
              <a:pathLst>
                <a:path w="146" h="235">
                  <a:moveTo>
                    <a:pt x="35" y="206"/>
                  </a:moveTo>
                  <a:lnTo>
                    <a:pt x="146" y="206"/>
                  </a:lnTo>
                  <a:lnTo>
                    <a:pt x="146" y="235"/>
                  </a:lnTo>
                  <a:lnTo>
                    <a:pt x="0" y="235"/>
                  </a:lnTo>
                  <a:lnTo>
                    <a:pt x="0" y="0"/>
                  </a:lnTo>
                  <a:lnTo>
                    <a:pt x="35"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8" name="Freeform: Shape 28"/>
            <p:cNvSpPr/>
            <p:nvPr/>
          </p:nvSpPr>
          <p:spPr>
            <a:xfrm>
              <a:off x="4264560" y="3536280"/>
              <a:ext cx="51840" cy="64800"/>
            </a:xfrm>
            <a:custGeom>
              <a:avLst/>
              <a:gdLst/>
              <a:ahLst/>
              <a:cxnLst>
                <a:cxn ang="3cd4">
                  <a:pos x="hc" y="t"/>
                </a:cxn>
                <a:cxn ang="cd2">
                  <a:pos x="l" y="vc"/>
                </a:cxn>
                <a:cxn ang="cd4">
                  <a:pos x="hc" y="b"/>
                </a:cxn>
                <a:cxn ang="0">
                  <a:pos x="r" y="vc"/>
                </a:cxn>
              </a:cxnLst>
              <a:rect l="l" t="t" r="r" b="b"/>
              <a:pathLst>
                <a:path w="145" h="181">
                  <a:moveTo>
                    <a:pt x="76" y="0"/>
                  </a:moveTo>
                  <a:cubicBezTo>
                    <a:pt x="121" y="0"/>
                    <a:pt x="145" y="24"/>
                    <a:pt x="145" y="59"/>
                  </a:cubicBezTo>
                  <a:lnTo>
                    <a:pt x="145" y="175"/>
                  </a:lnTo>
                  <a:lnTo>
                    <a:pt x="119" y="175"/>
                  </a:lnTo>
                  <a:lnTo>
                    <a:pt x="116" y="151"/>
                  </a:lnTo>
                  <a:cubicBezTo>
                    <a:pt x="106" y="167"/>
                    <a:pt x="87" y="181"/>
                    <a:pt x="58" y="181"/>
                  </a:cubicBezTo>
                  <a:cubicBezTo>
                    <a:pt x="21" y="181"/>
                    <a:pt x="0" y="159"/>
                    <a:pt x="0" y="133"/>
                  </a:cubicBezTo>
                  <a:cubicBezTo>
                    <a:pt x="0" y="101"/>
                    <a:pt x="18" y="85"/>
                    <a:pt x="63" y="77"/>
                  </a:cubicBezTo>
                  <a:lnTo>
                    <a:pt x="113" y="69"/>
                  </a:lnTo>
                  <a:lnTo>
                    <a:pt x="113" y="61"/>
                  </a:lnTo>
                  <a:cubicBezTo>
                    <a:pt x="113" y="40"/>
                    <a:pt x="100" y="30"/>
                    <a:pt x="74" y="30"/>
                  </a:cubicBezTo>
                  <a:cubicBezTo>
                    <a:pt x="50" y="30"/>
                    <a:pt x="37" y="40"/>
                    <a:pt x="37" y="56"/>
                  </a:cubicBezTo>
                  <a:lnTo>
                    <a:pt x="2" y="56"/>
                  </a:lnTo>
                  <a:lnTo>
                    <a:pt x="2" y="53"/>
                  </a:lnTo>
                  <a:cubicBezTo>
                    <a:pt x="5" y="22"/>
                    <a:pt x="34" y="0"/>
                    <a:pt x="76" y="0"/>
                  </a:cubicBezTo>
                  <a:close/>
                  <a:moveTo>
                    <a:pt x="113" y="114"/>
                  </a:moveTo>
                  <a:lnTo>
                    <a:pt x="113" y="93"/>
                  </a:lnTo>
                  <a:lnTo>
                    <a:pt x="71" y="101"/>
                  </a:lnTo>
                  <a:cubicBezTo>
                    <a:pt x="39" y="106"/>
                    <a:pt x="31" y="117"/>
                    <a:pt x="31" y="130"/>
                  </a:cubicBezTo>
                  <a:cubicBezTo>
                    <a:pt x="31" y="146"/>
                    <a:pt x="42" y="157"/>
                    <a:pt x="66" y="157"/>
                  </a:cubicBezTo>
                  <a:cubicBezTo>
                    <a:pt x="90" y="154"/>
                    <a:pt x="113" y="135"/>
                    <a:pt x="113" y="114"/>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9" name="Freeform: Shape 29"/>
            <p:cNvSpPr/>
            <p:nvPr/>
          </p:nvSpPr>
          <p:spPr>
            <a:xfrm>
              <a:off x="4325400" y="3536280"/>
              <a:ext cx="52200" cy="65520"/>
            </a:xfrm>
            <a:custGeom>
              <a:avLst/>
              <a:gdLst/>
              <a:ahLst/>
              <a:cxnLst>
                <a:cxn ang="3cd4">
                  <a:pos x="hc" y="t"/>
                </a:cxn>
                <a:cxn ang="cd2">
                  <a:pos x="l" y="vc"/>
                </a:cxn>
                <a:cxn ang="cd4">
                  <a:pos x="hc" y="b"/>
                </a:cxn>
                <a:cxn ang="0">
                  <a:pos x="r" y="vc"/>
                </a:cxn>
              </a:cxnLst>
              <a:rect l="l" t="t" r="r" b="b"/>
              <a:pathLst>
                <a:path w="146" h="183">
                  <a:moveTo>
                    <a:pt x="64" y="98"/>
                  </a:moveTo>
                  <a:cubicBezTo>
                    <a:pt x="24" y="90"/>
                    <a:pt x="8" y="75"/>
                    <a:pt x="8" y="48"/>
                  </a:cubicBezTo>
                  <a:cubicBezTo>
                    <a:pt x="8" y="19"/>
                    <a:pt x="32" y="0"/>
                    <a:pt x="74" y="0"/>
                  </a:cubicBezTo>
                  <a:cubicBezTo>
                    <a:pt x="111" y="0"/>
                    <a:pt x="138" y="19"/>
                    <a:pt x="143" y="51"/>
                  </a:cubicBezTo>
                  <a:lnTo>
                    <a:pt x="111" y="51"/>
                  </a:lnTo>
                  <a:cubicBezTo>
                    <a:pt x="109" y="35"/>
                    <a:pt x="95" y="27"/>
                    <a:pt x="74" y="27"/>
                  </a:cubicBezTo>
                  <a:cubicBezTo>
                    <a:pt x="50" y="27"/>
                    <a:pt x="40" y="35"/>
                    <a:pt x="40" y="48"/>
                  </a:cubicBezTo>
                  <a:cubicBezTo>
                    <a:pt x="40" y="61"/>
                    <a:pt x="48" y="67"/>
                    <a:pt x="80" y="75"/>
                  </a:cubicBezTo>
                  <a:cubicBezTo>
                    <a:pt x="119" y="83"/>
                    <a:pt x="146" y="96"/>
                    <a:pt x="146" y="130"/>
                  </a:cubicBezTo>
                  <a:cubicBezTo>
                    <a:pt x="146" y="162"/>
                    <a:pt x="119" y="183"/>
                    <a:pt x="74" y="183"/>
                  </a:cubicBezTo>
                  <a:cubicBezTo>
                    <a:pt x="32" y="183"/>
                    <a:pt x="3" y="162"/>
                    <a:pt x="0" y="130"/>
                  </a:cubicBezTo>
                  <a:lnTo>
                    <a:pt x="32" y="130"/>
                  </a:lnTo>
                  <a:cubicBezTo>
                    <a:pt x="35" y="151"/>
                    <a:pt x="50" y="159"/>
                    <a:pt x="74" y="159"/>
                  </a:cubicBezTo>
                  <a:cubicBezTo>
                    <a:pt x="101" y="159"/>
                    <a:pt x="114" y="149"/>
                    <a:pt x="114" y="133"/>
                  </a:cubicBezTo>
                  <a:cubicBezTo>
                    <a:pt x="114" y="109"/>
                    <a:pt x="93" y="104"/>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0" name="Freeform: Shape 30"/>
            <p:cNvSpPr/>
            <p:nvPr/>
          </p:nvSpPr>
          <p:spPr>
            <a:xfrm>
              <a:off x="4413240" y="3514680"/>
              <a:ext cx="75960" cy="84240"/>
            </a:xfrm>
            <a:custGeom>
              <a:avLst/>
              <a:gdLst/>
              <a:ahLst/>
              <a:cxnLst>
                <a:cxn ang="3cd4">
                  <a:pos x="hc" y="t"/>
                </a:cxn>
                <a:cxn ang="cd2">
                  <a:pos x="l" y="vc"/>
                </a:cxn>
                <a:cxn ang="cd4">
                  <a:pos x="hc" y="b"/>
                </a:cxn>
                <a:cxn ang="0">
                  <a:pos x="r" y="vc"/>
                </a:cxn>
              </a:cxnLst>
              <a:rect l="l" t="t" r="r" b="b"/>
              <a:pathLst>
                <a:path w="212" h="235">
                  <a:moveTo>
                    <a:pt x="212" y="0"/>
                  </a:moveTo>
                  <a:lnTo>
                    <a:pt x="127" y="235"/>
                  </a:lnTo>
                  <a:lnTo>
                    <a:pt x="84" y="235"/>
                  </a:lnTo>
                  <a:lnTo>
                    <a:pt x="0" y="0"/>
                  </a:lnTo>
                  <a:lnTo>
                    <a:pt x="34" y="0"/>
                  </a:lnTo>
                  <a:lnTo>
                    <a:pt x="106" y="203"/>
                  </a:lnTo>
                  <a:lnTo>
                    <a:pt x="177"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1" name="Freeform: Shape 31"/>
            <p:cNvSpPr/>
            <p:nvPr/>
          </p:nvSpPr>
          <p:spPr>
            <a:xfrm>
              <a:off x="4486680" y="3536280"/>
              <a:ext cx="57600" cy="64800"/>
            </a:xfrm>
            <a:custGeom>
              <a:avLst/>
              <a:gdLst/>
              <a:ahLst/>
              <a:cxnLst>
                <a:cxn ang="3cd4">
                  <a:pos x="hc" y="t"/>
                </a:cxn>
                <a:cxn ang="cd2">
                  <a:pos x="l" y="vc"/>
                </a:cxn>
                <a:cxn ang="cd4">
                  <a:pos x="hc" y="b"/>
                </a:cxn>
                <a:cxn ang="0">
                  <a:pos x="r" y="vc"/>
                </a:cxn>
              </a:cxnLst>
              <a:rect l="l" t="t" r="r" b="b"/>
              <a:pathLst>
                <a:path w="161" h="181">
                  <a:moveTo>
                    <a:pt x="161" y="128"/>
                  </a:moveTo>
                  <a:cubicBezTo>
                    <a:pt x="153" y="159"/>
                    <a:pt x="127" y="181"/>
                    <a:pt x="84" y="181"/>
                  </a:cubicBezTo>
                  <a:cubicBezTo>
                    <a:pt x="37" y="181"/>
                    <a:pt x="0" y="151"/>
                    <a:pt x="0" y="90"/>
                  </a:cubicBezTo>
                  <a:cubicBezTo>
                    <a:pt x="0" y="32"/>
                    <a:pt x="34" y="0"/>
                    <a:pt x="82" y="0"/>
                  </a:cubicBezTo>
                  <a:cubicBezTo>
                    <a:pt x="129" y="0"/>
                    <a:pt x="161" y="30"/>
                    <a:pt x="161" y="98"/>
                  </a:cubicBezTo>
                  <a:lnTo>
                    <a:pt x="31" y="98"/>
                  </a:lnTo>
                  <a:cubicBezTo>
                    <a:pt x="34" y="138"/>
                    <a:pt x="55" y="154"/>
                    <a:pt x="84" y="154"/>
                  </a:cubicBezTo>
                  <a:cubicBezTo>
                    <a:pt x="106" y="154"/>
                    <a:pt x="121" y="143"/>
                    <a:pt x="127" y="128"/>
                  </a:cubicBezTo>
                  <a:close/>
                  <a:moveTo>
                    <a:pt x="34" y="72"/>
                  </a:moveTo>
                  <a:lnTo>
                    <a:pt x="129" y="72"/>
                  </a:lnTo>
                  <a:cubicBezTo>
                    <a:pt x="127" y="40"/>
                    <a:pt x="108" y="24"/>
                    <a:pt x="82" y="24"/>
                  </a:cubicBezTo>
                  <a:cubicBezTo>
                    <a:pt x="58" y="27"/>
                    <a:pt x="39" y="40"/>
                    <a:pt x="34" y="7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2" name="Freeform: Shape 32"/>
            <p:cNvSpPr/>
            <p:nvPr/>
          </p:nvSpPr>
          <p:spPr>
            <a:xfrm>
              <a:off x="4553279" y="3535560"/>
              <a:ext cx="58680" cy="85320"/>
            </a:xfrm>
            <a:custGeom>
              <a:avLst/>
              <a:gdLst/>
              <a:ahLst/>
              <a:cxnLst>
                <a:cxn ang="3cd4">
                  <a:pos x="hc" y="t"/>
                </a:cxn>
                <a:cxn ang="cd2">
                  <a:pos x="l" y="vc"/>
                </a:cxn>
                <a:cxn ang="cd4">
                  <a:pos x="hc" y="b"/>
                </a:cxn>
                <a:cxn ang="0">
                  <a:pos x="r" y="vc"/>
                </a:cxn>
              </a:cxnLst>
              <a:rect l="l" t="t" r="r" b="b"/>
              <a:pathLst>
                <a:path w="164" h="238">
                  <a:moveTo>
                    <a:pt x="82" y="217"/>
                  </a:moveTo>
                  <a:cubicBezTo>
                    <a:pt x="114" y="217"/>
                    <a:pt x="130" y="201"/>
                    <a:pt x="130" y="172"/>
                  </a:cubicBezTo>
                  <a:lnTo>
                    <a:pt x="130" y="151"/>
                  </a:lnTo>
                  <a:cubicBezTo>
                    <a:pt x="119" y="164"/>
                    <a:pt x="98" y="172"/>
                    <a:pt x="74" y="172"/>
                  </a:cubicBezTo>
                  <a:cubicBezTo>
                    <a:pt x="34" y="172"/>
                    <a:pt x="0" y="143"/>
                    <a:pt x="0" y="87"/>
                  </a:cubicBezTo>
                  <a:cubicBezTo>
                    <a:pt x="0" y="34"/>
                    <a:pt x="32" y="0"/>
                    <a:pt x="77" y="0"/>
                  </a:cubicBezTo>
                  <a:cubicBezTo>
                    <a:pt x="103" y="0"/>
                    <a:pt x="122" y="10"/>
                    <a:pt x="132" y="26"/>
                  </a:cubicBezTo>
                  <a:lnTo>
                    <a:pt x="138" y="2"/>
                  </a:lnTo>
                  <a:lnTo>
                    <a:pt x="164" y="2"/>
                  </a:lnTo>
                  <a:lnTo>
                    <a:pt x="164" y="169"/>
                  </a:lnTo>
                  <a:cubicBezTo>
                    <a:pt x="164" y="209"/>
                    <a:pt x="135" y="238"/>
                    <a:pt x="85" y="238"/>
                  </a:cubicBezTo>
                  <a:cubicBezTo>
                    <a:pt x="40" y="238"/>
                    <a:pt x="13" y="217"/>
                    <a:pt x="8" y="185"/>
                  </a:cubicBezTo>
                  <a:lnTo>
                    <a:pt x="40" y="185"/>
                  </a:lnTo>
                  <a:lnTo>
                    <a:pt x="40" y="190"/>
                  </a:lnTo>
                  <a:cubicBezTo>
                    <a:pt x="42" y="206"/>
                    <a:pt x="58" y="217"/>
                    <a:pt x="82" y="217"/>
                  </a:cubicBezTo>
                  <a:close/>
                  <a:moveTo>
                    <a:pt x="82" y="145"/>
                  </a:moveTo>
                  <a:cubicBezTo>
                    <a:pt x="114" y="145"/>
                    <a:pt x="132" y="124"/>
                    <a:pt x="132" y="90"/>
                  </a:cubicBezTo>
                  <a:cubicBezTo>
                    <a:pt x="132" y="50"/>
                    <a:pt x="111" y="29"/>
                    <a:pt x="82" y="29"/>
                  </a:cubicBezTo>
                  <a:cubicBezTo>
                    <a:pt x="53" y="29"/>
                    <a:pt x="32" y="47"/>
                    <a:pt x="32" y="90"/>
                  </a:cubicBezTo>
                  <a:cubicBezTo>
                    <a:pt x="32" y="124"/>
                    <a:pt x="53" y="145"/>
                    <a:pt x="82" y="145"/>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3" name="Freeform: Shape 33"/>
            <p:cNvSpPr/>
            <p:nvPr/>
          </p:nvSpPr>
          <p:spPr>
            <a:xfrm>
              <a:off x="4622760" y="3536280"/>
              <a:ext cx="52200" cy="64800"/>
            </a:xfrm>
            <a:custGeom>
              <a:avLst/>
              <a:gdLst/>
              <a:ahLst/>
              <a:cxnLst>
                <a:cxn ang="3cd4">
                  <a:pos x="hc" y="t"/>
                </a:cxn>
                <a:cxn ang="cd2">
                  <a:pos x="l" y="vc"/>
                </a:cxn>
                <a:cxn ang="cd4">
                  <a:pos x="hc" y="b"/>
                </a:cxn>
                <a:cxn ang="0">
                  <a:pos x="r" y="vc"/>
                </a:cxn>
              </a:cxnLst>
              <a:rect l="l" t="t" r="r" b="b"/>
              <a:pathLst>
                <a:path w="146" h="181">
                  <a:moveTo>
                    <a:pt x="77" y="0"/>
                  </a:moveTo>
                  <a:cubicBezTo>
                    <a:pt x="122" y="0"/>
                    <a:pt x="146" y="24"/>
                    <a:pt x="146" y="59"/>
                  </a:cubicBezTo>
                  <a:lnTo>
                    <a:pt x="146" y="175"/>
                  </a:lnTo>
                  <a:lnTo>
                    <a:pt x="119" y="175"/>
                  </a:lnTo>
                  <a:lnTo>
                    <a:pt x="117" y="151"/>
                  </a:lnTo>
                  <a:cubicBezTo>
                    <a:pt x="106" y="167"/>
                    <a:pt x="88" y="181"/>
                    <a:pt x="59" y="181"/>
                  </a:cubicBezTo>
                  <a:cubicBezTo>
                    <a:pt x="21" y="181"/>
                    <a:pt x="0" y="159"/>
                    <a:pt x="0" y="133"/>
                  </a:cubicBezTo>
                  <a:cubicBezTo>
                    <a:pt x="0" y="101"/>
                    <a:pt x="19" y="85"/>
                    <a:pt x="64" y="77"/>
                  </a:cubicBezTo>
                  <a:lnTo>
                    <a:pt x="114" y="69"/>
                  </a:lnTo>
                  <a:lnTo>
                    <a:pt x="114" y="61"/>
                  </a:lnTo>
                  <a:cubicBezTo>
                    <a:pt x="114" y="40"/>
                    <a:pt x="101" y="30"/>
                    <a:pt x="74" y="30"/>
                  </a:cubicBezTo>
                  <a:cubicBezTo>
                    <a:pt x="51" y="30"/>
                    <a:pt x="37" y="40"/>
                    <a:pt x="37" y="56"/>
                  </a:cubicBezTo>
                  <a:lnTo>
                    <a:pt x="3" y="56"/>
                  </a:lnTo>
                  <a:lnTo>
                    <a:pt x="3" y="53"/>
                  </a:lnTo>
                  <a:cubicBezTo>
                    <a:pt x="6" y="22"/>
                    <a:pt x="35" y="0"/>
                    <a:pt x="77" y="0"/>
                  </a:cubicBezTo>
                  <a:close/>
                  <a:moveTo>
                    <a:pt x="114" y="114"/>
                  </a:moveTo>
                  <a:lnTo>
                    <a:pt x="114" y="93"/>
                  </a:lnTo>
                  <a:lnTo>
                    <a:pt x="72" y="101"/>
                  </a:lnTo>
                  <a:cubicBezTo>
                    <a:pt x="40" y="106"/>
                    <a:pt x="32" y="117"/>
                    <a:pt x="32" y="130"/>
                  </a:cubicBezTo>
                  <a:cubicBezTo>
                    <a:pt x="32" y="146"/>
                    <a:pt x="43" y="157"/>
                    <a:pt x="66" y="157"/>
                  </a:cubicBezTo>
                  <a:cubicBezTo>
                    <a:pt x="90" y="154"/>
                    <a:pt x="114" y="135"/>
                    <a:pt x="114" y="114"/>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4" name="Freeform: Shape 34"/>
            <p:cNvSpPr/>
            <p:nvPr/>
          </p:nvSpPr>
          <p:spPr>
            <a:xfrm>
              <a:off x="4683960" y="3536280"/>
              <a:ext cx="51840" cy="65520"/>
            </a:xfrm>
            <a:custGeom>
              <a:avLst/>
              <a:gdLst/>
              <a:ahLst/>
              <a:cxnLst>
                <a:cxn ang="3cd4">
                  <a:pos x="hc" y="t"/>
                </a:cxn>
                <a:cxn ang="cd2">
                  <a:pos x="l" y="vc"/>
                </a:cxn>
                <a:cxn ang="cd4">
                  <a:pos x="hc" y="b"/>
                </a:cxn>
                <a:cxn ang="0">
                  <a:pos x="r" y="vc"/>
                </a:cxn>
              </a:cxnLst>
              <a:rect l="l" t="t" r="r" b="b"/>
              <a:pathLst>
                <a:path w="145" h="183">
                  <a:moveTo>
                    <a:pt x="63" y="98"/>
                  </a:moveTo>
                  <a:cubicBezTo>
                    <a:pt x="24" y="90"/>
                    <a:pt x="8" y="75"/>
                    <a:pt x="8" y="48"/>
                  </a:cubicBezTo>
                  <a:cubicBezTo>
                    <a:pt x="8" y="19"/>
                    <a:pt x="31" y="0"/>
                    <a:pt x="74" y="0"/>
                  </a:cubicBezTo>
                  <a:cubicBezTo>
                    <a:pt x="111" y="0"/>
                    <a:pt x="137" y="19"/>
                    <a:pt x="143" y="51"/>
                  </a:cubicBezTo>
                  <a:lnTo>
                    <a:pt x="111" y="51"/>
                  </a:lnTo>
                  <a:cubicBezTo>
                    <a:pt x="108" y="35"/>
                    <a:pt x="95" y="27"/>
                    <a:pt x="74" y="27"/>
                  </a:cubicBezTo>
                  <a:cubicBezTo>
                    <a:pt x="50" y="27"/>
                    <a:pt x="39" y="35"/>
                    <a:pt x="39" y="48"/>
                  </a:cubicBezTo>
                  <a:cubicBezTo>
                    <a:pt x="39" y="61"/>
                    <a:pt x="47" y="67"/>
                    <a:pt x="79" y="75"/>
                  </a:cubicBezTo>
                  <a:cubicBezTo>
                    <a:pt x="119" y="83"/>
                    <a:pt x="145" y="96"/>
                    <a:pt x="145" y="130"/>
                  </a:cubicBezTo>
                  <a:cubicBezTo>
                    <a:pt x="145" y="162"/>
                    <a:pt x="119" y="183"/>
                    <a:pt x="74" y="183"/>
                  </a:cubicBezTo>
                  <a:cubicBezTo>
                    <a:pt x="31" y="183"/>
                    <a:pt x="2" y="162"/>
                    <a:pt x="0" y="130"/>
                  </a:cubicBezTo>
                  <a:lnTo>
                    <a:pt x="31" y="130"/>
                  </a:lnTo>
                  <a:cubicBezTo>
                    <a:pt x="34" y="151"/>
                    <a:pt x="50" y="159"/>
                    <a:pt x="74" y="159"/>
                  </a:cubicBezTo>
                  <a:cubicBezTo>
                    <a:pt x="100" y="159"/>
                    <a:pt x="114" y="149"/>
                    <a:pt x="114" y="133"/>
                  </a:cubicBezTo>
                  <a:cubicBezTo>
                    <a:pt x="111" y="109"/>
                    <a:pt x="92" y="104"/>
                    <a:pt x="63"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5" name="Freeform: Shape 35"/>
            <p:cNvSpPr/>
            <p:nvPr/>
          </p:nvSpPr>
          <p:spPr>
            <a:xfrm>
              <a:off x="4745880" y="3585960"/>
              <a:ext cx="14760" cy="30240"/>
            </a:xfrm>
            <a:custGeom>
              <a:avLst/>
              <a:gdLst/>
              <a:ahLst/>
              <a:cxnLst>
                <a:cxn ang="3cd4">
                  <a:pos x="hc" y="t"/>
                </a:cxn>
                <a:cxn ang="cd2">
                  <a:pos x="l" y="vc"/>
                </a:cxn>
                <a:cxn ang="cd4">
                  <a:pos x="hc" y="b"/>
                </a:cxn>
                <a:cxn ang="0">
                  <a:pos x="r" y="vc"/>
                </a:cxn>
              </a:cxnLst>
              <a:rect l="l" t="t" r="r" b="b"/>
              <a:pathLst>
                <a:path w="42" h="85">
                  <a:moveTo>
                    <a:pt x="42" y="32"/>
                  </a:moveTo>
                  <a:cubicBezTo>
                    <a:pt x="42" y="69"/>
                    <a:pt x="21" y="82"/>
                    <a:pt x="0" y="85"/>
                  </a:cubicBezTo>
                  <a:lnTo>
                    <a:pt x="0" y="69"/>
                  </a:lnTo>
                  <a:cubicBezTo>
                    <a:pt x="13" y="66"/>
                    <a:pt x="21" y="58"/>
                    <a:pt x="21" y="37"/>
                  </a:cubicBezTo>
                  <a:lnTo>
                    <a:pt x="5" y="37"/>
                  </a:lnTo>
                  <a:lnTo>
                    <a:pt x="5" y="0"/>
                  </a:lnTo>
                  <a:lnTo>
                    <a:pt x="42"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6" name="Freeform: Shape 36"/>
            <p:cNvSpPr/>
            <p:nvPr/>
          </p:nvSpPr>
          <p:spPr>
            <a:xfrm>
              <a:off x="4811760" y="3514680"/>
              <a:ext cx="67320" cy="84240"/>
            </a:xfrm>
            <a:custGeom>
              <a:avLst/>
              <a:gdLst/>
              <a:ahLst/>
              <a:cxnLst>
                <a:cxn ang="3cd4">
                  <a:pos x="hc" y="t"/>
                </a:cxn>
                <a:cxn ang="cd2">
                  <a:pos x="l" y="vc"/>
                </a:cxn>
                <a:cxn ang="cd4">
                  <a:pos x="hc" y="b"/>
                </a:cxn>
                <a:cxn ang="0">
                  <a:pos x="r" y="vc"/>
                </a:cxn>
              </a:cxnLst>
              <a:rect l="l" t="t" r="r" b="b"/>
              <a:pathLst>
                <a:path w="188" h="235">
                  <a:moveTo>
                    <a:pt x="188" y="0"/>
                  </a:moveTo>
                  <a:lnTo>
                    <a:pt x="188" y="235"/>
                  </a:lnTo>
                  <a:lnTo>
                    <a:pt x="145" y="235"/>
                  </a:lnTo>
                  <a:lnTo>
                    <a:pt x="31" y="37"/>
                  </a:lnTo>
                  <a:lnTo>
                    <a:pt x="31" y="235"/>
                  </a:lnTo>
                  <a:lnTo>
                    <a:pt x="0" y="235"/>
                  </a:lnTo>
                  <a:lnTo>
                    <a:pt x="0" y="0"/>
                  </a:lnTo>
                  <a:lnTo>
                    <a:pt x="45" y="0"/>
                  </a:lnTo>
                  <a:lnTo>
                    <a:pt x="156" y="195"/>
                  </a:lnTo>
                  <a:lnTo>
                    <a:pt x="156"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7" name="Freeform: Shape 37"/>
            <p:cNvSpPr/>
            <p:nvPr/>
          </p:nvSpPr>
          <p:spPr>
            <a:xfrm>
              <a:off x="4885920" y="3514680"/>
              <a:ext cx="75960" cy="84240"/>
            </a:xfrm>
            <a:custGeom>
              <a:avLst/>
              <a:gdLst/>
              <a:ahLst/>
              <a:cxnLst>
                <a:cxn ang="3cd4">
                  <a:pos x="hc" y="t"/>
                </a:cxn>
                <a:cxn ang="cd2">
                  <a:pos x="l" y="vc"/>
                </a:cxn>
                <a:cxn ang="cd4">
                  <a:pos x="hc" y="b"/>
                </a:cxn>
                <a:cxn ang="0">
                  <a:pos x="r" y="vc"/>
                </a:cxn>
              </a:cxnLst>
              <a:rect l="l" t="t" r="r" b="b"/>
              <a:pathLst>
                <a:path w="212" h="235">
                  <a:moveTo>
                    <a:pt x="212" y="0"/>
                  </a:moveTo>
                  <a:lnTo>
                    <a:pt x="127" y="235"/>
                  </a:lnTo>
                  <a:lnTo>
                    <a:pt x="85" y="235"/>
                  </a:lnTo>
                  <a:lnTo>
                    <a:pt x="0" y="0"/>
                  </a:lnTo>
                  <a:lnTo>
                    <a:pt x="35" y="0"/>
                  </a:lnTo>
                  <a:lnTo>
                    <a:pt x="106" y="203"/>
                  </a:lnTo>
                  <a:lnTo>
                    <a:pt x="177"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grpSp>
        <p:nvGrpSpPr>
          <p:cNvPr id="48" name="Group 47"/>
          <p:cNvGrpSpPr/>
          <p:nvPr userDrawn="1"/>
        </p:nvGrpSpPr>
        <p:grpSpPr>
          <a:xfrm>
            <a:off x="410080" y="399299"/>
            <a:ext cx="792595" cy="419316"/>
            <a:chOff x="3133800" y="2372040"/>
            <a:chExt cx="514440" cy="272160"/>
          </a:xfrm>
          <a:solidFill>
            <a:schemeClr val="bg1"/>
          </a:solidFill>
        </p:grpSpPr>
        <p:sp>
          <p:nvSpPr>
            <p:cNvPr id="49" name="Freeform: Shape 38"/>
            <p:cNvSpPr/>
            <p:nvPr/>
          </p:nvSpPr>
          <p:spPr>
            <a:xfrm>
              <a:off x="3279600" y="2552040"/>
              <a:ext cx="22680" cy="89280"/>
            </a:xfrm>
            <a:custGeom>
              <a:avLst/>
              <a:gdLst/>
              <a:ahLst/>
              <a:cxnLst>
                <a:cxn ang="3cd4">
                  <a:pos x="hc" y="t"/>
                </a:cxn>
                <a:cxn ang="cd2">
                  <a:pos x="l" y="vc"/>
                </a:cxn>
                <a:cxn ang="cd4">
                  <a:pos x="hc" y="b"/>
                </a:cxn>
                <a:cxn ang="0">
                  <a:pos x="r" y="vc"/>
                </a:cxn>
              </a:cxnLst>
              <a:rect l="l" t="t" r="r" b="b"/>
              <a:pathLst>
                <a:path w="64" h="249">
                  <a:moveTo>
                    <a:pt x="32" y="249"/>
                  </a:moveTo>
                  <a:lnTo>
                    <a:pt x="0" y="249"/>
                  </a:lnTo>
                  <a:lnTo>
                    <a:pt x="0" y="0"/>
                  </a:lnTo>
                  <a:lnTo>
                    <a:pt x="64" y="0"/>
                  </a:lnTo>
                  <a:lnTo>
                    <a:pt x="64" y="24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0" name="Freeform: Shape 39"/>
            <p:cNvSpPr/>
            <p:nvPr/>
          </p:nvSpPr>
          <p:spPr>
            <a:xfrm>
              <a:off x="341604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6"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1" name="Freeform: Shape 40"/>
            <p:cNvSpPr/>
            <p:nvPr/>
          </p:nvSpPr>
          <p:spPr>
            <a:xfrm>
              <a:off x="318060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5"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2" name="Freeform: Shape 41"/>
            <p:cNvSpPr/>
            <p:nvPr/>
          </p:nvSpPr>
          <p:spPr>
            <a:xfrm>
              <a:off x="3507479" y="2550240"/>
              <a:ext cx="95040" cy="92880"/>
            </a:xfrm>
            <a:custGeom>
              <a:avLst/>
              <a:gdLst/>
              <a:ahLst/>
              <a:cxnLst>
                <a:cxn ang="3cd4">
                  <a:pos x="hc" y="t"/>
                </a:cxn>
                <a:cxn ang="cd2">
                  <a:pos x="l" y="vc"/>
                </a:cxn>
                <a:cxn ang="cd4">
                  <a:pos x="hc" y="b"/>
                </a:cxn>
                <a:cxn ang="0">
                  <a:pos x="r" y="vc"/>
                </a:cxn>
              </a:cxnLst>
              <a:rect l="l" t="t" r="r" b="b"/>
              <a:pathLst>
                <a:path w="265" h="259">
                  <a:moveTo>
                    <a:pt x="133" y="0"/>
                  </a:moveTo>
                  <a:cubicBezTo>
                    <a:pt x="56" y="0"/>
                    <a:pt x="0" y="57"/>
                    <a:pt x="0" y="129"/>
                  </a:cubicBezTo>
                  <a:cubicBezTo>
                    <a:pt x="0" y="200"/>
                    <a:pt x="56" y="259"/>
                    <a:pt x="133" y="259"/>
                  </a:cubicBezTo>
                  <a:cubicBezTo>
                    <a:pt x="209" y="259"/>
                    <a:pt x="265" y="200"/>
                    <a:pt x="265" y="129"/>
                  </a:cubicBezTo>
                  <a:cubicBezTo>
                    <a:pt x="265" y="57"/>
                    <a:pt x="209" y="0"/>
                    <a:pt x="133" y="0"/>
                  </a:cubicBezTo>
                  <a:close/>
                  <a:moveTo>
                    <a:pt x="133" y="198"/>
                  </a:moveTo>
                  <a:cubicBezTo>
                    <a:pt x="95" y="198"/>
                    <a:pt x="69" y="169"/>
                    <a:pt x="69" y="132"/>
                  </a:cubicBezTo>
                  <a:cubicBezTo>
                    <a:pt x="69" y="95"/>
                    <a:pt x="95" y="66"/>
                    <a:pt x="133" y="66"/>
                  </a:cubicBezTo>
                  <a:cubicBezTo>
                    <a:pt x="170" y="66"/>
                    <a:pt x="196" y="95"/>
                    <a:pt x="196" y="132"/>
                  </a:cubicBezTo>
                  <a:cubicBezTo>
                    <a:pt x="196" y="169"/>
                    <a:pt x="170" y="198"/>
                    <a:pt x="133" y="1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3" name="Freeform: Shape 42"/>
            <p:cNvSpPr/>
            <p:nvPr/>
          </p:nvSpPr>
          <p:spPr>
            <a:xfrm>
              <a:off x="3333240" y="2550960"/>
              <a:ext cx="62280" cy="93240"/>
            </a:xfrm>
            <a:custGeom>
              <a:avLst/>
              <a:gdLst/>
              <a:ahLst/>
              <a:cxnLst>
                <a:cxn ang="3cd4">
                  <a:pos x="hc" y="t"/>
                </a:cxn>
                <a:cxn ang="cd2">
                  <a:pos x="l" y="vc"/>
                </a:cxn>
                <a:cxn ang="cd4">
                  <a:pos x="hc" y="b"/>
                </a:cxn>
                <a:cxn ang="0">
                  <a:pos x="r" y="vc"/>
                </a:cxn>
              </a:cxnLst>
              <a:rect l="l" t="t" r="r" b="b"/>
              <a:pathLst>
                <a:path w="174" h="260">
                  <a:moveTo>
                    <a:pt x="92" y="0"/>
                  </a:moveTo>
                  <a:cubicBezTo>
                    <a:pt x="34" y="0"/>
                    <a:pt x="0" y="32"/>
                    <a:pt x="0" y="77"/>
                  </a:cubicBezTo>
                  <a:cubicBezTo>
                    <a:pt x="0" y="120"/>
                    <a:pt x="29" y="138"/>
                    <a:pt x="63" y="149"/>
                  </a:cubicBezTo>
                  <a:cubicBezTo>
                    <a:pt x="66" y="149"/>
                    <a:pt x="74" y="151"/>
                    <a:pt x="76" y="154"/>
                  </a:cubicBezTo>
                  <a:cubicBezTo>
                    <a:pt x="92" y="159"/>
                    <a:pt x="105" y="167"/>
                    <a:pt x="105" y="178"/>
                  </a:cubicBezTo>
                  <a:cubicBezTo>
                    <a:pt x="105" y="191"/>
                    <a:pt x="92" y="202"/>
                    <a:pt x="60" y="202"/>
                  </a:cubicBezTo>
                  <a:cubicBezTo>
                    <a:pt x="34" y="202"/>
                    <a:pt x="8" y="194"/>
                    <a:pt x="2" y="194"/>
                  </a:cubicBezTo>
                  <a:lnTo>
                    <a:pt x="2" y="252"/>
                  </a:lnTo>
                  <a:cubicBezTo>
                    <a:pt x="5" y="252"/>
                    <a:pt x="37" y="260"/>
                    <a:pt x="71" y="260"/>
                  </a:cubicBezTo>
                  <a:cubicBezTo>
                    <a:pt x="119" y="260"/>
                    <a:pt x="174" y="239"/>
                    <a:pt x="174" y="178"/>
                  </a:cubicBezTo>
                  <a:cubicBezTo>
                    <a:pt x="174" y="149"/>
                    <a:pt x="156" y="120"/>
                    <a:pt x="116" y="106"/>
                  </a:cubicBezTo>
                  <a:lnTo>
                    <a:pt x="98" y="101"/>
                  </a:lnTo>
                  <a:cubicBezTo>
                    <a:pt x="87" y="98"/>
                    <a:pt x="68" y="93"/>
                    <a:pt x="68" y="77"/>
                  </a:cubicBezTo>
                  <a:cubicBezTo>
                    <a:pt x="68" y="64"/>
                    <a:pt x="82" y="56"/>
                    <a:pt x="108" y="56"/>
                  </a:cubicBezTo>
                  <a:cubicBezTo>
                    <a:pt x="129" y="56"/>
                    <a:pt x="156" y="64"/>
                    <a:pt x="158" y="64"/>
                  </a:cubicBezTo>
                  <a:lnTo>
                    <a:pt x="158" y="8"/>
                  </a:lnTo>
                  <a:lnTo>
                    <a:pt x="153" y="8"/>
                  </a:lnTo>
                  <a:cubicBezTo>
                    <a:pt x="150" y="8"/>
                    <a:pt x="121" y="0"/>
                    <a:pt x="92"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4" name="Freeform: Shape 43"/>
            <p:cNvSpPr/>
            <p:nvPr/>
          </p:nvSpPr>
          <p:spPr>
            <a:xfrm>
              <a:off x="313380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0" y="0"/>
                    <a:pt x="32" y="0"/>
                  </a:cubicBezTo>
                  <a:cubicBezTo>
                    <a:pt x="16" y="0"/>
                    <a:pt x="0" y="14"/>
                    <a:pt x="0" y="32"/>
                  </a:cubicBezTo>
                  <a:lnTo>
                    <a:pt x="0" y="98"/>
                  </a:lnTo>
                  <a:cubicBezTo>
                    <a:pt x="0" y="117"/>
                    <a:pt x="13"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5" name="Freeform: Shape 44"/>
            <p:cNvSpPr/>
            <p:nvPr/>
          </p:nvSpPr>
          <p:spPr>
            <a:xfrm>
              <a:off x="3195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3"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6" name="Freeform: Shape 45"/>
            <p:cNvSpPr/>
            <p:nvPr/>
          </p:nvSpPr>
          <p:spPr>
            <a:xfrm>
              <a:off x="325691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1" y="0"/>
                  </a:cubicBezTo>
                  <a:cubicBezTo>
                    <a:pt x="16" y="0"/>
                    <a:pt x="0" y="13"/>
                    <a:pt x="0" y="31"/>
                  </a:cubicBezTo>
                  <a:lnTo>
                    <a:pt x="0" y="362"/>
                  </a:lnTo>
                  <a:cubicBezTo>
                    <a:pt x="0" y="381"/>
                    <a:pt x="13" y="394"/>
                    <a:pt x="31" y="394"/>
                  </a:cubicBezTo>
                  <a:cubicBezTo>
                    <a:pt x="47"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7" name="Freeform: Shape 46"/>
            <p:cNvSpPr/>
            <p:nvPr/>
          </p:nvSpPr>
          <p:spPr>
            <a:xfrm>
              <a:off x="3318840" y="2413800"/>
              <a:ext cx="22320" cy="77040"/>
            </a:xfrm>
            <a:custGeom>
              <a:avLst/>
              <a:gdLst/>
              <a:ahLst/>
              <a:cxnLst>
                <a:cxn ang="3cd4">
                  <a:pos x="hc" y="t"/>
                </a:cxn>
                <a:cxn ang="cd2">
                  <a:pos x="l" y="vc"/>
                </a:cxn>
                <a:cxn ang="cd4">
                  <a:pos x="hc" y="b"/>
                </a:cxn>
                <a:cxn ang="0">
                  <a:pos x="r" y="vc"/>
                </a:cxn>
              </a:cxnLst>
              <a:rect l="l" t="t" r="r" b="b"/>
              <a:pathLst>
                <a:path w="63" h="215">
                  <a:moveTo>
                    <a:pt x="63" y="32"/>
                  </a:moveTo>
                  <a:cubicBezTo>
                    <a:pt x="63" y="16"/>
                    <a:pt x="50" y="0"/>
                    <a:pt x="32" y="0"/>
                  </a:cubicBezTo>
                  <a:cubicBezTo>
                    <a:pt x="16" y="0"/>
                    <a:pt x="0" y="13"/>
                    <a:pt x="0" y="32"/>
                  </a:cubicBezTo>
                  <a:lnTo>
                    <a:pt x="0" y="183"/>
                  </a:lnTo>
                  <a:cubicBezTo>
                    <a:pt x="0" y="201"/>
                    <a:pt x="13" y="215"/>
                    <a:pt x="32" y="215"/>
                  </a:cubicBezTo>
                  <a:cubicBezTo>
                    <a:pt x="48" y="215"/>
                    <a:pt x="63" y="201"/>
                    <a:pt x="63"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8" name="Freeform: Shape 47"/>
            <p:cNvSpPr/>
            <p:nvPr/>
          </p:nvSpPr>
          <p:spPr>
            <a:xfrm>
              <a:off x="337968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9" name="Freeform: Shape 48"/>
            <p:cNvSpPr/>
            <p:nvPr/>
          </p:nvSpPr>
          <p:spPr>
            <a:xfrm>
              <a:off x="344160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4"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60" name="Freeform: Shape 49"/>
            <p:cNvSpPr/>
            <p:nvPr/>
          </p:nvSpPr>
          <p:spPr>
            <a:xfrm>
              <a:off x="350279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2" y="0"/>
                  </a:cubicBezTo>
                  <a:cubicBezTo>
                    <a:pt x="13" y="0"/>
                    <a:pt x="0" y="13"/>
                    <a:pt x="0" y="31"/>
                  </a:cubicBezTo>
                  <a:lnTo>
                    <a:pt x="0" y="362"/>
                  </a:lnTo>
                  <a:cubicBezTo>
                    <a:pt x="0" y="381"/>
                    <a:pt x="13" y="394"/>
                    <a:pt x="32" y="394"/>
                  </a:cubicBezTo>
                  <a:cubicBezTo>
                    <a:pt x="50"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61" name="Freeform: Shape 50"/>
            <p:cNvSpPr/>
            <p:nvPr/>
          </p:nvSpPr>
          <p:spPr>
            <a:xfrm>
              <a:off x="3564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0" y="0"/>
                    <a:pt x="32" y="0"/>
                  </a:cubicBezTo>
                  <a:cubicBezTo>
                    <a:pt x="16" y="0"/>
                    <a:pt x="0" y="13"/>
                    <a:pt x="0" y="32"/>
                  </a:cubicBezTo>
                  <a:lnTo>
                    <a:pt x="0" y="183"/>
                  </a:lnTo>
                  <a:cubicBezTo>
                    <a:pt x="0" y="201"/>
                    <a:pt x="13" y="215"/>
                    <a:pt x="32" y="215"/>
                  </a:cubicBezTo>
                  <a:cubicBezTo>
                    <a:pt x="50"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62" name="Freeform: Shape 51"/>
            <p:cNvSpPr/>
            <p:nvPr/>
          </p:nvSpPr>
          <p:spPr>
            <a:xfrm>
              <a:off x="362556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spTree>
    <p:extLst>
      <p:ext uri="{BB962C8B-B14F-4D97-AF65-F5344CB8AC3E}">
        <p14:creationId xmlns:p14="http://schemas.microsoft.com/office/powerpoint/2010/main" val="1303837713"/>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Presenter Title Slide">
    <p:spTree>
      <p:nvGrpSpPr>
        <p:cNvPr id="1" name=""/>
        <p:cNvGrpSpPr/>
        <p:nvPr/>
      </p:nvGrpSpPr>
      <p:grpSpPr>
        <a:xfrm>
          <a:off x="0" y="0"/>
          <a:ext cx="0" cy="0"/>
          <a:chOff x="0" y="0"/>
          <a:chExt cx="0" cy="0"/>
        </a:xfrm>
      </p:grpSpPr>
      <p:sp>
        <p:nvSpPr>
          <p:cNvPr id="7" name="Rectangle 6"/>
          <p:cNvSpPr/>
          <p:nvPr userDrawn="1"/>
        </p:nvSpPr>
        <p:spPr bwMode="auto">
          <a:xfrm>
            <a:off x="0" y="0"/>
            <a:ext cx="9144000" cy="5143500"/>
          </a:xfrm>
          <a:prstGeom prst="rect">
            <a:avLst/>
          </a:prstGeom>
          <a:solidFill>
            <a:srgbClr val="005073"/>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bg1"/>
              </a:solidFill>
              <a:ea typeface="Arial" pitchFamily="-107" charset="0"/>
              <a:cs typeface="Arial" pitchFamily="-107" charset="0"/>
              <a:sym typeface="Arial" pitchFamily="-107" charset="0"/>
            </a:endParaRPr>
          </a:p>
        </p:txBody>
      </p:sp>
      <p:sp>
        <p:nvSpPr>
          <p:cNvPr id="2" name="Rectangle 2"/>
          <p:cNvSpPr>
            <a:spLocks noGrp="1" noChangeArrowheads="1"/>
          </p:cNvSpPr>
          <p:nvPr>
            <p:ph type="title" hasCustomPrompt="1"/>
          </p:nvPr>
        </p:nvSpPr>
        <p:spPr bwMode="white">
          <a:xfrm>
            <a:off x="336625" y="1489433"/>
            <a:ext cx="5515536" cy="1249508"/>
          </a:xfrm>
          <a:prstGeom prst="rect">
            <a:avLst/>
          </a:prstGeom>
          <a:noFill/>
          <a:ln w="12700">
            <a:noFill/>
            <a:miter lim="800000"/>
            <a:headEnd/>
            <a:tailEnd/>
          </a:ln>
          <a:effectLst/>
        </p:spPr>
        <p:txBody>
          <a:bodyPr lIns="91440" tIns="45720" rIns="91440" bIns="45720" anchor="b"/>
          <a:lstStyle>
            <a:lvl1pPr algn="l">
              <a:defRPr lang="en-US" sz="4000" i="0" kern="1200" dirty="0">
                <a:solidFill>
                  <a:schemeClr val="bg1"/>
                </a:solidFill>
                <a:latin typeface="+mn-lt"/>
                <a:ea typeface="+mn-ea"/>
                <a:cs typeface="+mn-cs"/>
                <a:sym typeface="Arial" pitchFamily="-107" charset="0"/>
              </a:defRPr>
            </a:lvl1pPr>
          </a:lstStyle>
          <a:p>
            <a:pPr lvl="0"/>
            <a:r>
              <a:rPr lang="en-US" dirty="0" smtClean="0">
                <a:sym typeface="Arial" pitchFamily="-107" charset="0"/>
              </a:rPr>
              <a:t>Presentation Title</a:t>
            </a:r>
            <a:endParaRPr lang="en-US" dirty="0">
              <a:sym typeface="Arial" pitchFamily="-107" charset="0"/>
            </a:endParaRPr>
          </a:p>
        </p:txBody>
      </p:sp>
      <p:sp>
        <p:nvSpPr>
          <p:cNvPr id="9" name="Text Placeholder 8"/>
          <p:cNvSpPr>
            <a:spLocks noGrp="1"/>
          </p:cNvSpPr>
          <p:nvPr>
            <p:ph type="body" sz="quarter" idx="10" hasCustomPrompt="1"/>
          </p:nvPr>
        </p:nvSpPr>
        <p:spPr>
          <a:xfrm>
            <a:off x="352484" y="3479701"/>
            <a:ext cx="5503386" cy="336551"/>
          </a:xfrm>
        </p:spPr>
        <p:txBody>
          <a:bodyPr lIns="91440" tIns="45720" rIns="91440" bIns="45720" anchor="b"/>
          <a:lstStyle>
            <a:lvl1pPr marL="1785" indent="0" algn="l">
              <a:buNone/>
              <a:defRPr lang="en-US" sz="1600" kern="1200" dirty="0" smtClean="0">
                <a:solidFill>
                  <a:schemeClr val="bg1"/>
                </a:solidFill>
                <a:latin typeface="+mn-lt"/>
                <a:ea typeface="+mn-ea"/>
                <a:cs typeface="+mn-cs"/>
                <a:sym typeface="Arial" pitchFamily="34" charset="0"/>
              </a:defRPr>
            </a:lvl1pPr>
            <a:lvl2pPr marL="192881" indent="0">
              <a:buNone/>
              <a:defRPr/>
            </a:lvl2pPr>
            <a:lvl3pPr marL="386655" indent="0">
              <a:buNone/>
              <a:defRPr/>
            </a:lvl3pPr>
            <a:lvl4pPr marL="546497" indent="0">
              <a:buNone/>
              <a:defRPr/>
            </a:lvl4pPr>
            <a:lvl5pPr marL="706338" indent="0">
              <a:buNone/>
              <a:defRPr/>
            </a:lvl5pPr>
          </a:lstStyle>
          <a:p>
            <a:pPr lvl="0"/>
            <a:r>
              <a:rPr lang="en-US" dirty="0" smtClean="0"/>
              <a:t>Presenter Name and Title</a:t>
            </a:r>
          </a:p>
        </p:txBody>
      </p:sp>
      <p:sp>
        <p:nvSpPr>
          <p:cNvPr id="4" name="Text Placeholder 3"/>
          <p:cNvSpPr>
            <a:spLocks noGrp="1"/>
          </p:cNvSpPr>
          <p:nvPr>
            <p:ph type="body" sz="quarter" idx="13" hasCustomPrompt="1"/>
          </p:nvPr>
        </p:nvSpPr>
        <p:spPr>
          <a:xfrm>
            <a:off x="352482" y="3825499"/>
            <a:ext cx="5221886" cy="250298"/>
          </a:xfrm>
        </p:spPr>
        <p:txBody>
          <a:bodyPr/>
          <a:lstStyle>
            <a:lvl1pPr marL="1785" indent="0">
              <a:buNone/>
              <a:defRPr sz="1200">
                <a:solidFill>
                  <a:schemeClr val="bg1"/>
                </a:solidFill>
              </a:defRPr>
            </a:lvl1pPr>
          </a:lstStyle>
          <a:p>
            <a:pPr lvl="0"/>
            <a:r>
              <a:rPr lang="en-US" dirty="0" smtClean="0"/>
              <a:t>Session ID</a:t>
            </a:r>
          </a:p>
        </p:txBody>
      </p:sp>
      <p:pic>
        <p:nvPicPr>
          <p:cNvPr id="8" name="Picture 7"/>
          <p:cNvPicPr>
            <a:picLocks noChangeAspect="1"/>
          </p:cNvPicPr>
          <p:nvPr userDrawn="1"/>
        </p:nvPicPr>
        <p:blipFill rotWithShape="1">
          <a:blip r:embed="rId2" cstate="print">
            <a:extLst>
              <a:ext uri="{28A0092B-C50C-407E-A947-70E740481C1C}">
                <a14:useLocalDpi xmlns:a14="http://schemas.microsoft.com/office/drawing/2010/main" val="0"/>
              </a:ext>
            </a:extLst>
          </a:blip>
          <a:srcRect l="6585" t="11259" r="40485" b="3373"/>
          <a:stretch/>
        </p:blipFill>
        <p:spPr>
          <a:xfrm flipV="1">
            <a:off x="5955029" y="0"/>
            <a:ext cx="3188971" cy="5143500"/>
          </a:xfrm>
          <a:prstGeom prst="rect">
            <a:avLst/>
          </a:prstGeom>
        </p:spPr>
      </p:pic>
    </p:spTree>
    <p:extLst>
      <p:ext uri="{BB962C8B-B14F-4D97-AF65-F5344CB8AC3E}">
        <p14:creationId xmlns:p14="http://schemas.microsoft.com/office/powerpoint/2010/main" val="1287375511"/>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gue">
    <p:spTree>
      <p:nvGrpSpPr>
        <p:cNvPr id="1" name=""/>
        <p:cNvGrpSpPr/>
        <p:nvPr/>
      </p:nvGrpSpPr>
      <p:grpSpPr>
        <a:xfrm>
          <a:off x="0" y="0"/>
          <a:ext cx="0" cy="0"/>
          <a:chOff x="0" y="0"/>
          <a:chExt cx="0" cy="0"/>
        </a:xfrm>
      </p:grpSpPr>
      <p:sp>
        <p:nvSpPr>
          <p:cNvPr id="12" name="Rectangle 11"/>
          <p:cNvSpPr/>
          <p:nvPr userDrawn="1"/>
        </p:nvSpPr>
        <p:spPr bwMode="auto">
          <a:xfrm>
            <a:off x="0" y="0"/>
            <a:ext cx="9143918" cy="5143500"/>
          </a:xfrm>
          <a:prstGeom prst="rect">
            <a:avLst/>
          </a:prstGeom>
          <a:solidFill>
            <a:srgbClr val="005073"/>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4" name="Picture 13"/>
          <p:cNvPicPr>
            <a:picLocks noChangeAspect="1"/>
          </p:cNvPicPr>
          <p:nvPr userDrawn="1"/>
        </p:nvPicPr>
        <p:blipFill rotWithShape="1">
          <a:blip r:embed="rId2" cstate="print">
            <a:extLst>
              <a:ext uri="{28A0092B-C50C-407E-A947-70E740481C1C}">
                <a14:useLocalDpi xmlns:a14="http://schemas.microsoft.com/office/drawing/2010/main" val="0"/>
              </a:ext>
            </a:extLst>
          </a:blip>
          <a:srcRect l="5269" t="2703" r="67036"/>
          <a:stretch/>
        </p:blipFill>
        <p:spPr>
          <a:xfrm rot="16200000" flipV="1">
            <a:off x="3270632" y="-729869"/>
            <a:ext cx="2602737" cy="9144001"/>
          </a:xfrm>
          <a:prstGeom prst="rect">
            <a:avLst/>
          </a:prstGeom>
        </p:spPr>
      </p:pic>
      <p:sp>
        <p:nvSpPr>
          <p:cNvPr id="8" name="Title 7"/>
          <p:cNvSpPr>
            <a:spLocks noGrp="1"/>
          </p:cNvSpPr>
          <p:nvPr>
            <p:ph type="title" hasCustomPrompt="1"/>
          </p:nvPr>
        </p:nvSpPr>
        <p:spPr bwMode="white">
          <a:xfrm>
            <a:off x="359051" y="474580"/>
            <a:ext cx="8394466"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1570338080"/>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sp>
        <p:nvSpPr>
          <p:cNvPr id="15" name="Rectangle 14"/>
          <p:cNvSpPr/>
          <p:nvPr userDrawn="1"/>
        </p:nvSpPr>
        <p:spPr bwMode="auto">
          <a:xfrm>
            <a:off x="0" y="-2541"/>
            <a:ext cx="9144000" cy="5146041"/>
          </a:xfrm>
          <a:prstGeom prst="rect">
            <a:avLst/>
          </a:prstGeom>
          <a:solidFill>
            <a:srgbClr val="00BCEB"/>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bg1"/>
              </a:solidFill>
              <a:ea typeface="Arial" pitchFamily="-107" charset="0"/>
              <a:cs typeface="Arial" pitchFamily="-107" charset="0"/>
              <a:sym typeface="Arial" pitchFamily="-107" charset="0"/>
            </a:endParaRPr>
          </a:p>
        </p:txBody>
      </p:sp>
      <p:sp>
        <p:nvSpPr>
          <p:cNvPr id="16" name="Rectangle 15"/>
          <p:cNvSpPr/>
          <p:nvPr userDrawn="1"/>
        </p:nvSpPr>
        <p:spPr bwMode="auto">
          <a:xfrm>
            <a:off x="4588184" y="-2541"/>
            <a:ext cx="4555816" cy="5146041"/>
          </a:xfrm>
          <a:prstGeom prst="rect">
            <a:avLst/>
          </a:prstGeom>
          <a:solidFill>
            <a:schemeClr val="bg1"/>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bg1"/>
              </a:solidFill>
              <a:ea typeface="Arial" pitchFamily="-107" charset="0"/>
              <a:cs typeface="Arial" pitchFamily="-107" charset="0"/>
              <a:sym typeface="Arial" pitchFamily="-107" charset="0"/>
            </a:endParaRPr>
          </a:p>
        </p:txBody>
      </p:sp>
      <p:grpSp>
        <p:nvGrpSpPr>
          <p:cNvPr id="17" name="Group 16"/>
          <p:cNvGrpSpPr/>
          <p:nvPr userDrawn="1"/>
        </p:nvGrpSpPr>
        <p:grpSpPr>
          <a:xfrm>
            <a:off x="0" y="3324643"/>
            <a:ext cx="9144000" cy="1818857"/>
            <a:chOff x="0" y="3324643"/>
            <a:chExt cx="9144000" cy="1818857"/>
          </a:xfrm>
          <a:solidFill>
            <a:srgbClr val="00BCEB"/>
          </a:solidFill>
        </p:grpSpPr>
        <p:grpSp>
          <p:nvGrpSpPr>
            <p:cNvPr id="18" name="Group 17"/>
            <p:cNvGrpSpPr/>
            <p:nvPr/>
          </p:nvGrpSpPr>
          <p:grpSpPr>
            <a:xfrm>
              <a:off x="0" y="3324643"/>
              <a:ext cx="9144000" cy="1709204"/>
              <a:chOff x="2676240" y="1391040"/>
              <a:chExt cx="5323319" cy="995040"/>
            </a:xfrm>
            <a:grpFill/>
          </p:grpSpPr>
          <p:sp>
            <p:nvSpPr>
              <p:cNvPr id="20" name="Freeform: Shape 1"/>
              <p:cNvSpPr/>
              <p:nvPr/>
            </p:nvSpPr>
            <p:spPr>
              <a:xfrm>
                <a:off x="2676240" y="2204280"/>
                <a:ext cx="5323318" cy="181800"/>
              </a:xfrm>
              <a:custGeom>
                <a:avLst/>
                <a:gdLst/>
                <a:ahLst/>
                <a:cxnLst>
                  <a:cxn ang="3cd4">
                    <a:pos x="hc" y="t"/>
                  </a:cxn>
                  <a:cxn ang="cd2">
                    <a:pos x="l" y="vc"/>
                  </a:cxn>
                  <a:cxn ang="cd4">
                    <a:pos x="hc" y="b"/>
                  </a:cxn>
                  <a:cxn ang="0">
                    <a:pos x="r" y="vc"/>
                  </a:cxn>
                </a:cxnLst>
                <a:rect l="l" t="t" r="r" b="b"/>
                <a:pathLst>
                  <a:path w="14804" h="506">
                    <a:moveTo>
                      <a:pt x="7403" y="506"/>
                    </a:moveTo>
                    <a:lnTo>
                      <a:pt x="0" y="506"/>
                    </a:lnTo>
                    <a:lnTo>
                      <a:pt x="0" y="0"/>
                    </a:lnTo>
                    <a:lnTo>
                      <a:pt x="14804" y="0"/>
                    </a:lnTo>
                    <a:lnTo>
                      <a:pt x="14804" y="506"/>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1" name="Freeform: Shape 2"/>
              <p:cNvSpPr/>
              <p:nvPr/>
            </p:nvSpPr>
            <p:spPr>
              <a:xfrm>
                <a:off x="4409279" y="2031841"/>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2" name="Freeform: Shape 3"/>
              <p:cNvSpPr/>
              <p:nvPr/>
            </p:nvSpPr>
            <p:spPr>
              <a:xfrm>
                <a:off x="4554360" y="2088721"/>
                <a:ext cx="32760" cy="263880"/>
              </a:xfrm>
              <a:custGeom>
                <a:avLst/>
                <a:gdLst/>
                <a:ahLst/>
                <a:cxnLst>
                  <a:cxn ang="3cd4">
                    <a:pos x="hc" y="t"/>
                  </a:cxn>
                  <a:cxn ang="cd2">
                    <a:pos x="l" y="vc"/>
                  </a:cxn>
                  <a:cxn ang="cd4">
                    <a:pos x="hc" y="b"/>
                  </a:cxn>
                  <a:cxn ang="0">
                    <a:pos x="r" y="vc"/>
                  </a:cxn>
                </a:cxnLst>
                <a:rect l="l" t="t" r="r" b="b"/>
                <a:pathLst>
                  <a:path w="92" h="734">
                    <a:moveTo>
                      <a:pt x="46" y="734"/>
                    </a:moveTo>
                    <a:lnTo>
                      <a:pt x="0" y="734"/>
                    </a:lnTo>
                    <a:lnTo>
                      <a:pt x="0" y="0"/>
                    </a:lnTo>
                    <a:lnTo>
                      <a:pt x="92" y="0"/>
                    </a:lnTo>
                    <a:lnTo>
                      <a:pt x="92" y="73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3" name="Freeform: Shape 4"/>
              <p:cNvSpPr/>
              <p:nvPr/>
            </p:nvSpPr>
            <p:spPr>
              <a:xfrm>
                <a:off x="4733279" y="1795321"/>
                <a:ext cx="68400" cy="525960"/>
              </a:xfrm>
              <a:custGeom>
                <a:avLst/>
                <a:gdLst/>
                <a:ahLst/>
                <a:cxnLst>
                  <a:cxn ang="3cd4">
                    <a:pos x="hc" y="t"/>
                  </a:cxn>
                  <a:cxn ang="cd2">
                    <a:pos x="l" y="vc"/>
                  </a:cxn>
                  <a:cxn ang="cd4">
                    <a:pos x="hc" y="b"/>
                  </a:cxn>
                  <a:cxn ang="0">
                    <a:pos x="r" y="vc"/>
                  </a:cxn>
                </a:cxnLst>
                <a:rect l="l" t="t" r="r" b="b"/>
                <a:pathLst>
                  <a:path w="191" h="1462">
                    <a:moveTo>
                      <a:pt x="96" y="1462"/>
                    </a:moveTo>
                    <a:lnTo>
                      <a:pt x="0" y="1462"/>
                    </a:lnTo>
                    <a:lnTo>
                      <a:pt x="0" y="0"/>
                    </a:lnTo>
                    <a:lnTo>
                      <a:pt x="191" y="0"/>
                    </a:lnTo>
                    <a:lnTo>
                      <a:pt x="191"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4" name="Freeform: Shape 5"/>
              <p:cNvSpPr/>
              <p:nvPr/>
            </p:nvSpPr>
            <p:spPr>
              <a:xfrm>
                <a:off x="4659120" y="2103122"/>
                <a:ext cx="114840" cy="211320"/>
              </a:xfrm>
              <a:custGeom>
                <a:avLst/>
                <a:gdLst/>
                <a:ahLst/>
                <a:cxnLst>
                  <a:cxn ang="3cd4">
                    <a:pos x="hc" y="t"/>
                  </a:cxn>
                  <a:cxn ang="cd2">
                    <a:pos x="l" y="vc"/>
                  </a:cxn>
                  <a:cxn ang="cd4">
                    <a:pos x="hc" y="b"/>
                  </a:cxn>
                  <a:cxn ang="0">
                    <a:pos x="r" y="vc"/>
                  </a:cxn>
                </a:cxnLst>
                <a:rect l="l" t="t" r="r" b="b"/>
                <a:pathLst>
                  <a:path w="320" h="588">
                    <a:moveTo>
                      <a:pt x="160" y="588"/>
                    </a:moveTo>
                    <a:lnTo>
                      <a:pt x="0" y="588"/>
                    </a:lnTo>
                    <a:lnTo>
                      <a:pt x="0" y="0"/>
                    </a:lnTo>
                    <a:lnTo>
                      <a:pt x="320" y="0"/>
                    </a:lnTo>
                    <a:lnTo>
                      <a:pt x="320" y="58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5" name="Freeform: Shape 6"/>
              <p:cNvSpPr/>
              <p:nvPr/>
            </p:nvSpPr>
            <p:spPr>
              <a:xfrm>
                <a:off x="4938479" y="2107802"/>
                <a:ext cx="571680" cy="148320"/>
              </a:xfrm>
              <a:custGeom>
                <a:avLst/>
                <a:gdLst/>
                <a:ahLst/>
                <a:cxnLst>
                  <a:cxn ang="3cd4">
                    <a:pos x="hc" y="t"/>
                  </a:cxn>
                  <a:cxn ang="cd2">
                    <a:pos x="l" y="vc"/>
                  </a:cxn>
                  <a:cxn ang="cd4">
                    <a:pos x="hc" y="b"/>
                  </a:cxn>
                  <a:cxn ang="0">
                    <a:pos x="r" y="vc"/>
                  </a:cxn>
                </a:cxnLst>
                <a:rect l="l" t="t" r="r" b="b"/>
                <a:pathLst>
                  <a:path w="1589" h="413">
                    <a:moveTo>
                      <a:pt x="794" y="413"/>
                    </a:moveTo>
                    <a:lnTo>
                      <a:pt x="0" y="413"/>
                    </a:lnTo>
                    <a:lnTo>
                      <a:pt x="0" y="0"/>
                    </a:lnTo>
                    <a:lnTo>
                      <a:pt x="1589" y="0"/>
                    </a:lnTo>
                    <a:lnTo>
                      <a:pt x="1589" y="41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6" name="Freeform: Shape 7"/>
              <p:cNvSpPr/>
              <p:nvPr/>
            </p:nvSpPr>
            <p:spPr>
              <a:xfrm>
                <a:off x="4640040" y="2163242"/>
                <a:ext cx="783359" cy="76680"/>
              </a:xfrm>
              <a:custGeom>
                <a:avLst/>
                <a:gdLst/>
                <a:ahLst/>
                <a:cxnLst>
                  <a:cxn ang="3cd4">
                    <a:pos x="hc" y="t"/>
                  </a:cxn>
                  <a:cxn ang="cd2">
                    <a:pos x="l" y="vc"/>
                  </a:cxn>
                  <a:cxn ang="cd4">
                    <a:pos x="hc" y="b"/>
                  </a:cxn>
                  <a:cxn ang="0">
                    <a:pos x="r" y="vc"/>
                  </a:cxn>
                </a:cxnLst>
                <a:rect l="l" t="t" r="r" b="b"/>
                <a:pathLst>
                  <a:path w="2177" h="214">
                    <a:moveTo>
                      <a:pt x="1088" y="214"/>
                    </a:moveTo>
                    <a:lnTo>
                      <a:pt x="0" y="214"/>
                    </a:lnTo>
                    <a:lnTo>
                      <a:pt x="0" y="0"/>
                    </a:lnTo>
                    <a:lnTo>
                      <a:pt x="2177" y="0"/>
                    </a:lnTo>
                    <a:lnTo>
                      <a:pt x="2177" y="21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7" name="Freeform: Shape 8"/>
              <p:cNvSpPr/>
              <p:nvPr/>
            </p:nvSpPr>
            <p:spPr>
              <a:xfrm>
                <a:off x="3107159" y="2031841"/>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8" name="Freeform: Shape 9"/>
              <p:cNvSpPr/>
              <p:nvPr/>
            </p:nvSpPr>
            <p:spPr>
              <a:xfrm>
                <a:off x="7894078" y="2031841"/>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29" name="Freeform: Shape 10"/>
              <p:cNvSpPr/>
              <p:nvPr/>
            </p:nvSpPr>
            <p:spPr>
              <a:xfrm>
                <a:off x="3252239" y="2088721"/>
                <a:ext cx="32760" cy="263880"/>
              </a:xfrm>
              <a:custGeom>
                <a:avLst/>
                <a:gdLst/>
                <a:ahLst/>
                <a:cxnLst>
                  <a:cxn ang="3cd4">
                    <a:pos x="hc" y="t"/>
                  </a:cxn>
                  <a:cxn ang="cd2">
                    <a:pos x="l" y="vc"/>
                  </a:cxn>
                  <a:cxn ang="cd4">
                    <a:pos x="hc" y="b"/>
                  </a:cxn>
                  <a:cxn ang="0">
                    <a:pos x="r" y="vc"/>
                  </a:cxn>
                </a:cxnLst>
                <a:rect l="l" t="t" r="r" b="b"/>
                <a:pathLst>
                  <a:path w="92" h="734">
                    <a:moveTo>
                      <a:pt x="46" y="734"/>
                    </a:moveTo>
                    <a:lnTo>
                      <a:pt x="0" y="734"/>
                    </a:lnTo>
                    <a:lnTo>
                      <a:pt x="0" y="0"/>
                    </a:lnTo>
                    <a:lnTo>
                      <a:pt x="92" y="0"/>
                    </a:lnTo>
                    <a:lnTo>
                      <a:pt x="92" y="73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0" name="Freeform: Shape 11"/>
              <p:cNvSpPr/>
              <p:nvPr/>
            </p:nvSpPr>
            <p:spPr>
              <a:xfrm>
                <a:off x="3432239" y="1795321"/>
                <a:ext cx="68400" cy="525960"/>
              </a:xfrm>
              <a:custGeom>
                <a:avLst/>
                <a:gdLst/>
                <a:ahLst/>
                <a:cxnLst>
                  <a:cxn ang="3cd4">
                    <a:pos x="hc" y="t"/>
                  </a:cxn>
                  <a:cxn ang="cd2">
                    <a:pos x="l" y="vc"/>
                  </a:cxn>
                  <a:cxn ang="cd4">
                    <a:pos x="hc" y="b"/>
                  </a:cxn>
                  <a:cxn ang="0">
                    <a:pos x="r" y="vc"/>
                  </a:cxn>
                </a:cxnLst>
                <a:rect l="l" t="t" r="r" b="b"/>
                <a:pathLst>
                  <a:path w="191" h="1462">
                    <a:moveTo>
                      <a:pt x="95" y="1462"/>
                    </a:moveTo>
                    <a:lnTo>
                      <a:pt x="0" y="1462"/>
                    </a:lnTo>
                    <a:lnTo>
                      <a:pt x="0" y="0"/>
                    </a:lnTo>
                    <a:lnTo>
                      <a:pt x="191" y="0"/>
                    </a:lnTo>
                    <a:lnTo>
                      <a:pt x="191"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1" name="Freeform: Shape 12"/>
              <p:cNvSpPr/>
              <p:nvPr/>
            </p:nvSpPr>
            <p:spPr>
              <a:xfrm>
                <a:off x="3524759" y="1795321"/>
                <a:ext cx="68040" cy="525960"/>
              </a:xfrm>
              <a:custGeom>
                <a:avLst/>
                <a:gdLst/>
                <a:ahLst/>
                <a:cxnLst>
                  <a:cxn ang="3cd4">
                    <a:pos x="hc" y="t"/>
                  </a:cxn>
                  <a:cxn ang="cd2">
                    <a:pos x="l" y="vc"/>
                  </a:cxn>
                  <a:cxn ang="cd4">
                    <a:pos x="hc" y="b"/>
                  </a:cxn>
                  <a:cxn ang="0">
                    <a:pos x="r" y="vc"/>
                  </a:cxn>
                </a:cxnLst>
                <a:rect l="l" t="t" r="r" b="b"/>
                <a:pathLst>
                  <a:path w="190" h="1462">
                    <a:moveTo>
                      <a:pt x="95" y="1462"/>
                    </a:moveTo>
                    <a:lnTo>
                      <a:pt x="0" y="1462"/>
                    </a:lnTo>
                    <a:lnTo>
                      <a:pt x="0" y="0"/>
                    </a:lnTo>
                    <a:lnTo>
                      <a:pt x="190" y="0"/>
                    </a:lnTo>
                    <a:lnTo>
                      <a:pt x="190"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2" name="Freeform: Shape 13"/>
              <p:cNvSpPr/>
              <p:nvPr/>
            </p:nvSpPr>
            <p:spPr>
              <a:xfrm>
                <a:off x="3617279" y="1795321"/>
                <a:ext cx="68040" cy="525960"/>
              </a:xfrm>
              <a:custGeom>
                <a:avLst/>
                <a:gdLst/>
                <a:ahLst/>
                <a:cxnLst>
                  <a:cxn ang="3cd4">
                    <a:pos x="hc" y="t"/>
                  </a:cxn>
                  <a:cxn ang="cd2">
                    <a:pos x="l" y="vc"/>
                  </a:cxn>
                  <a:cxn ang="cd4">
                    <a:pos x="hc" y="b"/>
                  </a:cxn>
                  <a:cxn ang="0">
                    <a:pos x="r" y="vc"/>
                  </a:cxn>
                </a:cxnLst>
                <a:rect l="l" t="t" r="r" b="b"/>
                <a:pathLst>
                  <a:path w="190" h="1462">
                    <a:moveTo>
                      <a:pt x="95" y="1462"/>
                    </a:moveTo>
                    <a:lnTo>
                      <a:pt x="0" y="1462"/>
                    </a:lnTo>
                    <a:lnTo>
                      <a:pt x="0" y="0"/>
                    </a:lnTo>
                    <a:lnTo>
                      <a:pt x="190" y="0"/>
                    </a:lnTo>
                    <a:lnTo>
                      <a:pt x="190"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3" name="Freeform: Shape 14"/>
              <p:cNvSpPr/>
              <p:nvPr/>
            </p:nvSpPr>
            <p:spPr>
              <a:xfrm>
                <a:off x="3357720" y="2103122"/>
                <a:ext cx="115200" cy="211320"/>
              </a:xfrm>
              <a:custGeom>
                <a:avLst/>
                <a:gdLst/>
                <a:ahLst/>
                <a:cxnLst>
                  <a:cxn ang="3cd4">
                    <a:pos x="hc" y="t"/>
                  </a:cxn>
                  <a:cxn ang="cd2">
                    <a:pos x="l" y="vc"/>
                  </a:cxn>
                  <a:cxn ang="cd4">
                    <a:pos x="hc" y="b"/>
                  </a:cxn>
                  <a:cxn ang="0">
                    <a:pos x="r" y="vc"/>
                  </a:cxn>
                </a:cxnLst>
                <a:rect l="l" t="t" r="r" b="b"/>
                <a:pathLst>
                  <a:path w="321" h="588">
                    <a:moveTo>
                      <a:pt x="161" y="588"/>
                    </a:moveTo>
                    <a:lnTo>
                      <a:pt x="0" y="588"/>
                    </a:lnTo>
                    <a:lnTo>
                      <a:pt x="0" y="0"/>
                    </a:lnTo>
                    <a:lnTo>
                      <a:pt x="321" y="0"/>
                    </a:lnTo>
                    <a:lnTo>
                      <a:pt x="321" y="58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4" name="Freeform: Shape 15"/>
              <p:cNvSpPr/>
              <p:nvPr/>
            </p:nvSpPr>
            <p:spPr>
              <a:xfrm>
                <a:off x="3337920" y="2163242"/>
                <a:ext cx="782999" cy="76680"/>
              </a:xfrm>
              <a:custGeom>
                <a:avLst/>
                <a:gdLst/>
                <a:ahLst/>
                <a:cxnLst>
                  <a:cxn ang="3cd4">
                    <a:pos x="hc" y="t"/>
                  </a:cxn>
                  <a:cxn ang="cd2">
                    <a:pos x="l" y="vc"/>
                  </a:cxn>
                  <a:cxn ang="cd4">
                    <a:pos x="hc" y="b"/>
                  </a:cxn>
                  <a:cxn ang="0">
                    <a:pos x="r" y="vc"/>
                  </a:cxn>
                </a:cxnLst>
                <a:rect l="l" t="t" r="r" b="b"/>
                <a:pathLst>
                  <a:path w="2176" h="214">
                    <a:moveTo>
                      <a:pt x="1088" y="214"/>
                    </a:moveTo>
                    <a:lnTo>
                      <a:pt x="0" y="214"/>
                    </a:lnTo>
                    <a:lnTo>
                      <a:pt x="0" y="0"/>
                    </a:lnTo>
                    <a:lnTo>
                      <a:pt x="2176" y="0"/>
                    </a:lnTo>
                    <a:lnTo>
                      <a:pt x="2176" y="21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5" name="Freeform: Shape 16"/>
              <p:cNvSpPr/>
              <p:nvPr/>
            </p:nvSpPr>
            <p:spPr>
              <a:xfrm>
                <a:off x="4827960" y="1766522"/>
                <a:ext cx="67320" cy="427680"/>
              </a:xfrm>
              <a:custGeom>
                <a:avLst/>
                <a:gdLst/>
                <a:ahLst/>
                <a:cxnLst>
                  <a:cxn ang="3cd4">
                    <a:pos x="hc" y="t"/>
                  </a:cxn>
                  <a:cxn ang="cd2">
                    <a:pos x="l" y="vc"/>
                  </a:cxn>
                  <a:cxn ang="cd4">
                    <a:pos x="hc" y="b"/>
                  </a:cxn>
                  <a:cxn ang="0">
                    <a:pos x="r" y="vc"/>
                  </a:cxn>
                </a:cxnLst>
                <a:rect l="l" t="t" r="r" b="b"/>
                <a:pathLst>
                  <a:path w="188" h="1189">
                    <a:moveTo>
                      <a:pt x="94" y="1189"/>
                    </a:moveTo>
                    <a:lnTo>
                      <a:pt x="0" y="1189"/>
                    </a:lnTo>
                    <a:lnTo>
                      <a:pt x="0" y="0"/>
                    </a:lnTo>
                    <a:lnTo>
                      <a:pt x="188" y="0"/>
                    </a:lnTo>
                    <a:lnTo>
                      <a:pt x="188" y="118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6" name="Freeform: Shape 17"/>
              <p:cNvSpPr/>
              <p:nvPr/>
            </p:nvSpPr>
            <p:spPr>
              <a:xfrm>
                <a:off x="4920120" y="1765802"/>
                <a:ext cx="67320" cy="524880"/>
              </a:xfrm>
              <a:custGeom>
                <a:avLst/>
                <a:gdLst/>
                <a:ahLst/>
                <a:cxnLst>
                  <a:cxn ang="3cd4">
                    <a:pos x="hc" y="t"/>
                  </a:cxn>
                  <a:cxn ang="cd2">
                    <a:pos x="l" y="vc"/>
                  </a:cxn>
                  <a:cxn ang="cd4">
                    <a:pos x="hc" y="b"/>
                  </a:cxn>
                  <a:cxn ang="0">
                    <a:pos x="r" y="vc"/>
                  </a:cxn>
                </a:cxnLst>
                <a:rect l="l" t="t" r="r" b="b"/>
                <a:pathLst>
                  <a:path w="188" h="1459">
                    <a:moveTo>
                      <a:pt x="0" y="1459"/>
                    </a:moveTo>
                    <a:lnTo>
                      <a:pt x="188" y="1459"/>
                    </a:lnTo>
                    <a:lnTo>
                      <a:pt x="188" y="349"/>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7" name="Freeform: Shape 18"/>
              <p:cNvSpPr/>
              <p:nvPr/>
            </p:nvSpPr>
            <p:spPr>
              <a:xfrm>
                <a:off x="5095800" y="1842841"/>
                <a:ext cx="149040" cy="74160"/>
              </a:xfrm>
              <a:custGeom>
                <a:avLst/>
                <a:gdLst/>
                <a:ahLst/>
                <a:cxnLst>
                  <a:cxn ang="3cd4">
                    <a:pos x="hc" y="t"/>
                  </a:cxn>
                  <a:cxn ang="cd2">
                    <a:pos x="l" y="vc"/>
                  </a:cxn>
                  <a:cxn ang="cd4">
                    <a:pos x="hc" y="b"/>
                  </a:cxn>
                  <a:cxn ang="0">
                    <a:pos x="r" y="vc"/>
                  </a:cxn>
                </a:cxnLst>
                <a:rect l="l" t="t" r="r" b="b"/>
                <a:pathLst>
                  <a:path w="415" h="207">
                    <a:moveTo>
                      <a:pt x="208" y="207"/>
                    </a:moveTo>
                    <a:lnTo>
                      <a:pt x="0" y="207"/>
                    </a:lnTo>
                    <a:lnTo>
                      <a:pt x="0" y="0"/>
                    </a:lnTo>
                    <a:lnTo>
                      <a:pt x="415" y="0"/>
                    </a:lnTo>
                    <a:lnTo>
                      <a:pt x="415" y="207"/>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8" name="Freeform: Shape 19"/>
              <p:cNvSpPr/>
              <p:nvPr/>
            </p:nvSpPr>
            <p:spPr>
              <a:xfrm>
                <a:off x="5043240" y="1868762"/>
                <a:ext cx="420840" cy="307440"/>
              </a:xfrm>
              <a:custGeom>
                <a:avLst/>
                <a:gdLst/>
                <a:ahLst/>
                <a:cxnLst>
                  <a:cxn ang="3cd4">
                    <a:pos x="hc" y="t"/>
                  </a:cxn>
                  <a:cxn ang="cd2">
                    <a:pos x="l" y="vc"/>
                  </a:cxn>
                  <a:cxn ang="cd4">
                    <a:pos x="hc" y="b"/>
                  </a:cxn>
                  <a:cxn ang="0">
                    <a:pos x="r" y="vc"/>
                  </a:cxn>
                </a:cxnLst>
                <a:rect l="l" t="t" r="r" b="b"/>
                <a:pathLst>
                  <a:path w="1170" h="855">
                    <a:moveTo>
                      <a:pt x="286" y="217"/>
                    </a:moveTo>
                    <a:lnTo>
                      <a:pt x="286" y="174"/>
                    </a:lnTo>
                    <a:lnTo>
                      <a:pt x="1170" y="174"/>
                    </a:lnTo>
                    <a:lnTo>
                      <a:pt x="1170" y="0"/>
                    </a:lnTo>
                    <a:lnTo>
                      <a:pt x="0" y="0"/>
                    </a:lnTo>
                    <a:lnTo>
                      <a:pt x="0" y="855"/>
                    </a:lnTo>
                    <a:lnTo>
                      <a:pt x="1170" y="855"/>
                    </a:lnTo>
                    <a:lnTo>
                      <a:pt x="1170" y="664"/>
                    </a:lnTo>
                    <a:lnTo>
                      <a:pt x="286" y="664"/>
                    </a:lnTo>
                    <a:lnTo>
                      <a:pt x="286" y="622"/>
                    </a:lnTo>
                    <a:lnTo>
                      <a:pt x="1170" y="622"/>
                    </a:lnTo>
                    <a:lnTo>
                      <a:pt x="1170" y="574"/>
                    </a:lnTo>
                    <a:lnTo>
                      <a:pt x="286" y="574"/>
                    </a:lnTo>
                    <a:lnTo>
                      <a:pt x="286" y="535"/>
                    </a:lnTo>
                    <a:lnTo>
                      <a:pt x="1170" y="535"/>
                    </a:lnTo>
                    <a:lnTo>
                      <a:pt x="1170" y="484"/>
                    </a:lnTo>
                    <a:lnTo>
                      <a:pt x="286" y="484"/>
                    </a:lnTo>
                    <a:lnTo>
                      <a:pt x="286" y="445"/>
                    </a:lnTo>
                    <a:lnTo>
                      <a:pt x="1170" y="445"/>
                    </a:lnTo>
                    <a:lnTo>
                      <a:pt x="1170" y="397"/>
                    </a:lnTo>
                    <a:lnTo>
                      <a:pt x="286" y="397"/>
                    </a:lnTo>
                    <a:lnTo>
                      <a:pt x="286" y="355"/>
                    </a:lnTo>
                    <a:lnTo>
                      <a:pt x="1170" y="355"/>
                    </a:lnTo>
                    <a:lnTo>
                      <a:pt x="1170" y="307"/>
                    </a:lnTo>
                    <a:lnTo>
                      <a:pt x="286" y="307"/>
                    </a:lnTo>
                    <a:lnTo>
                      <a:pt x="286" y="265"/>
                    </a:lnTo>
                    <a:lnTo>
                      <a:pt x="1170" y="265"/>
                    </a:lnTo>
                    <a:lnTo>
                      <a:pt x="1170" y="217"/>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39" name="Freeform: Shape 20"/>
              <p:cNvSpPr/>
              <p:nvPr/>
            </p:nvSpPr>
            <p:spPr>
              <a:xfrm>
                <a:off x="5657759" y="1989720"/>
                <a:ext cx="356040" cy="315360"/>
              </a:xfrm>
              <a:custGeom>
                <a:avLst/>
                <a:gdLst/>
                <a:ahLst/>
                <a:cxnLst>
                  <a:cxn ang="3cd4">
                    <a:pos x="hc" y="t"/>
                  </a:cxn>
                  <a:cxn ang="cd2">
                    <a:pos x="l" y="vc"/>
                  </a:cxn>
                  <a:cxn ang="cd4">
                    <a:pos x="hc" y="b"/>
                  </a:cxn>
                  <a:cxn ang="0">
                    <a:pos x="r" y="vc"/>
                  </a:cxn>
                </a:cxnLst>
                <a:rect l="l" t="t" r="r" b="b"/>
                <a:pathLst>
                  <a:path w="990" h="877">
                    <a:moveTo>
                      <a:pt x="678" y="0"/>
                    </a:moveTo>
                    <a:lnTo>
                      <a:pt x="678" y="410"/>
                    </a:lnTo>
                    <a:lnTo>
                      <a:pt x="410" y="410"/>
                    </a:lnTo>
                    <a:lnTo>
                      <a:pt x="410" y="479"/>
                    </a:lnTo>
                    <a:lnTo>
                      <a:pt x="0" y="479"/>
                    </a:lnTo>
                    <a:lnTo>
                      <a:pt x="0" y="723"/>
                    </a:lnTo>
                    <a:lnTo>
                      <a:pt x="678" y="723"/>
                    </a:lnTo>
                    <a:lnTo>
                      <a:pt x="678" y="877"/>
                    </a:lnTo>
                    <a:lnTo>
                      <a:pt x="990" y="877"/>
                    </a:lnTo>
                    <a:lnTo>
                      <a:pt x="99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0" name="Freeform: Shape 21"/>
              <p:cNvSpPr/>
              <p:nvPr/>
            </p:nvSpPr>
            <p:spPr>
              <a:xfrm>
                <a:off x="6043678" y="1942920"/>
                <a:ext cx="175320" cy="385920"/>
              </a:xfrm>
              <a:custGeom>
                <a:avLst/>
                <a:gdLst/>
                <a:ahLst/>
                <a:cxnLst>
                  <a:cxn ang="3cd4">
                    <a:pos x="hc" y="t"/>
                  </a:cxn>
                  <a:cxn ang="cd2">
                    <a:pos x="l" y="vc"/>
                  </a:cxn>
                  <a:cxn ang="cd4">
                    <a:pos x="hc" y="b"/>
                  </a:cxn>
                  <a:cxn ang="0">
                    <a:pos x="r" y="vc"/>
                  </a:cxn>
                </a:cxnLst>
                <a:rect l="l" t="t" r="r" b="b"/>
                <a:pathLst>
                  <a:path w="488" h="1073">
                    <a:moveTo>
                      <a:pt x="244" y="1073"/>
                    </a:moveTo>
                    <a:lnTo>
                      <a:pt x="0" y="1073"/>
                    </a:lnTo>
                    <a:lnTo>
                      <a:pt x="0" y="0"/>
                    </a:lnTo>
                    <a:lnTo>
                      <a:pt x="488" y="0"/>
                    </a:lnTo>
                    <a:lnTo>
                      <a:pt x="488" y="107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1" name="Freeform: Shape 22"/>
              <p:cNvSpPr/>
              <p:nvPr/>
            </p:nvSpPr>
            <p:spPr>
              <a:xfrm>
                <a:off x="6156359" y="2048041"/>
                <a:ext cx="109080" cy="227160"/>
              </a:xfrm>
              <a:custGeom>
                <a:avLst/>
                <a:gdLst/>
                <a:ahLst/>
                <a:cxnLst>
                  <a:cxn ang="3cd4">
                    <a:pos x="hc" y="t"/>
                  </a:cxn>
                  <a:cxn ang="cd2">
                    <a:pos x="l" y="vc"/>
                  </a:cxn>
                  <a:cxn ang="cd4">
                    <a:pos x="hc" y="b"/>
                  </a:cxn>
                  <a:cxn ang="0">
                    <a:pos x="r" y="vc"/>
                  </a:cxn>
                </a:cxnLst>
                <a:rect l="l" t="t" r="r" b="b"/>
                <a:pathLst>
                  <a:path w="304" h="632">
                    <a:moveTo>
                      <a:pt x="152" y="632"/>
                    </a:moveTo>
                    <a:lnTo>
                      <a:pt x="0" y="632"/>
                    </a:lnTo>
                    <a:lnTo>
                      <a:pt x="0" y="0"/>
                    </a:lnTo>
                    <a:lnTo>
                      <a:pt x="304" y="0"/>
                    </a:lnTo>
                    <a:lnTo>
                      <a:pt x="304" y="63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2" name="Freeform: Shape 23"/>
              <p:cNvSpPr/>
              <p:nvPr/>
            </p:nvSpPr>
            <p:spPr>
              <a:xfrm>
                <a:off x="6084719" y="1850401"/>
                <a:ext cx="112320" cy="284760"/>
              </a:xfrm>
              <a:custGeom>
                <a:avLst/>
                <a:gdLst/>
                <a:ahLst/>
                <a:cxnLst>
                  <a:cxn ang="3cd4">
                    <a:pos x="hc" y="t"/>
                  </a:cxn>
                  <a:cxn ang="cd2">
                    <a:pos x="l" y="vc"/>
                  </a:cxn>
                  <a:cxn ang="cd4">
                    <a:pos x="hc" y="b"/>
                  </a:cxn>
                  <a:cxn ang="0">
                    <a:pos x="r" y="vc"/>
                  </a:cxn>
                </a:cxnLst>
                <a:rect l="l" t="t" r="r" b="b"/>
                <a:pathLst>
                  <a:path w="313" h="792">
                    <a:moveTo>
                      <a:pt x="156" y="792"/>
                    </a:moveTo>
                    <a:lnTo>
                      <a:pt x="0" y="792"/>
                    </a:lnTo>
                    <a:lnTo>
                      <a:pt x="0" y="0"/>
                    </a:lnTo>
                    <a:lnTo>
                      <a:pt x="313" y="0"/>
                    </a:lnTo>
                    <a:lnTo>
                      <a:pt x="313" y="79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3" name="Freeform: Shape 24"/>
              <p:cNvSpPr/>
              <p:nvPr/>
            </p:nvSpPr>
            <p:spPr>
              <a:xfrm>
                <a:off x="4007879" y="1970641"/>
                <a:ext cx="356400" cy="315360"/>
              </a:xfrm>
              <a:custGeom>
                <a:avLst/>
                <a:gdLst/>
                <a:ahLst/>
                <a:cxnLst>
                  <a:cxn ang="3cd4">
                    <a:pos x="hc" y="t"/>
                  </a:cxn>
                  <a:cxn ang="cd2">
                    <a:pos x="l" y="vc"/>
                  </a:cxn>
                  <a:cxn ang="cd4">
                    <a:pos x="hc" y="b"/>
                  </a:cxn>
                  <a:cxn ang="0">
                    <a:pos x="r" y="vc"/>
                  </a:cxn>
                </a:cxnLst>
                <a:rect l="l" t="t" r="r" b="b"/>
                <a:pathLst>
                  <a:path w="991" h="877">
                    <a:moveTo>
                      <a:pt x="313" y="0"/>
                    </a:moveTo>
                    <a:lnTo>
                      <a:pt x="313" y="411"/>
                    </a:lnTo>
                    <a:lnTo>
                      <a:pt x="580" y="411"/>
                    </a:lnTo>
                    <a:lnTo>
                      <a:pt x="580" y="479"/>
                    </a:lnTo>
                    <a:lnTo>
                      <a:pt x="991" y="479"/>
                    </a:lnTo>
                    <a:lnTo>
                      <a:pt x="991" y="723"/>
                    </a:lnTo>
                    <a:lnTo>
                      <a:pt x="313" y="723"/>
                    </a:lnTo>
                    <a:lnTo>
                      <a:pt x="313" y="877"/>
                    </a:lnTo>
                    <a:lnTo>
                      <a:pt x="0" y="877"/>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4" name="Freeform: Shape 25"/>
              <p:cNvSpPr/>
              <p:nvPr/>
            </p:nvSpPr>
            <p:spPr>
              <a:xfrm>
                <a:off x="3802320" y="1924920"/>
                <a:ext cx="174960" cy="385560"/>
              </a:xfrm>
              <a:custGeom>
                <a:avLst/>
                <a:gdLst/>
                <a:ahLst/>
                <a:cxnLst>
                  <a:cxn ang="3cd4">
                    <a:pos x="hc" y="t"/>
                  </a:cxn>
                  <a:cxn ang="cd2">
                    <a:pos x="l" y="vc"/>
                  </a:cxn>
                  <a:cxn ang="cd4">
                    <a:pos x="hc" y="b"/>
                  </a:cxn>
                  <a:cxn ang="0">
                    <a:pos x="r" y="vc"/>
                  </a:cxn>
                </a:cxnLst>
                <a:rect l="l" t="t" r="r" b="b"/>
                <a:pathLst>
                  <a:path w="487" h="1072">
                    <a:moveTo>
                      <a:pt x="243" y="0"/>
                    </a:moveTo>
                    <a:lnTo>
                      <a:pt x="487" y="0"/>
                    </a:lnTo>
                    <a:lnTo>
                      <a:pt x="487" y="1072"/>
                    </a:lnTo>
                    <a:lnTo>
                      <a:pt x="0" y="1072"/>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5" name="Freeform: Shape 26"/>
              <p:cNvSpPr/>
              <p:nvPr/>
            </p:nvSpPr>
            <p:spPr>
              <a:xfrm>
                <a:off x="3755880" y="2027520"/>
                <a:ext cx="109080" cy="227520"/>
              </a:xfrm>
              <a:custGeom>
                <a:avLst/>
                <a:gdLst/>
                <a:ahLst/>
                <a:cxnLst>
                  <a:cxn ang="3cd4">
                    <a:pos x="hc" y="t"/>
                  </a:cxn>
                  <a:cxn ang="cd2">
                    <a:pos x="l" y="vc"/>
                  </a:cxn>
                  <a:cxn ang="cd4">
                    <a:pos x="hc" y="b"/>
                  </a:cxn>
                  <a:cxn ang="0">
                    <a:pos x="r" y="vc"/>
                  </a:cxn>
                </a:cxnLst>
                <a:rect l="l" t="t" r="r" b="b"/>
                <a:pathLst>
                  <a:path w="304" h="633">
                    <a:moveTo>
                      <a:pt x="152" y="0"/>
                    </a:moveTo>
                    <a:lnTo>
                      <a:pt x="304" y="0"/>
                    </a:lnTo>
                    <a:lnTo>
                      <a:pt x="304" y="633"/>
                    </a:lnTo>
                    <a:lnTo>
                      <a:pt x="0" y="633"/>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6" name="Freeform: Shape 27"/>
              <p:cNvSpPr/>
              <p:nvPr/>
            </p:nvSpPr>
            <p:spPr>
              <a:xfrm>
                <a:off x="3823920" y="1830600"/>
                <a:ext cx="112320" cy="284760"/>
              </a:xfrm>
              <a:custGeom>
                <a:avLst/>
                <a:gdLst/>
                <a:ahLst/>
                <a:cxnLst>
                  <a:cxn ang="3cd4">
                    <a:pos x="hc" y="t"/>
                  </a:cxn>
                  <a:cxn ang="cd2">
                    <a:pos x="l" y="vc"/>
                  </a:cxn>
                  <a:cxn ang="cd4">
                    <a:pos x="hc" y="b"/>
                  </a:cxn>
                  <a:cxn ang="0">
                    <a:pos x="r" y="vc"/>
                  </a:cxn>
                </a:cxnLst>
                <a:rect l="l" t="t" r="r" b="b"/>
                <a:pathLst>
                  <a:path w="313" h="792">
                    <a:moveTo>
                      <a:pt x="156" y="0"/>
                    </a:moveTo>
                    <a:lnTo>
                      <a:pt x="313" y="0"/>
                    </a:lnTo>
                    <a:lnTo>
                      <a:pt x="313" y="792"/>
                    </a:lnTo>
                    <a:lnTo>
                      <a:pt x="0" y="792"/>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7" name="Freeform: Shape 28"/>
              <p:cNvSpPr/>
              <p:nvPr/>
            </p:nvSpPr>
            <p:spPr>
              <a:xfrm>
                <a:off x="2777400" y="1970641"/>
                <a:ext cx="356040" cy="315360"/>
              </a:xfrm>
              <a:custGeom>
                <a:avLst/>
                <a:gdLst/>
                <a:ahLst/>
                <a:cxnLst>
                  <a:cxn ang="3cd4">
                    <a:pos x="hc" y="t"/>
                  </a:cxn>
                  <a:cxn ang="cd2">
                    <a:pos x="l" y="vc"/>
                  </a:cxn>
                  <a:cxn ang="cd4">
                    <a:pos x="hc" y="b"/>
                  </a:cxn>
                  <a:cxn ang="0">
                    <a:pos x="r" y="vc"/>
                  </a:cxn>
                </a:cxnLst>
                <a:rect l="l" t="t" r="r" b="b"/>
                <a:pathLst>
                  <a:path w="990" h="877">
                    <a:moveTo>
                      <a:pt x="312" y="0"/>
                    </a:moveTo>
                    <a:lnTo>
                      <a:pt x="312" y="411"/>
                    </a:lnTo>
                    <a:lnTo>
                      <a:pt x="580" y="411"/>
                    </a:lnTo>
                    <a:lnTo>
                      <a:pt x="580" y="479"/>
                    </a:lnTo>
                    <a:lnTo>
                      <a:pt x="990" y="479"/>
                    </a:lnTo>
                    <a:lnTo>
                      <a:pt x="990" y="723"/>
                    </a:lnTo>
                    <a:lnTo>
                      <a:pt x="312" y="723"/>
                    </a:lnTo>
                    <a:lnTo>
                      <a:pt x="312" y="877"/>
                    </a:lnTo>
                    <a:lnTo>
                      <a:pt x="0" y="877"/>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8" name="Freeform: Shape 29"/>
              <p:cNvSpPr/>
              <p:nvPr/>
            </p:nvSpPr>
            <p:spPr>
              <a:xfrm>
                <a:off x="6325200" y="1788481"/>
                <a:ext cx="308160" cy="512640"/>
              </a:xfrm>
              <a:custGeom>
                <a:avLst/>
                <a:gdLst/>
                <a:ahLst/>
                <a:cxnLst>
                  <a:cxn ang="3cd4">
                    <a:pos x="hc" y="t"/>
                  </a:cxn>
                  <a:cxn ang="cd2">
                    <a:pos x="l" y="vc"/>
                  </a:cxn>
                  <a:cxn ang="cd4">
                    <a:pos x="hc" y="b"/>
                  </a:cxn>
                  <a:cxn ang="0">
                    <a:pos x="r" y="vc"/>
                  </a:cxn>
                </a:cxnLst>
                <a:rect l="l" t="t" r="r" b="b"/>
                <a:pathLst>
                  <a:path w="857" h="1425">
                    <a:moveTo>
                      <a:pt x="153" y="0"/>
                    </a:moveTo>
                    <a:lnTo>
                      <a:pt x="0" y="0"/>
                    </a:lnTo>
                    <a:lnTo>
                      <a:pt x="0" y="104"/>
                    </a:lnTo>
                    <a:lnTo>
                      <a:pt x="0" y="1425"/>
                    </a:lnTo>
                    <a:lnTo>
                      <a:pt x="153" y="1425"/>
                    </a:lnTo>
                    <a:lnTo>
                      <a:pt x="153" y="104"/>
                    </a:lnTo>
                    <a:lnTo>
                      <a:pt x="188" y="104"/>
                    </a:lnTo>
                    <a:lnTo>
                      <a:pt x="188" y="1181"/>
                    </a:lnTo>
                    <a:lnTo>
                      <a:pt x="214" y="1181"/>
                    </a:lnTo>
                    <a:lnTo>
                      <a:pt x="214" y="104"/>
                    </a:lnTo>
                    <a:lnTo>
                      <a:pt x="251" y="104"/>
                    </a:lnTo>
                    <a:lnTo>
                      <a:pt x="251" y="1181"/>
                    </a:lnTo>
                    <a:lnTo>
                      <a:pt x="278" y="1181"/>
                    </a:lnTo>
                    <a:lnTo>
                      <a:pt x="278" y="104"/>
                    </a:lnTo>
                    <a:lnTo>
                      <a:pt x="315" y="104"/>
                    </a:lnTo>
                    <a:lnTo>
                      <a:pt x="315" y="1181"/>
                    </a:lnTo>
                    <a:lnTo>
                      <a:pt x="341" y="1181"/>
                    </a:lnTo>
                    <a:lnTo>
                      <a:pt x="341" y="104"/>
                    </a:lnTo>
                    <a:lnTo>
                      <a:pt x="381" y="104"/>
                    </a:lnTo>
                    <a:lnTo>
                      <a:pt x="381" y="1181"/>
                    </a:lnTo>
                    <a:lnTo>
                      <a:pt x="407" y="1181"/>
                    </a:lnTo>
                    <a:lnTo>
                      <a:pt x="407" y="104"/>
                    </a:lnTo>
                    <a:lnTo>
                      <a:pt x="444" y="104"/>
                    </a:lnTo>
                    <a:lnTo>
                      <a:pt x="444" y="1181"/>
                    </a:lnTo>
                    <a:lnTo>
                      <a:pt x="471" y="1181"/>
                    </a:lnTo>
                    <a:lnTo>
                      <a:pt x="471" y="104"/>
                    </a:lnTo>
                    <a:lnTo>
                      <a:pt x="508" y="104"/>
                    </a:lnTo>
                    <a:lnTo>
                      <a:pt x="508" y="1181"/>
                    </a:lnTo>
                    <a:lnTo>
                      <a:pt x="534" y="1181"/>
                    </a:lnTo>
                    <a:lnTo>
                      <a:pt x="534" y="104"/>
                    </a:lnTo>
                    <a:lnTo>
                      <a:pt x="574" y="104"/>
                    </a:lnTo>
                    <a:lnTo>
                      <a:pt x="574" y="1181"/>
                    </a:lnTo>
                    <a:lnTo>
                      <a:pt x="601" y="1181"/>
                    </a:lnTo>
                    <a:lnTo>
                      <a:pt x="601" y="104"/>
                    </a:lnTo>
                    <a:lnTo>
                      <a:pt x="638" y="104"/>
                    </a:lnTo>
                    <a:lnTo>
                      <a:pt x="638" y="1181"/>
                    </a:lnTo>
                    <a:lnTo>
                      <a:pt x="664" y="1181"/>
                    </a:lnTo>
                    <a:lnTo>
                      <a:pt x="664" y="104"/>
                    </a:lnTo>
                    <a:lnTo>
                      <a:pt x="704" y="104"/>
                    </a:lnTo>
                    <a:lnTo>
                      <a:pt x="704" y="1181"/>
                    </a:lnTo>
                    <a:lnTo>
                      <a:pt x="728" y="1181"/>
                    </a:lnTo>
                    <a:lnTo>
                      <a:pt x="728" y="104"/>
                    </a:lnTo>
                    <a:lnTo>
                      <a:pt x="767" y="104"/>
                    </a:lnTo>
                    <a:lnTo>
                      <a:pt x="767" y="1181"/>
                    </a:lnTo>
                    <a:lnTo>
                      <a:pt x="794" y="1181"/>
                    </a:lnTo>
                    <a:lnTo>
                      <a:pt x="794" y="104"/>
                    </a:lnTo>
                    <a:lnTo>
                      <a:pt x="831" y="104"/>
                    </a:lnTo>
                    <a:lnTo>
                      <a:pt x="831" y="1181"/>
                    </a:lnTo>
                    <a:lnTo>
                      <a:pt x="857" y="1181"/>
                    </a:lnTo>
                    <a:lnTo>
                      <a:pt x="857" y="104"/>
                    </a:lnTo>
                    <a:lnTo>
                      <a:pt x="857" y="69"/>
                    </a:lnTo>
                    <a:lnTo>
                      <a:pt x="857"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49" name="Freeform: Shape 30"/>
              <p:cNvSpPr/>
              <p:nvPr/>
            </p:nvSpPr>
            <p:spPr>
              <a:xfrm>
                <a:off x="6464159" y="1778041"/>
                <a:ext cx="895680" cy="452519"/>
              </a:xfrm>
              <a:custGeom>
                <a:avLst/>
                <a:gdLst/>
                <a:ahLst/>
                <a:cxnLst>
                  <a:cxn ang="3cd4">
                    <a:pos x="hc" y="t"/>
                  </a:cxn>
                  <a:cxn ang="cd2">
                    <a:pos x="l" y="vc"/>
                  </a:cxn>
                  <a:cxn ang="cd4">
                    <a:pos x="hc" y="b"/>
                  </a:cxn>
                  <a:cxn ang="0">
                    <a:pos x="r" y="vc"/>
                  </a:cxn>
                </a:cxnLst>
                <a:rect l="l" t="t" r="r" b="b"/>
                <a:pathLst>
                  <a:path w="2489" h="1258">
                    <a:moveTo>
                      <a:pt x="1247" y="0"/>
                    </a:moveTo>
                    <a:lnTo>
                      <a:pt x="0" y="1258"/>
                    </a:lnTo>
                    <a:lnTo>
                      <a:pt x="2489" y="125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50" name="Freeform: Shape 31"/>
              <p:cNvSpPr/>
              <p:nvPr/>
            </p:nvSpPr>
            <p:spPr>
              <a:xfrm>
                <a:off x="7193519" y="1638001"/>
                <a:ext cx="381960" cy="595440"/>
              </a:xfrm>
              <a:custGeom>
                <a:avLst/>
                <a:gdLst/>
                <a:ahLst/>
                <a:cxnLst>
                  <a:cxn ang="3cd4">
                    <a:pos x="hc" y="t"/>
                  </a:cxn>
                  <a:cxn ang="cd2">
                    <a:pos x="l" y="vc"/>
                  </a:cxn>
                  <a:cxn ang="cd4">
                    <a:pos x="hc" y="b"/>
                  </a:cxn>
                  <a:cxn ang="0">
                    <a:pos x="r" y="vc"/>
                  </a:cxn>
                </a:cxnLst>
                <a:rect l="l" t="t" r="r" b="b"/>
                <a:pathLst>
                  <a:path w="1062" h="1655">
                    <a:moveTo>
                      <a:pt x="980" y="0"/>
                    </a:moveTo>
                    <a:lnTo>
                      <a:pt x="882" y="0"/>
                    </a:lnTo>
                    <a:lnTo>
                      <a:pt x="882" y="193"/>
                    </a:lnTo>
                    <a:lnTo>
                      <a:pt x="794" y="193"/>
                    </a:lnTo>
                    <a:lnTo>
                      <a:pt x="794" y="344"/>
                    </a:lnTo>
                    <a:lnTo>
                      <a:pt x="273" y="344"/>
                    </a:lnTo>
                    <a:lnTo>
                      <a:pt x="273" y="193"/>
                    </a:lnTo>
                    <a:lnTo>
                      <a:pt x="185" y="193"/>
                    </a:lnTo>
                    <a:lnTo>
                      <a:pt x="185" y="0"/>
                    </a:lnTo>
                    <a:lnTo>
                      <a:pt x="87" y="0"/>
                    </a:lnTo>
                    <a:lnTo>
                      <a:pt x="87" y="193"/>
                    </a:lnTo>
                    <a:lnTo>
                      <a:pt x="0" y="193"/>
                    </a:lnTo>
                    <a:lnTo>
                      <a:pt x="0" y="1655"/>
                    </a:lnTo>
                    <a:lnTo>
                      <a:pt x="270" y="1655"/>
                    </a:lnTo>
                    <a:lnTo>
                      <a:pt x="270" y="1475"/>
                    </a:lnTo>
                    <a:lnTo>
                      <a:pt x="792" y="1475"/>
                    </a:lnTo>
                    <a:lnTo>
                      <a:pt x="792" y="1655"/>
                    </a:lnTo>
                    <a:lnTo>
                      <a:pt x="1062" y="1655"/>
                    </a:lnTo>
                    <a:lnTo>
                      <a:pt x="1062" y="193"/>
                    </a:lnTo>
                    <a:lnTo>
                      <a:pt x="980" y="193"/>
                    </a:lnTo>
                    <a:close/>
                    <a:moveTo>
                      <a:pt x="797" y="421"/>
                    </a:moveTo>
                    <a:lnTo>
                      <a:pt x="797" y="450"/>
                    </a:lnTo>
                    <a:lnTo>
                      <a:pt x="275" y="450"/>
                    </a:lnTo>
                    <a:lnTo>
                      <a:pt x="275" y="421"/>
                    </a:lnTo>
                    <a:close/>
                    <a:moveTo>
                      <a:pt x="275" y="1189"/>
                    </a:moveTo>
                    <a:lnTo>
                      <a:pt x="275" y="1160"/>
                    </a:lnTo>
                    <a:lnTo>
                      <a:pt x="797" y="1160"/>
                    </a:lnTo>
                    <a:lnTo>
                      <a:pt x="797" y="1189"/>
                    </a:lnTo>
                    <a:close/>
                    <a:moveTo>
                      <a:pt x="797" y="1266"/>
                    </a:moveTo>
                    <a:lnTo>
                      <a:pt x="797" y="1295"/>
                    </a:lnTo>
                    <a:lnTo>
                      <a:pt x="275" y="1295"/>
                    </a:lnTo>
                    <a:lnTo>
                      <a:pt x="275" y="1266"/>
                    </a:lnTo>
                    <a:close/>
                    <a:moveTo>
                      <a:pt x="275" y="1083"/>
                    </a:moveTo>
                    <a:lnTo>
                      <a:pt x="275" y="1054"/>
                    </a:lnTo>
                    <a:lnTo>
                      <a:pt x="797" y="1054"/>
                    </a:lnTo>
                    <a:lnTo>
                      <a:pt x="797" y="1083"/>
                    </a:lnTo>
                    <a:close/>
                    <a:moveTo>
                      <a:pt x="275" y="977"/>
                    </a:moveTo>
                    <a:lnTo>
                      <a:pt x="275" y="948"/>
                    </a:lnTo>
                    <a:lnTo>
                      <a:pt x="797" y="948"/>
                    </a:lnTo>
                    <a:lnTo>
                      <a:pt x="797" y="977"/>
                    </a:lnTo>
                    <a:close/>
                    <a:moveTo>
                      <a:pt x="275" y="871"/>
                    </a:moveTo>
                    <a:lnTo>
                      <a:pt x="275" y="842"/>
                    </a:lnTo>
                    <a:lnTo>
                      <a:pt x="797" y="842"/>
                    </a:lnTo>
                    <a:lnTo>
                      <a:pt x="797" y="871"/>
                    </a:lnTo>
                    <a:close/>
                    <a:moveTo>
                      <a:pt x="275" y="768"/>
                    </a:moveTo>
                    <a:lnTo>
                      <a:pt x="275" y="739"/>
                    </a:lnTo>
                    <a:lnTo>
                      <a:pt x="797" y="739"/>
                    </a:lnTo>
                    <a:lnTo>
                      <a:pt x="797" y="768"/>
                    </a:lnTo>
                    <a:close/>
                    <a:moveTo>
                      <a:pt x="275" y="662"/>
                    </a:moveTo>
                    <a:lnTo>
                      <a:pt x="275" y="633"/>
                    </a:lnTo>
                    <a:lnTo>
                      <a:pt x="797" y="633"/>
                    </a:lnTo>
                    <a:lnTo>
                      <a:pt x="797" y="662"/>
                    </a:lnTo>
                    <a:close/>
                    <a:moveTo>
                      <a:pt x="275" y="556"/>
                    </a:moveTo>
                    <a:lnTo>
                      <a:pt x="275" y="527"/>
                    </a:lnTo>
                    <a:lnTo>
                      <a:pt x="797" y="527"/>
                    </a:lnTo>
                    <a:lnTo>
                      <a:pt x="797" y="556"/>
                    </a:lnTo>
                    <a:close/>
                    <a:moveTo>
                      <a:pt x="275" y="1401"/>
                    </a:moveTo>
                    <a:lnTo>
                      <a:pt x="275" y="1372"/>
                    </a:lnTo>
                    <a:lnTo>
                      <a:pt x="797" y="1372"/>
                    </a:lnTo>
                    <a:lnTo>
                      <a:pt x="797" y="1401"/>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51" name="Freeform: Shape 32"/>
              <p:cNvSpPr/>
              <p:nvPr/>
            </p:nvSpPr>
            <p:spPr>
              <a:xfrm>
                <a:off x="7260120" y="2180521"/>
                <a:ext cx="255960" cy="27000"/>
              </a:xfrm>
              <a:custGeom>
                <a:avLst/>
                <a:gdLst/>
                <a:ahLst/>
                <a:cxnLst>
                  <a:cxn ang="3cd4">
                    <a:pos x="hc" y="t"/>
                  </a:cxn>
                  <a:cxn ang="cd2">
                    <a:pos x="l" y="vc"/>
                  </a:cxn>
                  <a:cxn ang="cd4">
                    <a:pos x="hc" y="b"/>
                  </a:cxn>
                  <a:cxn ang="0">
                    <a:pos x="r" y="vc"/>
                  </a:cxn>
                </a:cxnLst>
                <a:rect l="l" t="t" r="r" b="b"/>
                <a:pathLst>
                  <a:path w="712" h="76">
                    <a:moveTo>
                      <a:pt x="356" y="76"/>
                    </a:moveTo>
                    <a:lnTo>
                      <a:pt x="0" y="76"/>
                    </a:lnTo>
                    <a:lnTo>
                      <a:pt x="0" y="0"/>
                    </a:lnTo>
                    <a:lnTo>
                      <a:pt x="712" y="0"/>
                    </a:lnTo>
                    <a:lnTo>
                      <a:pt x="712" y="76"/>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52" name="Freeform: Shape 33"/>
              <p:cNvSpPr/>
              <p:nvPr/>
            </p:nvSpPr>
            <p:spPr>
              <a:xfrm>
                <a:off x="7714079" y="2033640"/>
                <a:ext cx="285480" cy="211320"/>
              </a:xfrm>
              <a:custGeom>
                <a:avLst/>
                <a:gdLst/>
                <a:ahLst/>
                <a:cxnLst>
                  <a:cxn ang="3cd4">
                    <a:pos x="hc" y="t"/>
                  </a:cxn>
                  <a:cxn ang="cd2">
                    <a:pos x="l" y="vc"/>
                  </a:cxn>
                  <a:cxn ang="cd4">
                    <a:pos x="hc" y="b"/>
                  </a:cxn>
                  <a:cxn ang="0">
                    <a:pos x="r" y="vc"/>
                  </a:cxn>
                </a:cxnLst>
                <a:rect l="l" t="t" r="r" b="b"/>
                <a:pathLst>
                  <a:path w="794" h="588">
                    <a:moveTo>
                      <a:pt x="638" y="138"/>
                    </a:moveTo>
                    <a:lnTo>
                      <a:pt x="638" y="371"/>
                    </a:lnTo>
                    <a:lnTo>
                      <a:pt x="434" y="371"/>
                    </a:lnTo>
                    <a:lnTo>
                      <a:pt x="434" y="0"/>
                    </a:lnTo>
                    <a:lnTo>
                      <a:pt x="153" y="0"/>
                    </a:lnTo>
                    <a:lnTo>
                      <a:pt x="153" y="371"/>
                    </a:lnTo>
                    <a:lnTo>
                      <a:pt x="0" y="371"/>
                    </a:lnTo>
                    <a:lnTo>
                      <a:pt x="0" y="524"/>
                    </a:lnTo>
                    <a:lnTo>
                      <a:pt x="153" y="524"/>
                    </a:lnTo>
                    <a:lnTo>
                      <a:pt x="153" y="580"/>
                    </a:lnTo>
                    <a:lnTo>
                      <a:pt x="434" y="580"/>
                    </a:lnTo>
                    <a:lnTo>
                      <a:pt x="434" y="524"/>
                    </a:lnTo>
                    <a:lnTo>
                      <a:pt x="638" y="524"/>
                    </a:lnTo>
                    <a:lnTo>
                      <a:pt x="638" y="588"/>
                    </a:lnTo>
                    <a:lnTo>
                      <a:pt x="794" y="588"/>
                    </a:lnTo>
                    <a:lnTo>
                      <a:pt x="794" y="13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53" name="Freeform: Shape 34"/>
              <p:cNvSpPr/>
              <p:nvPr/>
            </p:nvSpPr>
            <p:spPr>
              <a:xfrm>
                <a:off x="5578560" y="1624680"/>
                <a:ext cx="123480" cy="586800"/>
              </a:xfrm>
              <a:custGeom>
                <a:avLst/>
                <a:gdLst/>
                <a:ahLst/>
                <a:cxnLst>
                  <a:cxn ang="3cd4">
                    <a:pos x="hc" y="t"/>
                  </a:cxn>
                  <a:cxn ang="cd2">
                    <a:pos x="l" y="vc"/>
                  </a:cxn>
                  <a:cxn ang="cd4">
                    <a:pos x="hc" y="b"/>
                  </a:cxn>
                  <a:cxn ang="0">
                    <a:pos x="r" y="vc"/>
                  </a:cxn>
                </a:cxnLst>
                <a:rect l="l" t="t" r="r" b="b"/>
                <a:pathLst>
                  <a:path w="344" h="1631">
                    <a:moveTo>
                      <a:pt x="344" y="1626"/>
                    </a:moveTo>
                    <a:cubicBezTo>
                      <a:pt x="344" y="1620"/>
                      <a:pt x="260" y="977"/>
                      <a:pt x="260" y="582"/>
                    </a:cubicBezTo>
                    <a:cubicBezTo>
                      <a:pt x="260" y="190"/>
                      <a:pt x="260" y="161"/>
                      <a:pt x="273" y="50"/>
                    </a:cubicBezTo>
                    <a:lnTo>
                      <a:pt x="289" y="50"/>
                    </a:lnTo>
                    <a:lnTo>
                      <a:pt x="289" y="0"/>
                    </a:lnTo>
                    <a:lnTo>
                      <a:pt x="58" y="0"/>
                    </a:lnTo>
                    <a:lnTo>
                      <a:pt x="58" y="50"/>
                    </a:lnTo>
                    <a:lnTo>
                      <a:pt x="72" y="50"/>
                    </a:lnTo>
                    <a:cubicBezTo>
                      <a:pt x="85" y="161"/>
                      <a:pt x="85" y="190"/>
                      <a:pt x="85" y="582"/>
                    </a:cubicBezTo>
                    <a:cubicBezTo>
                      <a:pt x="85" y="977"/>
                      <a:pt x="0" y="1620"/>
                      <a:pt x="0" y="1626"/>
                    </a:cubicBezTo>
                    <a:lnTo>
                      <a:pt x="32" y="1631"/>
                    </a:lnTo>
                    <a:cubicBezTo>
                      <a:pt x="32" y="1626"/>
                      <a:pt x="77" y="1292"/>
                      <a:pt x="101" y="958"/>
                    </a:cubicBezTo>
                    <a:lnTo>
                      <a:pt x="101" y="1247"/>
                    </a:lnTo>
                    <a:lnTo>
                      <a:pt x="154" y="1247"/>
                    </a:lnTo>
                    <a:lnTo>
                      <a:pt x="154" y="1631"/>
                    </a:lnTo>
                    <a:lnTo>
                      <a:pt x="186" y="1631"/>
                    </a:lnTo>
                    <a:lnTo>
                      <a:pt x="186" y="1247"/>
                    </a:lnTo>
                    <a:lnTo>
                      <a:pt x="238" y="1247"/>
                    </a:lnTo>
                    <a:lnTo>
                      <a:pt x="238" y="964"/>
                    </a:lnTo>
                    <a:cubicBezTo>
                      <a:pt x="262" y="1295"/>
                      <a:pt x="307" y="1623"/>
                      <a:pt x="307" y="1628"/>
                    </a:cubicBezTo>
                    <a:close/>
                    <a:moveTo>
                      <a:pt x="117" y="175"/>
                    </a:moveTo>
                    <a:cubicBezTo>
                      <a:pt x="114" y="127"/>
                      <a:pt x="111" y="95"/>
                      <a:pt x="106" y="50"/>
                    </a:cubicBezTo>
                    <a:lnTo>
                      <a:pt x="156" y="50"/>
                    </a:lnTo>
                    <a:lnTo>
                      <a:pt x="156" y="175"/>
                    </a:lnTo>
                    <a:close/>
                    <a:moveTo>
                      <a:pt x="191" y="50"/>
                    </a:moveTo>
                    <a:lnTo>
                      <a:pt x="241" y="50"/>
                    </a:lnTo>
                    <a:cubicBezTo>
                      <a:pt x="236" y="95"/>
                      <a:pt x="233" y="127"/>
                      <a:pt x="231" y="175"/>
                    </a:cubicBezTo>
                    <a:lnTo>
                      <a:pt x="191" y="175"/>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sp>
            <p:nvSpPr>
              <p:cNvPr id="54" name="Freeform: Shape 35"/>
              <p:cNvSpPr/>
              <p:nvPr/>
            </p:nvSpPr>
            <p:spPr>
              <a:xfrm>
                <a:off x="5569920" y="1391040"/>
                <a:ext cx="145440" cy="225720"/>
              </a:xfrm>
              <a:custGeom>
                <a:avLst/>
                <a:gdLst/>
                <a:ahLst/>
                <a:cxnLst>
                  <a:cxn ang="3cd4">
                    <a:pos x="hc" y="t"/>
                  </a:cxn>
                  <a:cxn ang="cd2">
                    <a:pos x="l" y="vc"/>
                  </a:cxn>
                  <a:cxn ang="cd4">
                    <a:pos x="hc" y="b"/>
                  </a:cxn>
                  <a:cxn ang="0">
                    <a:pos x="r" y="vc"/>
                  </a:cxn>
                </a:cxnLst>
                <a:rect l="l" t="t" r="r" b="b"/>
                <a:pathLst>
                  <a:path w="405" h="628">
                    <a:moveTo>
                      <a:pt x="405" y="469"/>
                    </a:moveTo>
                    <a:lnTo>
                      <a:pt x="355" y="469"/>
                    </a:lnTo>
                    <a:lnTo>
                      <a:pt x="297" y="424"/>
                    </a:lnTo>
                    <a:lnTo>
                      <a:pt x="270" y="424"/>
                    </a:lnTo>
                    <a:lnTo>
                      <a:pt x="270" y="400"/>
                    </a:lnTo>
                    <a:lnTo>
                      <a:pt x="225" y="400"/>
                    </a:lnTo>
                    <a:lnTo>
                      <a:pt x="225" y="90"/>
                    </a:lnTo>
                    <a:lnTo>
                      <a:pt x="210" y="90"/>
                    </a:lnTo>
                    <a:lnTo>
                      <a:pt x="210" y="0"/>
                    </a:lnTo>
                    <a:lnTo>
                      <a:pt x="196" y="0"/>
                    </a:lnTo>
                    <a:lnTo>
                      <a:pt x="196" y="90"/>
                    </a:lnTo>
                    <a:lnTo>
                      <a:pt x="180" y="90"/>
                    </a:lnTo>
                    <a:lnTo>
                      <a:pt x="180" y="400"/>
                    </a:lnTo>
                    <a:lnTo>
                      <a:pt x="135" y="400"/>
                    </a:lnTo>
                    <a:lnTo>
                      <a:pt x="135" y="424"/>
                    </a:lnTo>
                    <a:lnTo>
                      <a:pt x="104" y="424"/>
                    </a:lnTo>
                    <a:lnTo>
                      <a:pt x="48" y="469"/>
                    </a:lnTo>
                    <a:lnTo>
                      <a:pt x="0" y="469"/>
                    </a:lnTo>
                    <a:lnTo>
                      <a:pt x="0" y="503"/>
                    </a:lnTo>
                    <a:lnTo>
                      <a:pt x="43" y="503"/>
                    </a:lnTo>
                    <a:lnTo>
                      <a:pt x="85" y="628"/>
                    </a:lnTo>
                    <a:lnTo>
                      <a:pt x="329" y="628"/>
                    </a:lnTo>
                    <a:lnTo>
                      <a:pt x="366" y="503"/>
                    </a:lnTo>
                    <a:lnTo>
                      <a:pt x="405" y="50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solidFill>
                    <a:schemeClr val="accent1"/>
                  </a:solidFill>
                  <a:latin typeface="Arial" pitchFamily="18"/>
                  <a:ea typeface="Arial Unicode MS" pitchFamily="2"/>
                  <a:cs typeface="Arial Unicode MS" pitchFamily="2"/>
                </a:endParaRPr>
              </a:p>
            </p:txBody>
          </p:sp>
        </p:grpSp>
        <p:sp>
          <p:nvSpPr>
            <p:cNvPr id="19" name="Rectangle 18"/>
            <p:cNvSpPr/>
            <p:nvPr/>
          </p:nvSpPr>
          <p:spPr bwMode="auto">
            <a:xfrm>
              <a:off x="0" y="4786058"/>
              <a:ext cx="9144000" cy="357442"/>
            </a:xfrm>
            <a:prstGeom prst="rect">
              <a:avLst/>
            </a:prstGeom>
            <a:grp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accent1"/>
                </a:solidFill>
                <a:ea typeface="Arial" pitchFamily="-107" charset="0"/>
                <a:cs typeface="Arial" pitchFamily="-107" charset="0"/>
                <a:sym typeface="Arial" pitchFamily="-107" charset="0"/>
              </a:endParaRPr>
            </a:p>
          </p:txBody>
        </p:sp>
      </p:gr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
        <p:nvSpPr>
          <p:cNvPr id="10" name="Text Placeholder 3"/>
          <p:cNvSpPr>
            <a:spLocks noGrp="1"/>
          </p:cNvSpPr>
          <p:nvPr>
            <p:ph type="body" sz="quarter" idx="10" hasCustomPrompt="1"/>
          </p:nvPr>
        </p:nvSpPr>
        <p:spPr>
          <a:xfrm>
            <a:off x="303276" y="1347788"/>
            <a:ext cx="4075155" cy="2855608"/>
          </a:xfrm>
          <a:prstGeom prst="rect">
            <a:avLst/>
          </a:prstGeom>
        </p:spPr>
        <p:txBody>
          <a:bodyPr lIns="91420" tIns="45710" rIns="91420" bIns="45710">
            <a:noAutofit/>
          </a:bodyPr>
          <a:lstStyle>
            <a:lvl1pPr marL="280928" indent="-223792">
              <a:lnSpc>
                <a:spcPct val="95000"/>
              </a:lnSpc>
              <a:spcBef>
                <a:spcPts val="1110"/>
              </a:spcBef>
              <a:buClrTx/>
              <a:buSzPct val="80000"/>
              <a:buFont typeface="Arial"/>
              <a:buChar char="•"/>
              <a:defRPr sz="2000" b="0" i="0">
                <a:solidFill>
                  <a:schemeClr val="bg1"/>
                </a:solidFill>
                <a:latin typeface="+mn-lt"/>
                <a:cs typeface="CiscoSans ExtraLight"/>
              </a:defRPr>
            </a:lvl1pPr>
            <a:lvl2pPr marL="507895" indent="-215855">
              <a:lnSpc>
                <a:spcPct val="95000"/>
              </a:lnSpc>
              <a:spcBef>
                <a:spcPts val="450"/>
              </a:spcBef>
              <a:buClrTx/>
              <a:buSzPct val="80000"/>
              <a:buFont typeface="Arial"/>
              <a:buChar char="•"/>
              <a:defRPr sz="1800" b="0" i="0">
                <a:solidFill>
                  <a:schemeClr val="bg1"/>
                </a:solidFill>
                <a:latin typeface="+mn-lt"/>
                <a:cs typeface="CiscoSans ExtraLight"/>
              </a:defRPr>
            </a:lvl2pPr>
            <a:lvl3pPr marL="747558" indent="-171415">
              <a:buClrTx/>
              <a:buSzPct val="80000"/>
              <a:buFont typeface="Arial"/>
              <a:buChar char="•"/>
              <a:defRPr sz="1600" b="0" i="0">
                <a:solidFill>
                  <a:schemeClr val="bg1"/>
                </a:solidFill>
                <a:latin typeface="+mn-lt"/>
                <a:cs typeface="CiscoSans ExtraLight"/>
              </a:defRPr>
            </a:lvl3pPr>
            <a:lvl4pPr marL="911035" indent="-171415">
              <a:buClrTx/>
              <a:buSzPct val="80000"/>
              <a:buFont typeface="Arial"/>
              <a:buChar char="•"/>
              <a:defRPr sz="1400" b="0" i="0">
                <a:solidFill>
                  <a:schemeClr val="bg1"/>
                </a:solidFill>
                <a:latin typeface="+mn-lt"/>
                <a:cs typeface="CiscoSans ExtraLight"/>
              </a:defRPr>
            </a:lvl4pPr>
            <a:lvl5pPr marL="1082450" indent="-168240">
              <a:buClrTx/>
              <a:buSzPct val="80000"/>
              <a:buFont typeface="Arial"/>
              <a:buChar char="•"/>
              <a:defRPr sz="1200" b="0" i="0">
                <a:solidFill>
                  <a:schemeClr val="bg1"/>
                </a:solidFill>
                <a:latin typeface="+mn-lt"/>
                <a:cs typeface="CiscoSans ExtraLight"/>
              </a:defRPr>
            </a:lvl5pPr>
          </a:lstStyle>
          <a:p>
            <a:pPr lvl="0"/>
            <a:r>
              <a:rPr lang="en-GB" dirty="0" smtClean="0"/>
              <a:t>First level</a:t>
            </a:r>
          </a:p>
          <a:p>
            <a:pPr lvl="1"/>
            <a:r>
              <a:rPr lang="en-GB" dirty="0" smtClean="0"/>
              <a:t>Second level</a:t>
            </a:r>
          </a:p>
          <a:p>
            <a:pPr lvl="2"/>
            <a:r>
              <a:rPr lang="en-GB" dirty="0" smtClean="0"/>
              <a:t>Third level</a:t>
            </a:r>
          </a:p>
          <a:p>
            <a:pPr lvl="3"/>
            <a:r>
              <a:rPr lang="en-GB" dirty="0" smtClean="0"/>
              <a:t>Fourth level</a:t>
            </a:r>
          </a:p>
          <a:p>
            <a:pPr lvl="4"/>
            <a:r>
              <a:rPr lang="en-GB" dirty="0" smtClean="0"/>
              <a:t>Fifth level</a:t>
            </a:r>
            <a:endParaRPr lang="en-US" dirty="0"/>
          </a:p>
        </p:txBody>
      </p:sp>
      <p:sp>
        <p:nvSpPr>
          <p:cNvPr id="11" name="Title Placeholder 5"/>
          <p:cNvSpPr>
            <a:spLocks noGrp="1"/>
          </p:cNvSpPr>
          <p:nvPr>
            <p:ph type="title"/>
          </p:nvPr>
        </p:nvSpPr>
        <p:spPr bwMode="auto">
          <a:xfrm>
            <a:off x="356616" y="341313"/>
            <a:ext cx="4108704" cy="731837"/>
          </a:xfrm>
          <a:prstGeom prst="rect">
            <a:avLst/>
          </a:prstGeom>
          <a:noFill/>
          <a:ln>
            <a:noFill/>
          </a:ln>
          <a:extLst>
            <a:ext uri="{FAA26D3D-D897-4be2-8F04-BA451C77F1D7}">
              <ma14:placeholderFlag xmlns:ma14="http://schemas.microsoft.com/office/mac/drawingml/2011/main" val="1"/>
            </a:ex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defRPr>
                <a:solidFill>
                  <a:srgbClr val="FFFFFF"/>
                </a:solidFill>
              </a:defRPr>
            </a:lvl1pPr>
          </a:lstStyle>
          <a:p>
            <a:pPr lvl="0"/>
            <a:r>
              <a:rPr lang="en-US" dirty="0" smtClean="0"/>
              <a:t>Click to edit Master title style</a:t>
            </a:r>
            <a:endParaRPr lang="en-GB" dirty="0"/>
          </a:p>
        </p:txBody>
      </p:sp>
    </p:spTree>
    <p:extLst>
      <p:ext uri="{BB962C8B-B14F-4D97-AF65-F5344CB8AC3E}">
        <p14:creationId xmlns:p14="http://schemas.microsoft.com/office/powerpoint/2010/main" val="230004859"/>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52925" y="218947"/>
            <a:ext cx="8513064" cy="765432"/>
          </a:xfrm>
        </p:spPr>
        <p:txBody>
          <a:bodyPr/>
          <a:lstStyle>
            <a:lvl1pPr>
              <a:defRPr baseline="0">
                <a:solidFill>
                  <a:schemeClr val="accent6"/>
                </a:solidFill>
              </a:defRPr>
            </a:lvl1pPr>
          </a:lstStyle>
          <a:p>
            <a:r>
              <a:rPr lang="en-US" smtClean="0"/>
              <a:t>Click to edit Master title style</a:t>
            </a:r>
            <a:endParaRPr lang="en-US" dirty="0"/>
          </a:p>
        </p:txBody>
      </p:sp>
      <p:sp>
        <p:nvSpPr>
          <p:cNvPr id="5" name="Content Placeholder 4"/>
          <p:cNvSpPr>
            <a:spLocks noGrp="1"/>
          </p:cNvSpPr>
          <p:nvPr>
            <p:ph sz="quarter" idx="11"/>
          </p:nvPr>
        </p:nvSpPr>
        <p:spPr>
          <a:xfrm>
            <a:off x="352925" y="1077913"/>
            <a:ext cx="8513064" cy="339883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Tree>
    <p:extLst>
      <p:ext uri="{BB962C8B-B14F-4D97-AF65-F5344CB8AC3E}">
        <p14:creationId xmlns:p14="http://schemas.microsoft.com/office/powerpoint/2010/main" val="2032729281"/>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Bullet">
    <p:spTree>
      <p:nvGrpSpPr>
        <p:cNvPr id="1" name=""/>
        <p:cNvGrpSpPr/>
        <p:nvPr/>
      </p:nvGrpSpPr>
      <p:grpSpPr>
        <a:xfrm>
          <a:off x="0" y="0"/>
          <a:ext cx="0" cy="0"/>
          <a:chOff x="0" y="0"/>
          <a:chExt cx="0" cy="0"/>
        </a:xfrm>
      </p:grpSpPr>
      <p:sp>
        <p:nvSpPr>
          <p:cNvPr id="2" name="Title 1"/>
          <p:cNvSpPr>
            <a:spLocks noGrp="1"/>
          </p:cNvSpPr>
          <p:nvPr>
            <p:ph type="title"/>
          </p:nvPr>
        </p:nvSpPr>
        <p:spPr>
          <a:xfrm>
            <a:off x="352925" y="218947"/>
            <a:ext cx="8513064" cy="765432"/>
          </a:xfrm>
        </p:spPr>
        <p:txBody>
          <a:bodyPr/>
          <a:lstStyle>
            <a:lvl1pPr>
              <a:defRPr baseline="0">
                <a:solidFill>
                  <a:schemeClr val="accent6"/>
                </a:solidFill>
              </a:defRPr>
            </a:lvl1pPr>
          </a:lstStyle>
          <a:p>
            <a:r>
              <a:rPr lang="en-US" smtClean="0"/>
              <a:t>Click to edit Master title style</a:t>
            </a:r>
            <a:endParaRPr lang="en-US" dirty="0"/>
          </a:p>
        </p:txBody>
      </p:sp>
      <p:sp>
        <p:nvSpPr>
          <p:cNvPr id="5" name="Content Placeholder 4"/>
          <p:cNvSpPr>
            <a:spLocks noGrp="1"/>
          </p:cNvSpPr>
          <p:nvPr>
            <p:ph sz="quarter" idx="11"/>
          </p:nvPr>
        </p:nvSpPr>
        <p:spPr>
          <a:xfrm>
            <a:off x="352925" y="1077913"/>
            <a:ext cx="8513064" cy="339883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Tree>
    <p:extLst>
      <p:ext uri="{BB962C8B-B14F-4D97-AF65-F5344CB8AC3E}">
        <p14:creationId xmlns:p14="http://schemas.microsoft.com/office/powerpoint/2010/main" val="4124414157"/>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ullet Slide With Title">
    <p:spTree>
      <p:nvGrpSpPr>
        <p:cNvPr id="1" name=""/>
        <p:cNvGrpSpPr/>
        <p:nvPr/>
      </p:nvGrpSpPr>
      <p:grpSpPr>
        <a:xfrm>
          <a:off x="0" y="0"/>
          <a:ext cx="0" cy="0"/>
          <a:chOff x="0" y="0"/>
          <a:chExt cx="0" cy="0"/>
        </a:xfrm>
      </p:grpSpPr>
      <p:sp>
        <p:nvSpPr>
          <p:cNvPr id="2" name="Title 1"/>
          <p:cNvSpPr>
            <a:spLocks noGrp="1"/>
          </p:cNvSpPr>
          <p:nvPr>
            <p:ph type="title"/>
          </p:nvPr>
        </p:nvSpPr>
        <p:spPr>
          <a:xfrm>
            <a:off x="352925" y="218947"/>
            <a:ext cx="8513064" cy="765432"/>
          </a:xfrm>
        </p:spPr>
        <p:txBody>
          <a:bodyPr/>
          <a:lstStyle>
            <a:lvl1pPr>
              <a:defRPr baseline="0">
                <a:solidFill>
                  <a:schemeClr val="accent6"/>
                </a:solidFill>
              </a:defRPr>
            </a:lvl1pPr>
          </a:lstStyle>
          <a:p>
            <a:r>
              <a:rPr lang="en-US" smtClean="0"/>
              <a:t>Click to edit Master title style</a:t>
            </a:r>
            <a:endParaRPr lang="en-US" dirty="0"/>
          </a:p>
        </p:txBody>
      </p:sp>
      <p:sp>
        <p:nvSpPr>
          <p:cNvPr id="5" name="Content Placeholder 4"/>
          <p:cNvSpPr>
            <a:spLocks noGrp="1"/>
          </p:cNvSpPr>
          <p:nvPr>
            <p:ph sz="quarter" idx="11"/>
          </p:nvPr>
        </p:nvSpPr>
        <p:spPr>
          <a:xfrm>
            <a:off x="352925" y="1077913"/>
            <a:ext cx="8513064" cy="339883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Tree>
    <p:extLst>
      <p:ext uri="{BB962C8B-B14F-4D97-AF65-F5344CB8AC3E}">
        <p14:creationId xmlns:p14="http://schemas.microsoft.com/office/powerpoint/2010/main" val="2882817897"/>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Subtitle and Bullet">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Title 1"/>
          <p:cNvSpPr>
            <a:spLocks noGrp="1"/>
          </p:cNvSpPr>
          <p:nvPr>
            <p:ph type="title" hasCustomPrompt="1"/>
          </p:nvPr>
        </p:nvSpPr>
        <p:spPr>
          <a:xfrm>
            <a:off x="356616" y="384176"/>
            <a:ext cx="8513064" cy="434974"/>
          </a:xfrm>
        </p:spPr>
        <p:txBody>
          <a:bodyPr/>
          <a:lstStyle>
            <a:lvl1pPr>
              <a:defRPr baseline="0">
                <a:solidFill>
                  <a:schemeClr val="accent6"/>
                </a:solidFill>
              </a:defRPr>
            </a:lvl1pPr>
          </a:lstStyle>
          <a:p>
            <a:r>
              <a:rPr lang="en-US" dirty="0" smtClean="0"/>
              <a:t>Slide Title</a:t>
            </a:r>
            <a:endParaRPr lang="en-US" dirty="0"/>
          </a:p>
        </p:txBody>
      </p:sp>
      <p:sp>
        <p:nvSpPr>
          <p:cNvPr id="9" name="Content Placeholder 4"/>
          <p:cNvSpPr>
            <a:spLocks noGrp="1"/>
          </p:cNvSpPr>
          <p:nvPr>
            <p:ph sz="quarter" idx="11"/>
          </p:nvPr>
        </p:nvSpPr>
        <p:spPr>
          <a:xfrm>
            <a:off x="356616" y="1199409"/>
            <a:ext cx="8513064" cy="2952127"/>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p:txBody>
      </p:sp>
      <p:sp>
        <p:nvSpPr>
          <p:cNvPr id="10" name="Text Placeholder 5"/>
          <p:cNvSpPr>
            <a:spLocks noGrp="1"/>
          </p:cNvSpPr>
          <p:nvPr>
            <p:ph type="body" sz="quarter" idx="12"/>
          </p:nvPr>
        </p:nvSpPr>
        <p:spPr>
          <a:xfrm>
            <a:off x="356616" y="777134"/>
            <a:ext cx="8513064" cy="381000"/>
          </a:xfrm>
        </p:spPr>
        <p:txBody>
          <a:bodyPr/>
          <a:lstStyle>
            <a:lvl1pPr marL="1785" indent="0">
              <a:buNone/>
              <a:defRPr lang="en-US" sz="1800" kern="1200" dirty="0" smtClean="0">
                <a:solidFill>
                  <a:schemeClr val="tx1"/>
                </a:solidFill>
                <a:latin typeface="+mn-lt"/>
                <a:ea typeface="+mn-ea"/>
                <a:cs typeface="+mn-cs"/>
                <a:sym typeface="Arial" pitchFamily="34" charset="0"/>
              </a:defRPr>
            </a:lvl1pPr>
          </a:lstStyle>
          <a:p>
            <a:pPr lvl="0"/>
            <a:r>
              <a:rPr lang="en-US" smtClean="0"/>
              <a:t>Click to edit Master text styles</a:t>
            </a:r>
          </a:p>
        </p:txBody>
      </p:sp>
    </p:spTree>
    <p:extLst>
      <p:ext uri="{BB962C8B-B14F-4D97-AF65-F5344CB8AC3E}">
        <p14:creationId xmlns:p14="http://schemas.microsoft.com/office/powerpoint/2010/main" val="3425819186"/>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11" name="Title 1"/>
          <p:cNvSpPr>
            <a:spLocks noGrp="1"/>
          </p:cNvSpPr>
          <p:nvPr>
            <p:ph type="title"/>
          </p:nvPr>
        </p:nvSpPr>
        <p:spPr>
          <a:xfrm>
            <a:off x="356616" y="217715"/>
            <a:ext cx="8513064" cy="765432"/>
          </a:xfrm>
        </p:spPr>
        <p:txBody>
          <a:bodyPr/>
          <a:lstStyle/>
          <a:p>
            <a:r>
              <a:rPr lang="en-US" smtClean="0"/>
              <a:t>Click to edit Master title style</a:t>
            </a:r>
            <a:endParaRPr lang="en-US" dirty="0"/>
          </a:p>
        </p:txBody>
      </p:sp>
    </p:spTree>
    <p:extLst>
      <p:ext uri="{BB962C8B-B14F-4D97-AF65-F5344CB8AC3E}">
        <p14:creationId xmlns:p14="http://schemas.microsoft.com/office/powerpoint/2010/main" val="645528812"/>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5" name="Title 1"/>
          <p:cNvSpPr>
            <a:spLocks noGrp="1"/>
          </p:cNvSpPr>
          <p:nvPr>
            <p:ph type="title" hasCustomPrompt="1"/>
          </p:nvPr>
        </p:nvSpPr>
        <p:spPr>
          <a:xfrm>
            <a:off x="356616" y="384048"/>
            <a:ext cx="8513064" cy="434974"/>
          </a:xfrm>
        </p:spPr>
        <p:txBody>
          <a:bodyPr/>
          <a:lstStyle>
            <a:lvl1pPr>
              <a:defRPr baseline="0">
                <a:solidFill>
                  <a:schemeClr val="accent6"/>
                </a:solidFill>
              </a:defRPr>
            </a:lvl1pPr>
          </a:lstStyle>
          <a:p>
            <a:r>
              <a:rPr lang="en-US" dirty="0" smtClean="0"/>
              <a:t>Slide Title</a:t>
            </a:r>
            <a:endParaRPr lang="en-US" dirty="0"/>
          </a:p>
        </p:txBody>
      </p:sp>
      <p:sp>
        <p:nvSpPr>
          <p:cNvPr id="6" name="Text Placeholder 5"/>
          <p:cNvSpPr>
            <a:spLocks noGrp="1"/>
          </p:cNvSpPr>
          <p:nvPr>
            <p:ph type="body" sz="quarter" idx="12"/>
          </p:nvPr>
        </p:nvSpPr>
        <p:spPr>
          <a:xfrm>
            <a:off x="356616" y="777134"/>
            <a:ext cx="8513064" cy="381000"/>
          </a:xfrm>
        </p:spPr>
        <p:txBody>
          <a:bodyPr/>
          <a:lstStyle>
            <a:lvl1pPr marL="1785" indent="0">
              <a:buNone/>
              <a:defRPr>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941984676"/>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2 Column Content">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9" name="Title 1"/>
          <p:cNvSpPr>
            <a:spLocks noGrp="1"/>
          </p:cNvSpPr>
          <p:nvPr>
            <p:ph type="title"/>
          </p:nvPr>
        </p:nvSpPr>
        <p:spPr>
          <a:xfrm>
            <a:off x="356616" y="218947"/>
            <a:ext cx="8513064" cy="765432"/>
          </a:xfrm>
        </p:spPr>
        <p:txBody>
          <a:bodyPr/>
          <a:lstStyle>
            <a:lvl1pPr>
              <a:defRPr baseline="0">
                <a:solidFill>
                  <a:schemeClr val="accent6"/>
                </a:solidFill>
              </a:defRPr>
            </a:lvl1pPr>
          </a:lstStyle>
          <a:p>
            <a:r>
              <a:rPr lang="en-US" dirty="0" smtClean="0"/>
              <a:t>Click to edit Master title style</a:t>
            </a:r>
            <a:endParaRPr lang="en-US" dirty="0"/>
          </a:p>
        </p:txBody>
      </p:sp>
      <p:sp>
        <p:nvSpPr>
          <p:cNvPr id="10" name="Content Placeholder 4"/>
          <p:cNvSpPr>
            <a:spLocks noGrp="1"/>
          </p:cNvSpPr>
          <p:nvPr>
            <p:ph sz="quarter" idx="11"/>
          </p:nvPr>
        </p:nvSpPr>
        <p:spPr>
          <a:xfrm>
            <a:off x="356616" y="1077912"/>
            <a:ext cx="4069080" cy="3257980"/>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Content Placeholder 5"/>
          <p:cNvSpPr>
            <a:spLocks noGrp="1"/>
          </p:cNvSpPr>
          <p:nvPr>
            <p:ph sz="quarter" idx="12"/>
          </p:nvPr>
        </p:nvSpPr>
        <p:spPr>
          <a:xfrm>
            <a:off x="4800600" y="1077913"/>
            <a:ext cx="4069080" cy="3253455"/>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626057104"/>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2 Column with Title and Subtitle">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12" name="Title 1"/>
          <p:cNvSpPr>
            <a:spLocks noGrp="1"/>
          </p:cNvSpPr>
          <p:nvPr>
            <p:ph type="title" hasCustomPrompt="1"/>
          </p:nvPr>
        </p:nvSpPr>
        <p:spPr>
          <a:xfrm>
            <a:off x="356616" y="384176"/>
            <a:ext cx="8513064" cy="434974"/>
          </a:xfrm>
        </p:spPr>
        <p:txBody>
          <a:bodyPr/>
          <a:lstStyle>
            <a:lvl1pPr>
              <a:defRPr baseline="0">
                <a:solidFill>
                  <a:schemeClr val="accent6"/>
                </a:solidFill>
              </a:defRPr>
            </a:lvl1pPr>
          </a:lstStyle>
          <a:p>
            <a:r>
              <a:rPr lang="en-US" dirty="0" smtClean="0"/>
              <a:t>Slide Title</a:t>
            </a:r>
            <a:endParaRPr lang="en-US" dirty="0"/>
          </a:p>
        </p:txBody>
      </p:sp>
      <p:sp>
        <p:nvSpPr>
          <p:cNvPr id="13" name="Content Placeholder 4"/>
          <p:cNvSpPr>
            <a:spLocks noGrp="1"/>
          </p:cNvSpPr>
          <p:nvPr>
            <p:ph sz="quarter" idx="11"/>
          </p:nvPr>
        </p:nvSpPr>
        <p:spPr>
          <a:xfrm>
            <a:off x="356616" y="1199409"/>
            <a:ext cx="4069080" cy="3097819"/>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4" name="Text Placeholder 5"/>
          <p:cNvSpPr>
            <a:spLocks noGrp="1"/>
          </p:cNvSpPr>
          <p:nvPr>
            <p:ph type="body" sz="quarter" idx="12"/>
          </p:nvPr>
        </p:nvSpPr>
        <p:spPr>
          <a:xfrm>
            <a:off x="356616" y="777134"/>
            <a:ext cx="8513064" cy="381000"/>
          </a:xfrm>
        </p:spPr>
        <p:txBody>
          <a:bodyPr/>
          <a:lstStyle>
            <a:lvl1pPr marL="1785" indent="0">
              <a:buNone/>
              <a:defRPr>
                <a:solidFill>
                  <a:schemeClr val="tx1"/>
                </a:solidFill>
              </a:defRPr>
            </a:lvl1pPr>
          </a:lstStyle>
          <a:p>
            <a:pPr lvl="0"/>
            <a:r>
              <a:rPr lang="en-US" smtClean="0"/>
              <a:t>Click to edit Master text styles</a:t>
            </a:r>
          </a:p>
        </p:txBody>
      </p:sp>
      <p:sp>
        <p:nvSpPr>
          <p:cNvPr id="15" name="Content Placeholder 6"/>
          <p:cNvSpPr>
            <a:spLocks noGrp="1"/>
          </p:cNvSpPr>
          <p:nvPr>
            <p:ph sz="quarter" idx="13"/>
          </p:nvPr>
        </p:nvSpPr>
        <p:spPr>
          <a:xfrm>
            <a:off x="4800600" y="1199409"/>
            <a:ext cx="4069080" cy="3109631"/>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779978933"/>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3 Column Bullets">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9" name="Title 1"/>
          <p:cNvSpPr>
            <a:spLocks noGrp="1"/>
          </p:cNvSpPr>
          <p:nvPr>
            <p:ph type="title"/>
          </p:nvPr>
        </p:nvSpPr>
        <p:spPr>
          <a:xfrm>
            <a:off x="356616" y="219456"/>
            <a:ext cx="8513064" cy="765432"/>
          </a:xfr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lang="en-US" baseline="0" dirty="0">
                <a:solidFill>
                  <a:schemeClr val="accent6"/>
                </a:solidFill>
              </a:defRPr>
            </a:lvl1pPr>
          </a:lstStyle>
          <a:p>
            <a:pPr lvl="0"/>
            <a:r>
              <a:rPr lang="en-US" dirty="0" smtClean="0"/>
              <a:t>Click to edit Master title style</a:t>
            </a:r>
            <a:endParaRPr lang="en-US" dirty="0"/>
          </a:p>
        </p:txBody>
      </p:sp>
      <p:sp>
        <p:nvSpPr>
          <p:cNvPr id="10" name="Content Placeholder 2"/>
          <p:cNvSpPr>
            <a:spLocks noGrp="1"/>
          </p:cNvSpPr>
          <p:nvPr>
            <p:ph idx="1"/>
          </p:nvPr>
        </p:nvSpPr>
        <p:spPr>
          <a:xfrm>
            <a:off x="356616" y="1100308"/>
            <a:ext cx="2743200" cy="3262760"/>
          </a:xfrm>
        </p:spPr>
        <p:txBody>
          <a:bodyPr lIns="91440" tIns="45720" rIns="91440" bIns="45720"/>
          <a:lstStyle>
            <a:lvl1pPr>
              <a:spcBef>
                <a:spcPts val="1200"/>
              </a:spcBef>
              <a:buClrTx/>
              <a:defRPr sz="1600">
                <a:solidFill>
                  <a:schemeClr val="tx1"/>
                </a:solidFill>
              </a:defRPr>
            </a:lvl1pPr>
            <a:lvl2pPr>
              <a:spcBef>
                <a:spcPts val="400"/>
              </a:spcBef>
              <a:defRPr sz="1400">
                <a:solidFill>
                  <a:schemeClr val="tx1"/>
                </a:solidFill>
              </a:defRPr>
            </a:lvl2pPr>
            <a:lvl3pPr>
              <a:spcBef>
                <a:spcPts val="200"/>
              </a:spcBef>
              <a:defRPr sz="1200">
                <a:solidFill>
                  <a:schemeClr val="tx1"/>
                </a:solidFill>
              </a:defRPr>
            </a:lvl3pPr>
            <a:lvl4pPr>
              <a:spcBef>
                <a:spcPts val="200"/>
              </a:spcBef>
              <a:defRPr sz="1050">
                <a:solidFill>
                  <a:schemeClr val="tx1"/>
                </a:solidFill>
              </a:defRPr>
            </a:lvl4pPr>
            <a:lvl5pPr>
              <a:spcBef>
                <a:spcPts val="675"/>
              </a:spcBef>
              <a:defRPr>
                <a:solidFill>
                  <a:schemeClr val="tx1">
                    <a:lumMod val="75000"/>
                  </a:schemeClr>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ext Placeholder 5"/>
          <p:cNvSpPr>
            <a:spLocks noGrp="1"/>
          </p:cNvSpPr>
          <p:nvPr>
            <p:ph type="body" sz="quarter" idx="10"/>
          </p:nvPr>
        </p:nvSpPr>
        <p:spPr>
          <a:xfrm>
            <a:off x="6126480" y="1100307"/>
            <a:ext cx="2743200" cy="3264861"/>
          </a:xfrm>
        </p:spPr>
        <p:txBody>
          <a:bodyPr lIns="91440" tIns="45720" rIns="91440" bIns="45720"/>
          <a:lstStyle>
            <a:lvl1pPr>
              <a:defRPr sz="1600">
                <a:solidFill>
                  <a:schemeClr val="tx1"/>
                </a:solidFill>
              </a:defRPr>
            </a:lvl1pPr>
            <a:lvl2pPr>
              <a:defRPr sz="1400">
                <a:solidFill>
                  <a:schemeClr val="tx1"/>
                </a:solidFill>
              </a:defRPr>
            </a:lvl2pPr>
            <a:lvl3pPr>
              <a:defRPr sz="1200">
                <a:solidFill>
                  <a:schemeClr val="tx1"/>
                </a:solidFill>
              </a:defRPr>
            </a:lvl3pPr>
            <a:lvl4pPr>
              <a:defRPr sz="1050">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6" name="Text Placeholder 7"/>
          <p:cNvSpPr>
            <a:spLocks noGrp="1"/>
          </p:cNvSpPr>
          <p:nvPr>
            <p:ph type="body" sz="quarter" idx="11"/>
          </p:nvPr>
        </p:nvSpPr>
        <p:spPr>
          <a:xfrm>
            <a:off x="3241548" y="1100307"/>
            <a:ext cx="2743200" cy="3264408"/>
          </a:xfrm>
        </p:spPr>
        <p:txBody>
          <a:bodyPr lIns="91440" tIns="45720" rIns="91440" bIns="45720"/>
          <a:lstStyle>
            <a:lvl1pPr>
              <a:defRPr sz="1600">
                <a:solidFill>
                  <a:schemeClr val="tx1"/>
                </a:solidFill>
              </a:defRPr>
            </a:lvl1pPr>
            <a:lvl2pPr>
              <a:defRPr sz="1400">
                <a:solidFill>
                  <a:schemeClr val="tx1"/>
                </a:solidFill>
              </a:defRPr>
            </a:lvl2pPr>
            <a:lvl3pPr>
              <a:defRPr sz="1200">
                <a:solidFill>
                  <a:schemeClr val="tx1"/>
                </a:solidFill>
              </a:defRPr>
            </a:lvl3pPr>
            <a:lvl4pPr>
              <a:defRPr sz="1050">
                <a:solidFill>
                  <a:schemeClr val="tx1"/>
                </a:solidFill>
              </a:defRPr>
            </a:lvl4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985814415"/>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Only 4 Heavy Graphics">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Title 1"/>
          <p:cNvSpPr>
            <a:spLocks noGrp="1"/>
          </p:cNvSpPr>
          <p:nvPr>
            <p:ph type="title" hasCustomPrompt="1"/>
          </p:nvPr>
        </p:nvSpPr>
        <p:spPr>
          <a:xfrm>
            <a:off x="356616" y="155576"/>
            <a:ext cx="8513064" cy="434974"/>
          </a:xfrm>
        </p:spPr>
        <p:txBody>
          <a:bodyPr/>
          <a:lstStyle>
            <a:lvl1pPr marL="6251" indent="-6251" algn="l" defTabSz="457200" rtl="0" eaLnBrk="0" fontAlgn="base" hangingPunct="0">
              <a:lnSpc>
                <a:spcPct val="90000"/>
              </a:lnSpc>
              <a:spcBef>
                <a:spcPct val="0"/>
              </a:spcBef>
              <a:spcAft>
                <a:spcPct val="0"/>
              </a:spcAft>
              <a:defRPr lang="en-US" sz="2800" b="0" kern="1200" baseline="0" dirty="0">
                <a:solidFill>
                  <a:schemeClr val="accent6"/>
                </a:solidFill>
                <a:latin typeface="+mj-lt"/>
                <a:ea typeface="+mj-ea"/>
                <a:cs typeface="+mj-cs"/>
                <a:sym typeface="Arial" pitchFamily="34" charset="0"/>
              </a:defRPr>
            </a:lvl1pPr>
          </a:lstStyle>
          <a:p>
            <a:r>
              <a:rPr lang="en-US" dirty="0" smtClean="0"/>
              <a:t>Slide Title</a:t>
            </a:r>
            <a:endParaRPr lang="en-US" dirty="0"/>
          </a:p>
        </p:txBody>
      </p:sp>
    </p:spTree>
    <p:extLst>
      <p:ext uri="{BB962C8B-B14F-4D97-AF65-F5344CB8AC3E}">
        <p14:creationId xmlns:p14="http://schemas.microsoft.com/office/powerpoint/2010/main" val="3664756544"/>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title 4 Heavy Graphics">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12" name="Title 1"/>
          <p:cNvSpPr>
            <a:spLocks noGrp="1"/>
          </p:cNvSpPr>
          <p:nvPr>
            <p:ph type="title" hasCustomPrompt="1"/>
          </p:nvPr>
        </p:nvSpPr>
        <p:spPr>
          <a:xfrm>
            <a:off x="356616" y="155576"/>
            <a:ext cx="8513064" cy="434974"/>
          </a:xfrm>
        </p:spPr>
        <p:txBody>
          <a:bodyPr/>
          <a:lstStyle>
            <a:lvl1pPr>
              <a:defRPr baseline="0">
                <a:solidFill>
                  <a:schemeClr val="accent6"/>
                </a:solidFill>
              </a:defRPr>
            </a:lvl1pPr>
          </a:lstStyle>
          <a:p>
            <a:r>
              <a:rPr lang="en-US" dirty="0" smtClean="0"/>
              <a:t>Slide Title</a:t>
            </a:r>
            <a:endParaRPr lang="en-US" dirty="0"/>
          </a:p>
        </p:txBody>
      </p:sp>
      <p:sp>
        <p:nvSpPr>
          <p:cNvPr id="13" name="Text Placeholder 5"/>
          <p:cNvSpPr>
            <a:spLocks noGrp="1"/>
          </p:cNvSpPr>
          <p:nvPr>
            <p:ph type="body" sz="quarter" idx="12"/>
          </p:nvPr>
        </p:nvSpPr>
        <p:spPr>
          <a:xfrm>
            <a:off x="356616" y="548534"/>
            <a:ext cx="8513064" cy="381000"/>
          </a:xfrm>
        </p:spPr>
        <p:txBody>
          <a:bodyPr/>
          <a:lstStyle>
            <a:lvl1pPr marL="1785" indent="0">
              <a:buNone/>
              <a:defRPr>
                <a:solidFill>
                  <a:schemeClr val="tx1"/>
                </a:solidFill>
              </a:defRPr>
            </a:lvl1pPr>
          </a:lstStyle>
          <a:p>
            <a:pPr lvl="0"/>
            <a:r>
              <a:rPr lang="en-US" smtClean="0"/>
              <a:t>Click to edit Master text styles</a:t>
            </a:r>
          </a:p>
        </p:txBody>
      </p:sp>
    </p:spTree>
    <p:extLst>
      <p:ext uri="{BB962C8B-B14F-4D97-AF65-F5344CB8AC3E}">
        <p14:creationId xmlns:p14="http://schemas.microsoft.com/office/powerpoint/2010/main" val="940046000"/>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Subtitle and Bullet 4 Heavy Graphics">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12" name="Title 1"/>
          <p:cNvSpPr>
            <a:spLocks noGrp="1"/>
          </p:cNvSpPr>
          <p:nvPr>
            <p:ph type="title" hasCustomPrompt="1"/>
          </p:nvPr>
        </p:nvSpPr>
        <p:spPr>
          <a:xfrm>
            <a:off x="356616" y="155576"/>
            <a:ext cx="8513064" cy="434974"/>
          </a:xfrm>
        </p:spPr>
        <p:txBody>
          <a:bodyPr/>
          <a:lstStyle>
            <a:lvl1pPr>
              <a:defRPr baseline="0">
                <a:solidFill>
                  <a:schemeClr val="accent6"/>
                </a:solidFill>
              </a:defRPr>
            </a:lvl1pPr>
          </a:lstStyle>
          <a:p>
            <a:r>
              <a:rPr lang="en-US" dirty="0" smtClean="0"/>
              <a:t>Slide Title</a:t>
            </a:r>
            <a:endParaRPr lang="en-US" dirty="0"/>
          </a:p>
        </p:txBody>
      </p:sp>
      <p:sp>
        <p:nvSpPr>
          <p:cNvPr id="13" name="Text Placeholder 5"/>
          <p:cNvSpPr>
            <a:spLocks noGrp="1"/>
          </p:cNvSpPr>
          <p:nvPr>
            <p:ph type="body" sz="quarter" idx="12"/>
          </p:nvPr>
        </p:nvSpPr>
        <p:spPr>
          <a:xfrm>
            <a:off x="356616" y="548534"/>
            <a:ext cx="8513064" cy="381000"/>
          </a:xfrm>
        </p:spPr>
        <p:txBody>
          <a:bodyPr/>
          <a:lstStyle>
            <a:lvl1pPr marL="1785" indent="0">
              <a:buNone/>
              <a:defRPr>
                <a:solidFill>
                  <a:schemeClr val="tx1"/>
                </a:solidFill>
              </a:defRPr>
            </a:lvl1pPr>
          </a:lstStyle>
          <a:p>
            <a:pPr lvl="0"/>
            <a:r>
              <a:rPr lang="en-US" dirty="0" smtClean="0"/>
              <a:t>Click to edit Master text styles</a:t>
            </a:r>
          </a:p>
        </p:txBody>
      </p:sp>
      <p:sp>
        <p:nvSpPr>
          <p:cNvPr id="3" name="Text Placeholder 2"/>
          <p:cNvSpPr>
            <a:spLocks noGrp="1"/>
          </p:cNvSpPr>
          <p:nvPr>
            <p:ph type="body" sz="quarter" idx="13"/>
          </p:nvPr>
        </p:nvSpPr>
        <p:spPr>
          <a:xfrm>
            <a:off x="357188" y="929534"/>
            <a:ext cx="8512175" cy="3757613"/>
          </a:xfrm>
        </p:spPr>
        <p:txBody>
          <a:body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endParaRPr lang="en-US" dirty="0"/>
          </a:p>
        </p:txBody>
      </p:sp>
    </p:spTree>
    <p:extLst>
      <p:ext uri="{BB962C8B-B14F-4D97-AF65-F5344CB8AC3E}">
        <p14:creationId xmlns:p14="http://schemas.microsoft.com/office/powerpoint/2010/main" val="2519811730"/>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Quote slide">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Text Placeholder 3"/>
          <p:cNvSpPr>
            <a:spLocks noGrp="1"/>
          </p:cNvSpPr>
          <p:nvPr>
            <p:ph type="body" sz="quarter" idx="14" hasCustomPrompt="1"/>
          </p:nvPr>
        </p:nvSpPr>
        <p:spPr>
          <a:xfrm>
            <a:off x="548640" y="3562350"/>
            <a:ext cx="5551460" cy="609600"/>
          </a:xfrm>
        </p:spPr>
        <p:txBody>
          <a:bodyPr/>
          <a:lstStyle>
            <a:lvl1pPr marL="1785" indent="0" algn="l">
              <a:spcBef>
                <a:spcPts val="0"/>
              </a:spcBef>
              <a:buNone/>
              <a:defRPr lang="en-US" sz="1400" kern="1200" dirty="0" smtClean="0">
                <a:solidFill>
                  <a:schemeClr val="tx1"/>
                </a:solidFill>
                <a:latin typeface="Arial" charset="0"/>
                <a:ea typeface="ＭＳ Ｐゴシック" charset="0"/>
                <a:cs typeface="ＭＳ Ｐゴシック" charset="0"/>
              </a:defRPr>
            </a:lvl1pPr>
          </a:lstStyle>
          <a:p>
            <a:pPr lvl="0"/>
            <a:r>
              <a:rPr lang="en-US" dirty="0" smtClean="0"/>
              <a:t>Click to edit Source Name</a:t>
            </a:r>
          </a:p>
          <a:p>
            <a:pPr lvl="0"/>
            <a:r>
              <a:rPr lang="en-US" dirty="0" smtClean="0"/>
              <a:t>Company Name</a:t>
            </a:r>
          </a:p>
        </p:txBody>
      </p:sp>
      <p:sp>
        <p:nvSpPr>
          <p:cNvPr id="9" name="Text Placeholder 4"/>
          <p:cNvSpPr>
            <a:spLocks noGrp="1"/>
          </p:cNvSpPr>
          <p:nvPr>
            <p:ph type="body" sz="quarter" idx="13" hasCustomPrompt="1"/>
          </p:nvPr>
        </p:nvSpPr>
        <p:spPr>
          <a:xfrm>
            <a:off x="356616" y="1600200"/>
            <a:ext cx="7795985" cy="1733550"/>
          </a:xfrm>
        </p:spPr>
        <p:txBody>
          <a:bodyPr/>
          <a:lstStyle>
            <a:lvl1pPr marL="173038" indent="-173038">
              <a:lnSpc>
                <a:spcPts val="3680"/>
              </a:lnSpc>
              <a:spcBef>
                <a:spcPts val="0"/>
              </a:spcBef>
              <a:buClr>
                <a:schemeClr val="accent1"/>
              </a:buClr>
              <a:buSzPct val="105000"/>
              <a:buFont typeface="Arial" panose="020B0604020202020204" pitchFamily="34" charset="0"/>
              <a:buNone/>
              <a:tabLst>
                <a:tab pos="173038" algn="l"/>
              </a:tabLst>
              <a:defRPr lang="en-US" sz="3200" b="0" i="1" kern="1200" dirty="0" smtClean="0">
                <a:solidFill>
                  <a:schemeClr val="accent6"/>
                </a:solidFill>
                <a:latin typeface="+mj-lt"/>
                <a:ea typeface="+mj-ea"/>
                <a:cs typeface="+mj-cs"/>
                <a:sym typeface="Arial" pitchFamily="34" charset="0"/>
              </a:defRPr>
            </a:lvl1pPr>
          </a:lstStyle>
          <a:p>
            <a:pPr lvl="0"/>
            <a:r>
              <a:rPr lang="en-US" dirty="0" smtClean="0"/>
              <a:t>“	Quote goes here.”</a:t>
            </a:r>
          </a:p>
        </p:txBody>
      </p:sp>
    </p:spTree>
    <p:extLst>
      <p:ext uri="{BB962C8B-B14F-4D97-AF65-F5344CB8AC3E}">
        <p14:creationId xmlns:p14="http://schemas.microsoft.com/office/powerpoint/2010/main" val="255652334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Tree>
    <p:extLst>
      <p:ext uri="{BB962C8B-B14F-4D97-AF65-F5344CB8AC3E}">
        <p14:creationId xmlns:p14="http://schemas.microsoft.com/office/powerpoint/2010/main" val="486381713"/>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Storytelling">
    <p:spTree>
      <p:nvGrpSpPr>
        <p:cNvPr id="1" name=""/>
        <p:cNvGrpSpPr/>
        <p:nvPr/>
      </p:nvGrpSpPr>
      <p:grpSpPr>
        <a:xfrm>
          <a:off x="0" y="0"/>
          <a:ext cx="0" cy="0"/>
          <a:chOff x="0" y="0"/>
          <a:chExt cx="0" cy="0"/>
        </a:xfrm>
      </p:grpSpPr>
      <p:cxnSp>
        <p:nvCxnSpPr>
          <p:cNvPr id="5" name="Straight Connector 4"/>
          <p:cNvCxnSpPr/>
          <p:nvPr/>
        </p:nvCxnSpPr>
        <p:spPr>
          <a:xfrm>
            <a:off x="4610100" y="609600"/>
            <a:ext cx="0" cy="3984625"/>
          </a:xfrm>
          <a:prstGeom prst="line">
            <a:avLst/>
          </a:prstGeom>
          <a:ln w="38100" cap="flat" cmpd="sng">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1"/>
          <p:cNvSpPr>
            <a:spLocks noGrp="1"/>
          </p:cNvSpPr>
          <p:nvPr>
            <p:ph type="title"/>
          </p:nvPr>
        </p:nvSpPr>
        <p:spPr>
          <a:xfrm>
            <a:off x="463763" y="1439060"/>
            <a:ext cx="3820348" cy="2265389"/>
          </a:xfrm>
        </p:spPr>
        <p:txBody>
          <a:bodyPr lIns="61715" tIns="34288" rIns="61715" bIns="34288" rtlCol="0">
            <a:noAutofit/>
          </a:bodyPr>
          <a:lstStyle>
            <a:lvl1pPr marL="0" indent="0" algn="l" defTabSz="685748" rtl="0" eaLnBrk="1" latinLnBrk="0" hangingPunct="1">
              <a:lnSpc>
                <a:spcPct val="80000"/>
              </a:lnSpc>
              <a:spcBef>
                <a:spcPct val="0"/>
              </a:spcBef>
              <a:buClr>
                <a:schemeClr val="tx1"/>
              </a:buClr>
              <a:buFont typeface="Ciscolight" pitchFamily="2" charset="0"/>
              <a:buNone/>
              <a:defRPr lang="en-US" sz="4500" b="0" kern="1200" spc="0" baseline="0" dirty="0">
                <a:solidFill>
                  <a:schemeClr val="accent6"/>
                </a:solidFill>
                <a:latin typeface="+mj-lt"/>
                <a:ea typeface="+mj-ea"/>
                <a:cs typeface="+mj-cs"/>
              </a:defRPr>
            </a:lvl1pPr>
          </a:lstStyle>
          <a:p>
            <a:r>
              <a:rPr lang="en-US" smtClean="0"/>
              <a:t>Click to edit Master title style</a:t>
            </a:r>
            <a:endParaRPr lang="en-US" dirty="0"/>
          </a:p>
        </p:txBody>
      </p:sp>
      <p:sp>
        <p:nvSpPr>
          <p:cNvPr id="9" name="Text Placeholder 3"/>
          <p:cNvSpPr>
            <a:spLocks noGrp="1"/>
          </p:cNvSpPr>
          <p:nvPr>
            <p:ph type="body" sz="quarter" idx="11"/>
          </p:nvPr>
        </p:nvSpPr>
        <p:spPr>
          <a:xfrm>
            <a:off x="4922520" y="654518"/>
            <a:ext cx="3865880" cy="3840480"/>
          </a:xfrm>
          <a:prstGeom prst="rect">
            <a:avLst/>
          </a:prstGeom>
        </p:spPr>
        <p:txBody>
          <a:bodyPr lIns="91420" tIns="45710" rIns="91420" bIns="45710" anchor="ctr" anchorCtr="0">
            <a:noAutofit/>
          </a:bodyPr>
          <a:lstStyle>
            <a:lvl1pPr marL="0" indent="0">
              <a:buFontTx/>
              <a:buNone/>
              <a:defRPr sz="1600" baseline="0">
                <a:solidFill>
                  <a:schemeClr val="tx1"/>
                </a:solidFill>
                <a:latin typeface="+mn-lt"/>
              </a:defRPr>
            </a:lvl1pPr>
            <a:lvl2pPr>
              <a:defRPr sz="1500"/>
            </a:lvl2pPr>
            <a:lvl3pPr>
              <a:defRPr sz="1500"/>
            </a:lvl3pPr>
            <a:lvl4pPr>
              <a:defRPr sz="1500"/>
            </a:lvl4pPr>
            <a:lvl5pPr>
              <a:defRPr sz="1500"/>
            </a:lvl5pPr>
          </a:lstStyle>
          <a:p>
            <a:pPr lvl="0"/>
            <a:r>
              <a:rPr lang="en-US" smtClean="0"/>
              <a:t>Click to edit Master text styles</a:t>
            </a:r>
          </a:p>
        </p:txBody>
      </p:sp>
      <p:sp>
        <p:nvSpPr>
          <p:cNvPr id="6"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Tree>
    <p:extLst>
      <p:ext uri="{BB962C8B-B14F-4D97-AF65-F5344CB8AC3E}">
        <p14:creationId xmlns:p14="http://schemas.microsoft.com/office/powerpoint/2010/main" val="2095220754"/>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Segue 2">
    <p:spTree>
      <p:nvGrpSpPr>
        <p:cNvPr id="1" name=""/>
        <p:cNvGrpSpPr/>
        <p:nvPr/>
      </p:nvGrpSpPr>
      <p:grpSpPr>
        <a:xfrm>
          <a:off x="0" y="0"/>
          <a:ext cx="0" cy="0"/>
          <a:chOff x="0" y="0"/>
          <a:chExt cx="0" cy="0"/>
        </a:xfrm>
      </p:grpSpPr>
      <p:sp>
        <p:nvSpPr>
          <p:cNvPr id="11" name="Rectangle 10"/>
          <p:cNvSpPr/>
          <p:nvPr userDrawn="1"/>
        </p:nvSpPr>
        <p:spPr bwMode="auto">
          <a:xfrm>
            <a:off x="0" y="0"/>
            <a:ext cx="9143918" cy="5143500"/>
          </a:xfrm>
          <a:prstGeom prst="rect">
            <a:avLst/>
          </a:prstGeom>
          <a:solidFill>
            <a:srgbClr val="00BCEB"/>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437878" y="0"/>
            <a:ext cx="3706122" cy="5143500"/>
          </a:xfrm>
          <a:prstGeom prst="rect">
            <a:avLst/>
          </a:prstGeom>
        </p:spPr>
      </p:pic>
      <p:sp>
        <p:nvSpPr>
          <p:cNvPr id="8" name="Title 7"/>
          <p:cNvSpPr>
            <a:spLocks noGrp="1"/>
          </p:cNvSpPr>
          <p:nvPr>
            <p:ph type="title" hasCustomPrompt="1"/>
          </p:nvPr>
        </p:nvSpPr>
        <p:spPr bwMode="white">
          <a:xfrm>
            <a:off x="359051" y="2166220"/>
            <a:ext cx="5462629"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2418267383"/>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3_Segue">
    <p:spTree>
      <p:nvGrpSpPr>
        <p:cNvPr id="1" name=""/>
        <p:cNvGrpSpPr/>
        <p:nvPr/>
      </p:nvGrpSpPr>
      <p:grpSpPr>
        <a:xfrm>
          <a:off x="0" y="0"/>
          <a:ext cx="0" cy="0"/>
          <a:chOff x="0" y="0"/>
          <a:chExt cx="0" cy="0"/>
        </a:xfrm>
      </p:grpSpPr>
      <p:sp>
        <p:nvSpPr>
          <p:cNvPr id="14" name="Rectangle 13"/>
          <p:cNvSpPr/>
          <p:nvPr userDrawn="1"/>
        </p:nvSpPr>
        <p:spPr bwMode="auto">
          <a:xfrm>
            <a:off x="0" y="0"/>
            <a:ext cx="9143918" cy="5143500"/>
          </a:xfrm>
          <a:prstGeom prst="rect">
            <a:avLst/>
          </a:prstGeom>
          <a:solidFill>
            <a:srgbClr val="00BCEB"/>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5" name="Picture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320255" y="0"/>
            <a:ext cx="4823745" cy="5143500"/>
          </a:xfrm>
          <a:prstGeom prst="rect">
            <a:avLst/>
          </a:prstGeom>
        </p:spPr>
      </p:pic>
      <p:sp>
        <p:nvSpPr>
          <p:cNvPr id="8" name="Title 7"/>
          <p:cNvSpPr>
            <a:spLocks noGrp="1"/>
          </p:cNvSpPr>
          <p:nvPr>
            <p:ph type="title" hasCustomPrompt="1"/>
          </p:nvPr>
        </p:nvSpPr>
        <p:spPr bwMode="white">
          <a:xfrm>
            <a:off x="359051" y="2166220"/>
            <a:ext cx="4212949"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2827072456"/>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Segue 4">
    <p:spTree>
      <p:nvGrpSpPr>
        <p:cNvPr id="1" name=""/>
        <p:cNvGrpSpPr/>
        <p:nvPr/>
      </p:nvGrpSpPr>
      <p:grpSpPr>
        <a:xfrm>
          <a:off x="0" y="0"/>
          <a:ext cx="0" cy="0"/>
          <a:chOff x="0" y="0"/>
          <a:chExt cx="0" cy="0"/>
        </a:xfrm>
      </p:grpSpPr>
      <p:sp>
        <p:nvSpPr>
          <p:cNvPr id="11" name="Rectangle 10"/>
          <p:cNvSpPr/>
          <p:nvPr userDrawn="1"/>
        </p:nvSpPr>
        <p:spPr bwMode="auto">
          <a:xfrm>
            <a:off x="0" y="0"/>
            <a:ext cx="9143918" cy="5143500"/>
          </a:xfrm>
          <a:prstGeom prst="rect">
            <a:avLst/>
          </a:prstGeom>
          <a:solidFill>
            <a:srgbClr val="00BCEB"/>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697032" y="0"/>
            <a:ext cx="6446886" cy="5143500"/>
          </a:xfrm>
          <a:prstGeom prst="rect">
            <a:avLst/>
          </a:prstGeom>
        </p:spPr>
      </p:pic>
      <p:sp>
        <p:nvSpPr>
          <p:cNvPr id="8" name="Title 7"/>
          <p:cNvSpPr>
            <a:spLocks noGrp="1"/>
          </p:cNvSpPr>
          <p:nvPr>
            <p:ph type="title" hasCustomPrompt="1"/>
          </p:nvPr>
        </p:nvSpPr>
        <p:spPr bwMode="white">
          <a:xfrm>
            <a:off x="359051" y="2166220"/>
            <a:ext cx="3298549"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baseline="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2621428396"/>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gue 5">
    <p:spTree>
      <p:nvGrpSpPr>
        <p:cNvPr id="1" name=""/>
        <p:cNvGrpSpPr/>
        <p:nvPr/>
      </p:nvGrpSpPr>
      <p:grpSpPr>
        <a:xfrm>
          <a:off x="0" y="0"/>
          <a:ext cx="0" cy="0"/>
          <a:chOff x="0" y="0"/>
          <a:chExt cx="0" cy="0"/>
        </a:xfrm>
      </p:grpSpPr>
      <p:sp>
        <p:nvSpPr>
          <p:cNvPr id="11" name="Rectangle 10"/>
          <p:cNvSpPr/>
          <p:nvPr userDrawn="1"/>
        </p:nvSpPr>
        <p:spPr bwMode="auto">
          <a:xfrm>
            <a:off x="0" y="0"/>
            <a:ext cx="9143918" cy="5143500"/>
          </a:xfrm>
          <a:prstGeom prst="rect">
            <a:avLst/>
          </a:prstGeom>
          <a:solidFill>
            <a:srgbClr val="005073"/>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4" name="Picture 1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318354" y="0"/>
            <a:ext cx="5825646" cy="5143500"/>
          </a:xfrm>
          <a:prstGeom prst="rect">
            <a:avLst/>
          </a:prstGeom>
        </p:spPr>
      </p:pic>
      <p:sp>
        <p:nvSpPr>
          <p:cNvPr id="8" name="Title 7"/>
          <p:cNvSpPr>
            <a:spLocks noGrp="1"/>
          </p:cNvSpPr>
          <p:nvPr>
            <p:ph type="title" hasCustomPrompt="1"/>
          </p:nvPr>
        </p:nvSpPr>
        <p:spPr bwMode="white">
          <a:xfrm>
            <a:off x="359051" y="2166220"/>
            <a:ext cx="3511909"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3868849887"/>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Segue 6">
    <p:spTree>
      <p:nvGrpSpPr>
        <p:cNvPr id="1" name=""/>
        <p:cNvGrpSpPr/>
        <p:nvPr/>
      </p:nvGrpSpPr>
      <p:grpSpPr>
        <a:xfrm>
          <a:off x="0" y="0"/>
          <a:ext cx="0" cy="0"/>
          <a:chOff x="0" y="0"/>
          <a:chExt cx="0" cy="0"/>
        </a:xfrm>
      </p:grpSpPr>
      <p:sp>
        <p:nvSpPr>
          <p:cNvPr id="15" name="Rectangle 14"/>
          <p:cNvSpPr/>
          <p:nvPr userDrawn="1"/>
        </p:nvSpPr>
        <p:spPr bwMode="auto">
          <a:xfrm>
            <a:off x="0" y="0"/>
            <a:ext cx="9143918" cy="5143500"/>
          </a:xfrm>
          <a:prstGeom prst="rect">
            <a:avLst/>
          </a:prstGeom>
          <a:solidFill>
            <a:srgbClr val="005073"/>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rgbClr val="00BCEB"/>
              </a:solidFill>
              <a:ea typeface="Arial" pitchFamily="-107" charset="0"/>
              <a:cs typeface="Arial" pitchFamily="-107" charset="0"/>
              <a:sym typeface="Arial" pitchFamily="-107" charset="0"/>
            </a:endParaRPr>
          </a:p>
        </p:txBody>
      </p:sp>
      <p:pic>
        <p:nvPicPr>
          <p:cNvPr id="16" name="Picture 1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2937693" y="0"/>
            <a:ext cx="6206307" cy="5143500"/>
          </a:xfrm>
          <a:prstGeom prst="rect">
            <a:avLst/>
          </a:prstGeom>
        </p:spPr>
      </p:pic>
      <p:sp>
        <p:nvSpPr>
          <p:cNvPr id="8" name="Title 7"/>
          <p:cNvSpPr>
            <a:spLocks noGrp="1"/>
          </p:cNvSpPr>
          <p:nvPr>
            <p:ph type="title" hasCustomPrompt="1"/>
          </p:nvPr>
        </p:nvSpPr>
        <p:spPr bwMode="white">
          <a:xfrm>
            <a:off x="359051" y="2166220"/>
            <a:ext cx="4624429"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dirty="0">
                <a:solidFill>
                  <a:schemeClr val="bg1"/>
                </a:solidFill>
                <a:latin typeface="+mj-lt"/>
                <a:ea typeface="+mj-ea"/>
                <a:cs typeface="+mj-cs"/>
                <a:sym typeface="Arial" pitchFamily="34" charset="0"/>
              </a:defRPr>
            </a:lvl1pPr>
          </a:lstStyle>
          <a:p>
            <a:r>
              <a:rPr lang="en-US" dirty="0" smtClean="0"/>
              <a:t>Segue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1776601861"/>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Segue Video">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70251" t="3367" r="2255"/>
          <a:stretch/>
        </p:blipFill>
        <p:spPr>
          <a:xfrm rot="16200000" flipV="1">
            <a:off x="3271266" y="-729235"/>
            <a:ext cx="2601468" cy="9144000"/>
          </a:xfrm>
          <a:prstGeom prst="rect">
            <a:avLst/>
          </a:prstGeom>
        </p:spPr>
      </p:pic>
      <p:sp>
        <p:nvSpPr>
          <p:cNvPr id="8" name="Title 7"/>
          <p:cNvSpPr>
            <a:spLocks noGrp="1"/>
          </p:cNvSpPr>
          <p:nvPr>
            <p:ph type="title" hasCustomPrompt="1"/>
          </p:nvPr>
        </p:nvSpPr>
        <p:spPr bwMode="white">
          <a:xfrm>
            <a:off x="359051" y="459340"/>
            <a:ext cx="8394466"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baseline="0" dirty="0">
                <a:solidFill>
                  <a:schemeClr val="accent6"/>
                </a:solidFill>
                <a:latin typeface="+mj-lt"/>
                <a:ea typeface="+mj-ea"/>
                <a:cs typeface="+mj-cs"/>
                <a:sym typeface="Arial" pitchFamily="34" charset="0"/>
              </a:defRPr>
            </a:lvl1pPr>
          </a:lstStyle>
          <a:p>
            <a:r>
              <a:rPr lang="en-US" dirty="0" smtClean="0"/>
              <a:t>Video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9"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4258811976"/>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Segue Demo">
    <p:spTree>
      <p:nvGrpSpPr>
        <p:cNvPr id="1" name=""/>
        <p:cNvGrpSpPr/>
        <p:nvPr/>
      </p:nvGrpSpPr>
      <p:grpSpPr>
        <a:xfrm>
          <a:off x="0" y="0"/>
          <a:ext cx="0" cy="0"/>
          <a:chOff x="0" y="0"/>
          <a:chExt cx="0" cy="0"/>
        </a:xfrm>
      </p:grpSpPr>
      <p:sp>
        <p:nvSpPr>
          <p:cNvPr id="11" name="Rectangle 10"/>
          <p:cNvSpPr/>
          <p:nvPr userDrawn="1"/>
        </p:nvSpPr>
        <p:spPr bwMode="auto">
          <a:xfrm>
            <a:off x="0" y="0"/>
            <a:ext cx="9144000" cy="5160536"/>
          </a:xfrm>
          <a:prstGeom prst="rect">
            <a:avLst/>
          </a:prstGeom>
          <a:solidFill>
            <a:srgbClr val="00BCEB"/>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bg1"/>
              </a:solidFill>
              <a:ea typeface="Arial" pitchFamily="-107" charset="0"/>
              <a:cs typeface="Arial" pitchFamily="-107" charset="0"/>
              <a:sym typeface="Arial" pitchFamily="-107" charset="0"/>
            </a:endParaRPr>
          </a:p>
        </p:txBody>
      </p:sp>
      <p:grpSp>
        <p:nvGrpSpPr>
          <p:cNvPr id="12" name="Group 11"/>
          <p:cNvGrpSpPr/>
          <p:nvPr userDrawn="1"/>
        </p:nvGrpSpPr>
        <p:grpSpPr>
          <a:xfrm>
            <a:off x="0" y="3341679"/>
            <a:ext cx="9144000" cy="1818857"/>
            <a:chOff x="0" y="3324643"/>
            <a:chExt cx="9144000" cy="1818857"/>
          </a:xfrm>
          <a:solidFill>
            <a:srgbClr val="005073"/>
          </a:solidFill>
        </p:grpSpPr>
        <p:grpSp>
          <p:nvGrpSpPr>
            <p:cNvPr id="14" name="Group 13"/>
            <p:cNvGrpSpPr/>
            <p:nvPr/>
          </p:nvGrpSpPr>
          <p:grpSpPr>
            <a:xfrm>
              <a:off x="0" y="3324643"/>
              <a:ext cx="9144000" cy="1709204"/>
              <a:chOff x="2676240" y="1391040"/>
              <a:chExt cx="5323319" cy="995039"/>
            </a:xfrm>
            <a:grpFill/>
          </p:grpSpPr>
          <p:sp>
            <p:nvSpPr>
              <p:cNvPr id="16" name="Freeform: Shape 1"/>
              <p:cNvSpPr/>
              <p:nvPr/>
            </p:nvSpPr>
            <p:spPr>
              <a:xfrm>
                <a:off x="2676240" y="2204279"/>
                <a:ext cx="5323319" cy="181800"/>
              </a:xfrm>
              <a:custGeom>
                <a:avLst/>
                <a:gdLst/>
                <a:ahLst/>
                <a:cxnLst>
                  <a:cxn ang="3cd4">
                    <a:pos x="hc" y="t"/>
                  </a:cxn>
                  <a:cxn ang="cd2">
                    <a:pos x="l" y="vc"/>
                  </a:cxn>
                  <a:cxn ang="cd4">
                    <a:pos x="hc" y="b"/>
                  </a:cxn>
                  <a:cxn ang="0">
                    <a:pos x="r" y="vc"/>
                  </a:cxn>
                </a:cxnLst>
                <a:rect l="l" t="t" r="r" b="b"/>
                <a:pathLst>
                  <a:path w="14804" h="506">
                    <a:moveTo>
                      <a:pt x="7403" y="506"/>
                    </a:moveTo>
                    <a:lnTo>
                      <a:pt x="0" y="506"/>
                    </a:lnTo>
                    <a:lnTo>
                      <a:pt x="0" y="0"/>
                    </a:lnTo>
                    <a:lnTo>
                      <a:pt x="14804" y="0"/>
                    </a:lnTo>
                    <a:lnTo>
                      <a:pt x="14804" y="506"/>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7" name="Freeform: Shape 2"/>
              <p:cNvSpPr/>
              <p:nvPr/>
            </p:nvSpPr>
            <p:spPr>
              <a:xfrm>
                <a:off x="4409279" y="2031839"/>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8" name="Freeform: Shape 3"/>
              <p:cNvSpPr/>
              <p:nvPr/>
            </p:nvSpPr>
            <p:spPr>
              <a:xfrm>
                <a:off x="4554360" y="2088719"/>
                <a:ext cx="32760" cy="263880"/>
              </a:xfrm>
              <a:custGeom>
                <a:avLst/>
                <a:gdLst/>
                <a:ahLst/>
                <a:cxnLst>
                  <a:cxn ang="3cd4">
                    <a:pos x="hc" y="t"/>
                  </a:cxn>
                  <a:cxn ang="cd2">
                    <a:pos x="l" y="vc"/>
                  </a:cxn>
                  <a:cxn ang="cd4">
                    <a:pos x="hc" y="b"/>
                  </a:cxn>
                  <a:cxn ang="0">
                    <a:pos x="r" y="vc"/>
                  </a:cxn>
                </a:cxnLst>
                <a:rect l="l" t="t" r="r" b="b"/>
                <a:pathLst>
                  <a:path w="92" h="734">
                    <a:moveTo>
                      <a:pt x="46" y="734"/>
                    </a:moveTo>
                    <a:lnTo>
                      <a:pt x="0" y="734"/>
                    </a:lnTo>
                    <a:lnTo>
                      <a:pt x="0" y="0"/>
                    </a:lnTo>
                    <a:lnTo>
                      <a:pt x="92" y="0"/>
                    </a:lnTo>
                    <a:lnTo>
                      <a:pt x="92" y="73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Shape 4"/>
              <p:cNvSpPr/>
              <p:nvPr/>
            </p:nvSpPr>
            <p:spPr>
              <a:xfrm>
                <a:off x="4733279" y="1795320"/>
                <a:ext cx="68400" cy="525960"/>
              </a:xfrm>
              <a:custGeom>
                <a:avLst/>
                <a:gdLst/>
                <a:ahLst/>
                <a:cxnLst>
                  <a:cxn ang="3cd4">
                    <a:pos x="hc" y="t"/>
                  </a:cxn>
                  <a:cxn ang="cd2">
                    <a:pos x="l" y="vc"/>
                  </a:cxn>
                  <a:cxn ang="cd4">
                    <a:pos x="hc" y="b"/>
                  </a:cxn>
                  <a:cxn ang="0">
                    <a:pos x="r" y="vc"/>
                  </a:cxn>
                </a:cxnLst>
                <a:rect l="l" t="t" r="r" b="b"/>
                <a:pathLst>
                  <a:path w="191" h="1462">
                    <a:moveTo>
                      <a:pt x="96" y="1462"/>
                    </a:moveTo>
                    <a:lnTo>
                      <a:pt x="0" y="1462"/>
                    </a:lnTo>
                    <a:lnTo>
                      <a:pt x="0" y="0"/>
                    </a:lnTo>
                    <a:lnTo>
                      <a:pt x="191" y="0"/>
                    </a:lnTo>
                    <a:lnTo>
                      <a:pt x="191"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0" name="Freeform: Shape 5"/>
              <p:cNvSpPr/>
              <p:nvPr/>
            </p:nvSpPr>
            <p:spPr>
              <a:xfrm>
                <a:off x="4659120" y="2103120"/>
                <a:ext cx="114840" cy="211320"/>
              </a:xfrm>
              <a:custGeom>
                <a:avLst/>
                <a:gdLst/>
                <a:ahLst/>
                <a:cxnLst>
                  <a:cxn ang="3cd4">
                    <a:pos x="hc" y="t"/>
                  </a:cxn>
                  <a:cxn ang="cd2">
                    <a:pos x="l" y="vc"/>
                  </a:cxn>
                  <a:cxn ang="cd4">
                    <a:pos x="hc" y="b"/>
                  </a:cxn>
                  <a:cxn ang="0">
                    <a:pos x="r" y="vc"/>
                  </a:cxn>
                </a:cxnLst>
                <a:rect l="l" t="t" r="r" b="b"/>
                <a:pathLst>
                  <a:path w="320" h="588">
                    <a:moveTo>
                      <a:pt x="160" y="588"/>
                    </a:moveTo>
                    <a:lnTo>
                      <a:pt x="0" y="588"/>
                    </a:lnTo>
                    <a:lnTo>
                      <a:pt x="0" y="0"/>
                    </a:lnTo>
                    <a:lnTo>
                      <a:pt x="320" y="0"/>
                    </a:lnTo>
                    <a:lnTo>
                      <a:pt x="320" y="58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1" name="Freeform: Shape 6"/>
              <p:cNvSpPr/>
              <p:nvPr/>
            </p:nvSpPr>
            <p:spPr>
              <a:xfrm>
                <a:off x="4938479" y="2107800"/>
                <a:ext cx="571680" cy="148320"/>
              </a:xfrm>
              <a:custGeom>
                <a:avLst/>
                <a:gdLst/>
                <a:ahLst/>
                <a:cxnLst>
                  <a:cxn ang="3cd4">
                    <a:pos x="hc" y="t"/>
                  </a:cxn>
                  <a:cxn ang="cd2">
                    <a:pos x="l" y="vc"/>
                  </a:cxn>
                  <a:cxn ang="cd4">
                    <a:pos x="hc" y="b"/>
                  </a:cxn>
                  <a:cxn ang="0">
                    <a:pos x="r" y="vc"/>
                  </a:cxn>
                </a:cxnLst>
                <a:rect l="l" t="t" r="r" b="b"/>
                <a:pathLst>
                  <a:path w="1589" h="413">
                    <a:moveTo>
                      <a:pt x="794" y="413"/>
                    </a:moveTo>
                    <a:lnTo>
                      <a:pt x="0" y="413"/>
                    </a:lnTo>
                    <a:lnTo>
                      <a:pt x="0" y="0"/>
                    </a:lnTo>
                    <a:lnTo>
                      <a:pt x="1589" y="0"/>
                    </a:lnTo>
                    <a:lnTo>
                      <a:pt x="1589" y="41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3" name="Freeform: Shape 7"/>
              <p:cNvSpPr/>
              <p:nvPr/>
            </p:nvSpPr>
            <p:spPr>
              <a:xfrm>
                <a:off x="4640040" y="2163240"/>
                <a:ext cx="783359" cy="76680"/>
              </a:xfrm>
              <a:custGeom>
                <a:avLst/>
                <a:gdLst/>
                <a:ahLst/>
                <a:cxnLst>
                  <a:cxn ang="3cd4">
                    <a:pos x="hc" y="t"/>
                  </a:cxn>
                  <a:cxn ang="cd2">
                    <a:pos x="l" y="vc"/>
                  </a:cxn>
                  <a:cxn ang="cd4">
                    <a:pos x="hc" y="b"/>
                  </a:cxn>
                  <a:cxn ang="0">
                    <a:pos x="r" y="vc"/>
                  </a:cxn>
                </a:cxnLst>
                <a:rect l="l" t="t" r="r" b="b"/>
                <a:pathLst>
                  <a:path w="2177" h="214">
                    <a:moveTo>
                      <a:pt x="1088" y="214"/>
                    </a:moveTo>
                    <a:lnTo>
                      <a:pt x="0" y="214"/>
                    </a:lnTo>
                    <a:lnTo>
                      <a:pt x="0" y="0"/>
                    </a:lnTo>
                    <a:lnTo>
                      <a:pt x="2177" y="0"/>
                    </a:lnTo>
                    <a:lnTo>
                      <a:pt x="2177" y="21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4" name="Freeform: Shape 8"/>
              <p:cNvSpPr/>
              <p:nvPr/>
            </p:nvSpPr>
            <p:spPr>
              <a:xfrm>
                <a:off x="3107159" y="2031839"/>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5" name="Freeform: Shape 9"/>
              <p:cNvSpPr/>
              <p:nvPr/>
            </p:nvSpPr>
            <p:spPr>
              <a:xfrm>
                <a:off x="7894079" y="2031839"/>
                <a:ext cx="105480" cy="326520"/>
              </a:xfrm>
              <a:custGeom>
                <a:avLst/>
                <a:gdLst/>
                <a:ahLst/>
                <a:cxnLst>
                  <a:cxn ang="3cd4">
                    <a:pos x="hc" y="t"/>
                  </a:cxn>
                  <a:cxn ang="cd2">
                    <a:pos x="l" y="vc"/>
                  </a:cxn>
                  <a:cxn ang="cd4">
                    <a:pos x="hc" y="b"/>
                  </a:cxn>
                  <a:cxn ang="0">
                    <a:pos x="r" y="vc"/>
                  </a:cxn>
                </a:cxnLst>
                <a:rect l="l" t="t" r="r" b="b"/>
                <a:pathLst>
                  <a:path w="294" h="908">
                    <a:moveTo>
                      <a:pt x="147" y="908"/>
                    </a:moveTo>
                    <a:lnTo>
                      <a:pt x="0" y="908"/>
                    </a:lnTo>
                    <a:lnTo>
                      <a:pt x="0" y="0"/>
                    </a:lnTo>
                    <a:lnTo>
                      <a:pt x="294" y="0"/>
                    </a:lnTo>
                    <a:lnTo>
                      <a:pt x="294" y="90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6" name="Freeform: Shape 10"/>
              <p:cNvSpPr/>
              <p:nvPr/>
            </p:nvSpPr>
            <p:spPr>
              <a:xfrm>
                <a:off x="3252239" y="2088719"/>
                <a:ext cx="32760" cy="263880"/>
              </a:xfrm>
              <a:custGeom>
                <a:avLst/>
                <a:gdLst/>
                <a:ahLst/>
                <a:cxnLst>
                  <a:cxn ang="3cd4">
                    <a:pos x="hc" y="t"/>
                  </a:cxn>
                  <a:cxn ang="cd2">
                    <a:pos x="l" y="vc"/>
                  </a:cxn>
                  <a:cxn ang="cd4">
                    <a:pos x="hc" y="b"/>
                  </a:cxn>
                  <a:cxn ang="0">
                    <a:pos x="r" y="vc"/>
                  </a:cxn>
                </a:cxnLst>
                <a:rect l="l" t="t" r="r" b="b"/>
                <a:pathLst>
                  <a:path w="92" h="734">
                    <a:moveTo>
                      <a:pt x="46" y="734"/>
                    </a:moveTo>
                    <a:lnTo>
                      <a:pt x="0" y="734"/>
                    </a:lnTo>
                    <a:lnTo>
                      <a:pt x="0" y="0"/>
                    </a:lnTo>
                    <a:lnTo>
                      <a:pt x="92" y="0"/>
                    </a:lnTo>
                    <a:lnTo>
                      <a:pt x="92" y="73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7" name="Freeform: Shape 11"/>
              <p:cNvSpPr/>
              <p:nvPr/>
            </p:nvSpPr>
            <p:spPr>
              <a:xfrm>
                <a:off x="3432239" y="1795320"/>
                <a:ext cx="68400" cy="525960"/>
              </a:xfrm>
              <a:custGeom>
                <a:avLst/>
                <a:gdLst/>
                <a:ahLst/>
                <a:cxnLst>
                  <a:cxn ang="3cd4">
                    <a:pos x="hc" y="t"/>
                  </a:cxn>
                  <a:cxn ang="cd2">
                    <a:pos x="l" y="vc"/>
                  </a:cxn>
                  <a:cxn ang="cd4">
                    <a:pos x="hc" y="b"/>
                  </a:cxn>
                  <a:cxn ang="0">
                    <a:pos x="r" y="vc"/>
                  </a:cxn>
                </a:cxnLst>
                <a:rect l="l" t="t" r="r" b="b"/>
                <a:pathLst>
                  <a:path w="191" h="1462">
                    <a:moveTo>
                      <a:pt x="95" y="1462"/>
                    </a:moveTo>
                    <a:lnTo>
                      <a:pt x="0" y="1462"/>
                    </a:lnTo>
                    <a:lnTo>
                      <a:pt x="0" y="0"/>
                    </a:lnTo>
                    <a:lnTo>
                      <a:pt x="191" y="0"/>
                    </a:lnTo>
                    <a:lnTo>
                      <a:pt x="191"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8" name="Freeform: Shape 12"/>
              <p:cNvSpPr/>
              <p:nvPr/>
            </p:nvSpPr>
            <p:spPr>
              <a:xfrm>
                <a:off x="3524759" y="1795320"/>
                <a:ext cx="68040" cy="525960"/>
              </a:xfrm>
              <a:custGeom>
                <a:avLst/>
                <a:gdLst/>
                <a:ahLst/>
                <a:cxnLst>
                  <a:cxn ang="3cd4">
                    <a:pos x="hc" y="t"/>
                  </a:cxn>
                  <a:cxn ang="cd2">
                    <a:pos x="l" y="vc"/>
                  </a:cxn>
                  <a:cxn ang="cd4">
                    <a:pos x="hc" y="b"/>
                  </a:cxn>
                  <a:cxn ang="0">
                    <a:pos x="r" y="vc"/>
                  </a:cxn>
                </a:cxnLst>
                <a:rect l="l" t="t" r="r" b="b"/>
                <a:pathLst>
                  <a:path w="190" h="1462">
                    <a:moveTo>
                      <a:pt x="95" y="1462"/>
                    </a:moveTo>
                    <a:lnTo>
                      <a:pt x="0" y="1462"/>
                    </a:lnTo>
                    <a:lnTo>
                      <a:pt x="0" y="0"/>
                    </a:lnTo>
                    <a:lnTo>
                      <a:pt x="190" y="0"/>
                    </a:lnTo>
                    <a:lnTo>
                      <a:pt x="190"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9" name="Freeform: Shape 13"/>
              <p:cNvSpPr/>
              <p:nvPr/>
            </p:nvSpPr>
            <p:spPr>
              <a:xfrm>
                <a:off x="3617279" y="1795320"/>
                <a:ext cx="68040" cy="525960"/>
              </a:xfrm>
              <a:custGeom>
                <a:avLst/>
                <a:gdLst/>
                <a:ahLst/>
                <a:cxnLst>
                  <a:cxn ang="3cd4">
                    <a:pos x="hc" y="t"/>
                  </a:cxn>
                  <a:cxn ang="cd2">
                    <a:pos x="l" y="vc"/>
                  </a:cxn>
                  <a:cxn ang="cd4">
                    <a:pos x="hc" y="b"/>
                  </a:cxn>
                  <a:cxn ang="0">
                    <a:pos x="r" y="vc"/>
                  </a:cxn>
                </a:cxnLst>
                <a:rect l="l" t="t" r="r" b="b"/>
                <a:pathLst>
                  <a:path w="190" h="1462">
                    <a:moveTo>
                      <a:pt x="95" y="1462"/>
                    </a:moveTo>
                    <a:lnTo>
                      <a:pt x="0" y="1462"/>
                    </a:lnTo>
                    <a:lnTo>
                      <a:pt x="0" y="0"/>
                    </a:lnTo>
                    <a:lnTo>
                      <a:pt x="190" y="0"/>
                    </a:lnTo>
                    <a:lnTo>
                      <a:pt x="190" y="146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0" name="Freeform: Shape 14"/>
              <p:cNvSpPr/>
              <p:nvPr/>
            </p:nvSpPr>
            <p:spPr>
              <a:xfrm>
                <a:off x="3357720" y="2103120"/>
                <a:ext cx="115200" cy="211320"/>
              </a:xfrm>
              <a:custGeom>
                <a:avLst/>
                <a:gdLst/>
                <a:ahLst/>
                <a:cxnLst>
                  <a:cxn ang="3cd4">
                    <a:pos x="hc" y="t"/>
                  </a:cxn>
                  <a:cxn ang="cd2">
                    <a:pos x="l" y="vc"/>
                  </a:cxn>
                  <a:cxn ang="cd4">
                    <a:pos x="hc" y="b"/>
                  </a:cxn>
                  <a:cxn ang="0">
                    <a:pos x="r" y="vc"/>
                  </a:cxn>
                </a:cxnLst>
                <a:rect l="l" t="t" r="r" b="b"/>
                <a:pathLst>
                  <a:path w="321" h="588">
                    <a:moveTo>
                      <a:pt x="161" y="588"/>
                    </a:moveTo>
                    <a:lnTo>
                      <a:pt x="0" y="588"/>
                    </a:lnTo>
                    <a:lnTo>
                      <a:pt x="0" y="0"/>
                    </a:lnTo>
                    <a:lnTo>
                      <a:pt x="321" y="0"/>
                    </a:lnTo>
                    <a:lnTo>
                      <a:pt x="321" y="58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1" name="Freeform: Shape 15"/>
              <p:cNvSpPr/>
              <p:nvPr/>
            </p:nvSpPr>
            <p:spPr>
              <a:xfrm>
                <a:off x="3337920" y="2163240"/>
                <a:ext cx="782999" cy="76680"/>
              </a:xfrm>
              <a:custGeom>
                <a:avLst/>
                <a:gdLst/>
                <a:ahLst/>
                <a:cxnLst>
                  <a:cxn ang="3cd4">
                    <a:pos x="hc" y="t"/>
                  </a:cxn>
                  <a:cxn ang="cd2">
                    <a:pos x="l" y="vc"/>
                  </a:cxn>
                  <a:cxn ang="cd4">
                    <a:pos x="hc" y="b"/>
                  </a:cxn>
                  <a:cxn ang="0">
                    <a:pos x="r" y="vc"/>
                  </a:cxn>
                </a:cxnLst>
                <a:rect l="l" t="t" r="r" b="b"/>
                <a:pathLst>
                  <a:path w="2176" h="214">
                    <a:moveTo>
                      <a:pt x="1088" y="214"/>
                    </a:moveTo>
                    <a:lnTo>
                      <a:pt x="0" y="214"/>
                    </a:lnTo>
                    <a:lnTo>
                      <a:pt x="0" y="0"/>
                    </a:lnTo>
                    <a:lnTo>
                      <a:pt x="2176" y="0"/>
                    </a:lnTo>
                    <a:lnTo>
                      <a:pt x="2176" y="214"/>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2" name="Freeform: Shape 16"/>
              <p:cNvSpPr/>
              <p:nvPr/>
            </p:nvSpPr>
            <p:spPr>
              <a:xfrm>
                <a:off x="4827960" y="1766520"/>
                <a:ext cx="67320" cy="427680"/>
              </a:xfrm>
              <a:custGeom>
                <a:avLst/>
                <a:gdLst/>
                <a:ahLst/>
                <a:cxnLst>
                  <a:cxn ang="3cd4">
                    <a:pos x="hc" y="t"/>
                  </a:cxn>
                  <a:cxn ang="cd2">
                    <a:pos x="l" y="vc"/>
                  </a:cxn>
                  <a:cxn ang="cd4">
                    <a:pos x="hc" y="b"/>
                  </a:cxn>
                  <a:cxn ang="0">
                    <a:pos x="r" y="vc"/>
                  </a:cxn>
                </a:cxnLst>
                <a:rect l="l" t="t" r="r" b="b"/>
                <a:pathLst>
                  <a:path w="188" h="1189">
                    <a:moveTo>
                      <a:pt x="94" y="1189"/>
                    </a:moveTo>
                    <a:lnTo>
                      <a:pt x="0" y="1189"/>
                    </a:lnTo>
                    <a:lnTo>
                      <a:pt x="0" y="0"/>
                    </a:lnTo>
                    <a:lnTo>
                      <a:pt x="188" y="0"/>
                    </a:lnTo>
                    <a:lnTo>
                      <a:pt x="188" y="118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3" name="Freeform: Shape 17"/>
              <p:cNvSpPr/>
              <p:nvPr/>
            </p:nvSpPr>
            <p:spPr>
              <a:xfrm>
                <a:off x="4920120" y="1765800"/>
                <a:ext cx="67320" cy="524880"/>
              </a:xfrm>
              <a:custGeom>
                <a:avLst/>
                <a:gdLst/>
                <a:ahLst/>
                <a:cxnLst>
                  <a:cxn ang="3cd4">
                    <a:pos x="hc" y="t"/>
                  </a:cxn>
                  <a:cxn ang="cd2">
                    <a:pos x="l" y="vc"/>
                  </a:cxn>
                  <a:cxn ang="cd4">
                    <a:pos x="hc" y="b"/>
                  </a:cxn>
                  <a:cxn ang="0">
                    <a:pos x="r" y="vc"/>
                  </a:cxn>
                </a:cxnLst>
                <a:rect l="l" t="t" r="r" b="b"/>
                <a:pathLst>
                  <a:path w="188" h="1459">
                    <a:moveTo>
                      <a:pt x="0" y="1459"/>
                    </a:moveTo>
                    <a:lnTo>
                      <a:pt x="188" y="1459"/>
                    </a:lnTo>
                    <a:lnTo>
                      <a:pt x="188" y="349"/>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4" name="Freeform: Shape 18"/>
              <p:cNvSpPr/>
              <p:nvPr/>
            </p:nvSpPr>
            <p:spPr>
              <a:xfrm>
                <a:off x="5095800" y="1842840"/>
                <a:ext cx="149040" cy="74160"/>
              </a:xfrm>
              <a:custGeom>
                <a:avLst/>
                <a:gdLst/>
                <a:ahLst/>
                <a:cxnLst>
                  <a:cxn ang="3cd4">
                    <a:pos x="hc" y="t"/>
                  </a:cxn>
                  <a:cxn ang="cd2">
                    <a:pos x="l" y="vc"/>
                  </a:cxn>
                  <a:cxn ang="cd4">
                    <a:pos x="hc" y="b"/>
                  </a:cxn>
                  <a:cxn ang="0">
                    <a:pos x="r" y="vc"/>
                  </a:cxn>
                </a:cxnLst>
                <a:rect l="l" t="t" r="r" b="b"/>
                <a:pathLst>
                  <a:path w="415" h="207">
                    <a:moveTo>
                      <a:pt x="208" y="207"/>
                    </a:moveTo>
                    <a:lnTo>
                      <a:pt x="0" y="207"/>
                    </a:lnTo>
                    <a:lnTo>
                      <a:pt x="0" y="0"/>
                    </a:lnTo>
                    <a:lnTo>
                      <a:pt x="415" y="0"/>
                    </a:lnTo>
                    <a:lnTo>
                      <a:pt x="415" y="207"/>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5" name="Freeform: Shape 19"/>
              <p:cNvSpPr/>
              <p:nvPr/>
            </p:nvSpPr>
            <p:spPr>
              <a:xfrm>
                <a:off x="5043240" y="1868760"/>
                <a:ext cx="420840" cy="307440"/>
              </a:xfrm>
              <a:custGeom>
                <a:avLst/>
                <a:gdLst/>
                <a:ahLst/>
                <a:cxnLst>
                  <a:cxn ang="3cd4">
                    <a:pos x="hc" y="t"/>
                  </a:cxn>
                  <a:cxn ang="cd2">
                    <a:pos x="l" y="vc"/>
                  </a:cxn>
                  <a:cxn ang="cd4">
                    <a:pos x="hc" y="b"/>
                  </a:cxn>
                  <a:cxn ang="0">
                    <a:pos x="r" y="vc"/>
                  </a:cxn>
                </a:cxnLst>
                <a:rect l="l" t="t" r="r" b="b"/>
                <a:pathLst>
                  <a:path w="1170" h="855">
                    <a:moveTo>
                      <a:pt x="286" y="217"/>
                    </a:moveTo>
                    <a:lnTo>
                      <a:pt x="286" y="174"/>
                    </a:lnTo>
                    <a:lnTo>
                      <a:pt x="1170" y="174"/>
                    </a:lnTo>
                    <a:lnTo>
                      <a:pt x="1170" y="0"/>
                    </a:lnTo>
                    <a:lnTo>
                      <a:pt x="0" y="0"/>
                    </a:lnTo>
                    <a:lnTo>
                      <a:pt x="0" y="855"/>
                    </a:lnTo>
                    <a:lnTo>
                      <a:pt x="1170" y="855"/>
                    </a:lnTo>
                    <a:lnTo>
                      <a:pt x="1170" y="664"/>
                    </a:lnTo>
                    <a:lnTo>
                      <a:pt x="286" y="664"/>
                    </a:lnTo>
                    <a:lnTo>
                      <a:pt x="286" y="622"/>
                    </a:lnTo>
                    <a:lnTo>
                      <a:pt x="1170" y="622"/>
                    </a:lnTo>
                    <a:lnTo>
                      <a:pt x="1170" y="574"/>
                    </a:lnTo>
                    <a:lnTo>
                      <a:pt x="286" y="574"/>
                    </a:lnTo>
                    <a:lnTo>
                      <a:pt x="286" y="535"/>
                    </a:lnTo>
                    <a:lnTo>
                      <a:pt x="1170" y="535"/>
                    </a:lnTo>
                    <a:lnTo>
                      <a:pt x="1170" y="484"/>
                    </a:lnTo>
                    <a:lnTo>
                      <a:pt x="286" y="484"/>
                    </a:lnTo>
                    <a:lnTo>
                      <a:pt x="286" y="445"/>
                    </a:lnTo>
                    <a:lnTo>
                      <a:pt x="1170" y="445"/>
                    </a:lnTo>
                    <a:lnTo>
                      <a:pt x="1170" y="397"/>
                    </a:lnTo>
                    <a:lnTo>
                      <a:pt x="286" y="397"/>
                    </a:lnTo>
                    <a:lnTo>
                      <a:pt x="286" y="355"/>
                    </a:lnTo>
                    <a:lnTo>
                      <a:pt x="1170" y="355"/>
                    </a:lnTo>
                    <a:lnTo>
                      <a:pt x="1170" y="307"/>
                    </a:lnTo>
                    <a:lnTo>
                      <a:pt x="286" y="307"/>
                    </a:lnTo>
                    <a:lnTo>
                      <a:pt x="286" y="265"/>
                    </a:lnTo>
                    <a:lnTo>
                      <a:pt x="1170" y="265"/>
                    </a:lnTo>
                    <a:lnTo>
                      <a:pt x="1170" y="217"/>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6" name="Freeform: Shape 20"/>
              <p:cNvSpPr/>
              <p:nvPr/>
            </p:nvSpPr>
            <p:spPr>
              <a:xfrm>
                <a:off x="5657760" y="1989719"/>
                <a:ext cx="356040" cy="315360"/>
              </a:xfrm>
              <a:custGeom>
                <a:avLst/>
                <a:gdLst/>
                <a:ahLst/>
                <a:cxnLst>
                  <a:cxn ang="3cd4">
                    <a:pos x="hc" y="t"/>
                  </a:cxn>
                  <a:cxn ang="cd2">
                    <a:pos x="l" y="vc"/>
                  </a:cxn>
                  <a:cxn ang="cd4">
                    <a:pos x="hc" y="b"/>
                  </a:cxn>
                  <a:cxn ang="0">
                    <a:pos x="r" y="vc"/>
                  </a:cxn>
                </a:cxnLst>
                <a:rect l="l" t="t" r="r" b="b"/>
                <a:pathLst>
                  <a:path w="990" h="877">
                    <a:moveTo>
                      <a:pt x="678" y="0"/>
                    </a:moveTo>
                    <a:lnTo>
                      <a:pt x="678" y="410"/>
                    </a:lnTo>
                    <a:lnTo>
                      <a:pt x="410" y="410"/>
                    </a:lnTo>
                    <a:lnTo>
                      <a:pt x="410" y="479"/>
                    </a:lnTo>
                    <a:lnTo>
                      <a:pt x="0" y="479"/>
                    </a:lnTo>
                    <a:lnTo>
                      <a:pt x="0" y="723"/>
                    </a:lnTo>
                    <a:lnTo>
                      <a:pt x="678" y="723"/>
                    </a:lnTo>
                    <a:lnTo>
                      <a:pt x="678" y="877"/>
                    </a:lnTo>
                    <a:lnTo>
                      <a:pt x="990" y="877"/>
                    </a:lnTo>
                    <a:lnTo>
                      <a:pt x="99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7" name="Freeform: Shape 21"/>
              <p:cNvSpPr/>
              <p:nvPr/>
            </p:nvSpPr>
            <p:spPr>
              <a:xfrm>
                <a:off x="6043679" y="1942919"/>
                <a:ext cx="175320" cy="385920"/>
              </a:xfrm>
              <a:custGeom>
                <a:avLst/>
                <a:gdLst/>
                <a:ahLst/>
                <a:cxnLst>
                  <a:cxn ang="3cd4">
                    <a:pos x="hc" y="t"/>
                  </a:cxn>
                  <a:cxn ang="cd2">
                    <a:pos x="l" y="vc"/>
                  </a:cxn>
                  <a:cxn ang="cd4">
                    <a:pos x="hc" y="b"/>
                  </a:cxn>
                  <a:cxn ang="0">
                    <a:pos x="r" y="vc"/>
                  </a:cxn>
                </a:cxnLst>
                <a:rect l="l" t="t" r="r" b="b"/>
                <a:pathLst>
                  <a:path w="488" h="1073">
                    <a:moveTo>
                      <a:pt x="244" y="1073"/>
                    </a:moveTo>
                    <a:lnTo>
                      <a:pt x="0" y="1073"/>
                    </a:lnTo>
                    <a:lnTo>
                      <a:pt x="0" y="0"/>
                    </a:lnTo>
                    <a:lnTo>
                      <a:pt x="488" y="0"/>
                    </a:lnTo>
                    <a:lnTo>
                      <a:pt x="488" y="107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8" name="Freeform: Shape 22"/>
              <p:cNvSpPr/>
              <p:nvPr/>
            </p:nvSpPr>
            <p:spPr>
              <a:xfrm>
                <a:off x="6156360" y="2048040"/>
                <a:ext cx="109080" cy="227160"/>
              </a:xfrm>
              <a:custGeom>
                <a:avLst/>
                <a:gdLst/>
                <a:ahLst/>
                <a:cxnLst>
                  <a:cxn ang="3cd4">
                    <a:pos x="hc" y="t"/>
                  </a:cxn>
                  <a:cxn ang="cd2">
                    <a:pos x="l" y="vc"/>
                  </a:cxn>
                  <a:cxn ang="cd4">
                    <a:pos x="hc" y="b"/>
                  </a:cxn>
                  <a:cxn ang="0">
                    <a:pos x="r" y="vc"/>
                  </a:cxn>
                </a:cxnLst>
                <a:rect l="l" t="t" r="r" b="b"/>
                <a:pathLst>
                  <a:path w="304" h="632">
                    <a:moveTo>
                      <a:pt x="152" y="632"/>
                    </a:moveTo>
                    <a:lnTo>
                      <a:pt x="0" y="632"/>
                    </a:lnTo>
                    <a:lnTo>
                      <a:pt x="0" y="0"/>
                    </a:lnTo>
                    <a:lnTo>
                      <a:pt x="304" y="0"/>
                    </a:lnTo>
                    <a:lnTo>
                      <a:pt x="304" y="63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39" name="Freeform: Shape 23"/>
              <p:cNvSpPr/>
              <p:nvPr/>
            </p:nvSpPr>
            <p:spPr>
              <a:xfrm>
                <a:off x="6084719" y="1850400"/>
                <a:ext cx="112320" cy="284760"/>
              </a:xfrm>
              <a:custGeom>
                <a:avLst/>
                <a:gdLst/>
                <a:ahLst/>
                <a:cxnLst>
                  <a:cxn ang="3cd4">
                    <a:pos x="hc" y="t"/>
                  </a:cxn>
                  <a:cxn ang="cd2">
                    <a:pos x="l" y="vc"/>
                  </a:cxn>
                  <a:cxn ang="cd4">
                    <a:pos x="hc" y="b"/>
                  </a:cxn>
                  <a:cxn ang="0">
                    <a:pos x="r" y="vc"/>
                  </a:cxn>
                </a:cxnLst>
                <a:rect l="l" t="t" r="r" b="b"/>
                <a:pathLst>
                  <a:path w="313" h="792">
                    <a:moveTo>
                      <a:pt x="156" y="792"/>
                    </a:moveTo>
                    <a:lnTo>
                      <a:pt x="0" y="792"/>
                    </a:lnTo>
                    <a:lnTo>
                      <a:pt x="0" y="0"/>
                    </a:lnTo>
                    <a:lnTo>
                      <a:pt x="313" y="0"/>
                    </a:lnTo>
                    <a:lnTo>
                      <a:pt x="313" y="792"/>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0" name="Freeform: Shape 24"/>
              <p:cNvSpPr/>
              <p:nvPr/>
            </p:nvSpPr>
            <p:spPr>
              <a:xfrm>
                <a:off x="4007879" y="1970640"/>
                <a:ext cx="356400" cy="315360"/>
              </a:xfrm>
              <a:custGeom>
                <a:avLst/>
                <a:gdLst/>
                <a:ahLst/>
                <a:cxnLst>
                  <a:cxn ang="3cd4">
                    <a:pos x="hc" y="t"/>
                  </a:cxn>
                  <a:cxn ang="cd2">
                    <a:pos x="l" y="vc"/>
                  </a:cxn>
                  <a:cxn ang="cd4">
                    <a:pos x="hc" y="b"/>
                  </a:cxn>
                  <a:cxn ang="0">
                    <a:pos x="r" y="vc"/>
                  </a:cxn>
                </a:cxnLst>
                <a:rect l="l" t="t" r="r" b="b"/>
                <a:pathLst>
                  <a:path w="991" h="877">
                    <a:moveTo>
                      <a:pt x="313" y="0"/>
                    </a:moveTo>
                    <a:lnTo>
                      <a:pt x="313" y="411"/>
                    </a:lnTo>
                    <a:lnTo>
                      <a:pt x="580" y="411"/>
                    </a:lnTo>
                    <a:lnTo>
                      <a:pt x="580" y="479"/>
                    </a:lnTo>
                    <a:lnTo>
                      <a:pt x="991" y="479"/>
                    </a:lnTo>
                    <a:lnTo>
                      <a:pt x="991" y="723"/>
                    </a:lnTo>
                    <a:lnTo>
                      <a:pt x="313" y="723"/>
                    </a:lnTo>
                    <a:lnTo>
                      <a:pt x="313" y="877"/>
                    </a:lnTo>
                    <a:lnTo>
                      <a:pt x="0" y="877"/>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1" name="Freeform: Shape 25"/>
              <p:cNvSpPr/>
              <p:nvPr/>
            </p:nvSpPr>
            <p:spPr>
              <a:xfrm>
                <a:off x="3802320" y="1924919"/>
                <a:ext cx="174960" cy="385560"/>
              </a:xfrm>
              <a:custGeom>
                <a:avLst/>
                <a:gdLst/>
                <a:ahLst/>
                <a:cxnLst>
                  <a:cxn ang="3cd4">
                    <a:pos x="hc" y="t"/>
                  </a:cxn>
                  <a:cxn ang="cd2">
                    <a:pos x="l" y="vc"/>
                  </a:cxn>
                  <a:cxn ang="cd4">
                    <a:pos x="hc" y="b"/>
                  </a:cxn>
                  <a:cxn ang="0">
                    <a:pos x="r" y="vc"/>
                  </a:cxn>
                </a:cxnLst>
                <a:rect l="l" t="t" r="r" b="b"/>
                <a:pathLst>
                  <a:path w="487" h="1072">
                    <a:moveTo>
                      <a:pt x="243" y="0"/>
                    </a:moveTo>
                    <a:lnTo>
                      <a:pt x="487" y="0"/>
                    </a:lnTo>
                    <a:lnTo>
                      <a:pt x="487" y="1072"/>
                    </a:lnTo>
                    <a:lnTo>
                      <a:pt x="0" y="1072"/>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2" name="Freeform: Shape 26"/>
              <p:cNvSpPr/>
              <p:nvPr/>
            </p:nvSpPr>
            <p:spPr>
              <a:xfrm>
                <a:off x="3755880" y="2027519"/>
                <a:ext cx="109080" cy="227520"/>
              </a:xfrm>
              <a:custGeom>
                <a:avLst/>
                <a:gdLst/>
                <a:ahLst/>
                <a:cxnLst>
                  <a:cxn ang="3cd4">
                    <a:pos x="hc" y="t"/>
                  </a:cxn>
                  <a:cxn ang="cd2">
                    <a:pos x="l" y="vc"/>
                  </a:cxn>
                  <a:cxn ang="cd4">
                    <a:pos x="hc" y="b"/>
                  </a:cxn>
                  <a:cxn ang="0">
                    <a:pos x="r" y="vc"/>
                  </a:cxn>
                </a:cxnLst>
                <a:rect l="l" t="t" r="r" b="b"/>
                <a:pathLst>
                  <a:path w="304" h="633">
                    <a:moveTo>
                      <a:pt x="152" y="0"/>
                    </a:moveTo>
                    <a:lnTo>
                      <a:pt x="304" y="0"/>
                    </a:lnTo>
                    <a:lnTo>
                      <a:pt x="304" y="633"/>
                    </a:lnTo>
                    <a:lnTo>
                      <a:pt x="0" y="633"/>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3" name="Freeform: Shape 27"/>
              <p:cNvSpPr/>
              <p:nvPr/>
            </p:nvSpPr>
            <p:spPr>
              <a:xfrm>
                <a:off x="3823920" y="1830600"/>
                <a:ext cx="112320" cy="284760"/>
              </a:xfrm>
              <a:custGeom>
                <a:avLst/>
                <a:gdLst/>
                <a:ahLst/>
                <a:cxnLst>
                  <a:cxn ang="3cd4">
                    <a:pos x="hc" y="t"/>
                  </a:cxn>
                  <a:cxn ang="cd2">
                    <a:pos x="l" y="vc"/>
                  </a:cxn>
                  <a:cxn ang="cd4">
                    <a:pos x="hc" y="b"/>
                  </a:cxn>
                  <a:cxn ang="0">
                    <a:pos x="r" y="vc"/>
                  </a:cxn>
                </a:cxnLst>
                <a:rect l="l" t="t" r="r" b="b"/>
                <a:pathLst>
                  <a:path w="313" h="792">
                    <a:moveTo>
                      <a:pt x="156" y="0"/>
                    </a:moveTo>
                    <a:lnTo>
                      <a:pt x="313" y="0"/>
                    </a:lnTo>
                    <a:lnTo>
                      <a:pt x="313" y="792"/>
                    </a:lnTo>
                    <a:lnTo>
                      <a:pt x="0" y="792"/>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4" name="Freeform: Shape 28"/>
              <p:cNvSpPr/>
              <p:nvPr/>
            </p:nvSpPr>
            <p:spPr>
              <a:xfrm>
                <a:off x="2777400" y="1970640"/>
                <a:ext cx="356040" cy="315360"/>
              </a:xfrm>
              <a:custGeom>
                <a:avLst/>
                <a:gdLst/>
                <a:ahLst/>
                <a:cxnLst>
                  <a:cxn ang="3cd4">
                    <a:pos x="hc" y="t"/>
                  </a:cxn>
                  <a:cxn ang="cd2">
                    <a:pos x="l" y="vc"/>
                  </a:cxn>
                  <a:cxn ang="cd4">
                    <a:pos x="hc" y="b"/>
                  </a:cxn>
                  <a:cxn ang="0">
                    <a:pos x="r" y="vc"/>
                  </a:cxn>
                </a:cxnLst>
                <a:rect l="l" t="t" r="r" b="b"/>
                <a:pathLst>
                  <a:path w="990" h="877">
                    <a:moveTo>
                      <a:pt x="312" y="0"/>
                    </a:moveTo>
                    <a:lnTo>
                      <a:pt x="312" y="411"/>
                    </a:lnTo>
                    <a:lnTo>
                      <a:pt x="580" y="411"/>
                    </a:lnTo>
                    <a:lnTo>
                      <a:pt x="580" y="479"/>
                    </a:lnTo>
                    <a:lnTo>
                      <a:pt x="990" y="479"/>
                    </a:lnTo>
                    <a:lnTo>
                      <a:pt x="990" y="723"/>
                    </a:lnTo>
                    <a:lnTo>
                      <a:pt x="312" y="723"/>
                    </a:lnTo>
                    <a:lnTo>
                      <a:pt x="312" y="877"/>
                    </a:lnTo>
                    <a:lnTo>
                      <a:pt x="0" y="877"/>
                    </a:lnTo>
                    <a:lnTo>
                      <a:pt x="0"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5" name="Freeform: Shape 29"/>
              <p:cNvSpPr/>
              <p:nvPr/>
            </p:nvSpPr>
            <p:spPr>
              <a:xfrm>
                <a:off x="6325200" y="1788480"/>
                <a:ext cx="308160" cy="512640"/>
              </a:xfrm>
              <a:custGeom>
                <a:avLst/>
                <a:gdLst/>
                <a:ahLst/>
                <a:cxnLst>
                  <a:cxn ang="3cd4">
                    <a:pos x="hc" y="t"/>
                  </a:cxn>
                  <a:cxn ang="cd2">
                    <a:pos x="l" y="vc"/>
                  </a:cxn>
                  <a:cxn ang="cd4">
                    <a:pos x="hc" y="b"/>
                  </a:cxn>
                  <a:cxn ang="0">
                    <a:pos x="r" y="vc"/>
                  </a:cxn>
                </a:cxnLst>
                <a:rect l="l" t="t" r="r" b="b"/>
                <a:pathLst>
                  <a:path w="857" h="1425">
                    <a:moveTo>
                      <a:pt x="153" y="0"/>
                    </a:moveTo>
                    <a:lnTo>
                      <a:pt x="0" y="0"/>
                    </a:lnTo>
                    <a:lnTo>
                      <a:pt x="0" y="104"/>
                    </a:lnTo>
                    <a:lnTo>
                      <a:pt x="0" y="1425"/>
                    </a:lnTo>
                    <a:lnTo>
                      <a:pt x="153" y="1425"/>
                    </a:lnTo>
                    <a:lnTo>
                      <a:pt x="153" y="104"/>
                    </a:lnTo>
                    <a:lnTo>
                      <a:pt x="188" y="104"/>
                    </a:lnTo>
                    <a:lnTo>
                      <a:pt x="188" y="1181"/>
                    </a:lnTo>
                    <a:lnTo>
                      <a:pt x="214" y="1181"/>
                    </a:lnTo>
                    <a:lnTo>
                      <a:pt x="214" y="104"/>
                    </a:lnTo>
                    <a:lnTo>
                      <a:pt x="251" y="104"/>
                    </a:lnTo>
                    <a:lnTo>
                      <a:pt x="251" y="1181"/>
                    </a:lnTo>
                    <a:lnTo>
                      <a:pt x="278" y="1181"/>
                    </a:lnTo>
                    <a:lnTo>
                      <a:pt x="278" y="104"/>
                    </a:lnTo>
                    <a:lnTo>
                      <a:pt x="315" y="104"/>
                    </a:lnTo>
                    <a:lnTo>
                      <a:pt x="315" y="1181"/>
                    </a:lnTo>
                    <a:lnTo>
                      <a:pt x="341" y="1181"/>
                    </a:lnTo>
                    <a:lnTo>
                      <a:pt x="341" y="104"/>
                    </a:lnTo>
                    <a:lnTo>
                      <a:pt x="381" y="104"/>
                    </a:lnTo>
                    <a:lnTo>
                      <a:pt x="381" y="1181"/>
                    </a:lnTo>
                    <a:lnTo>
                      <a:pt x="407" y="1181"/>
                    </a:lnTo>
                    <a:lnTo>
                      <a:pt x="407" y="104"/>
                    </a:lnTo>
                    <a:lnTo>
                      <a:pt x="444" y="104"/>
                    </a:lnTo>
                    <a:lnTo>
                      <a:pt x="444" y="1181"/>
                    </a:lnTo>
                    <a:lnTo>
                      <a:pt x="471" y="1181"/>
                    </a:lnTo>
                    <a:lnTo>
                      <a:pt x="471" y="104"/>
                    </a:lnTo>
                    <a:lnTo>
                      <a:pt x="508" y="104"/>
                    </a:lnTo>
                    <a:lnTo>
                      <a:pt x="508" y="1181"/>
                    </a:lnTo>
                    <a:lnTo>
                      <a:pt x="534" y="1181"/>
                    </a:lnTo>
                    <a:lnTo>
                      <a:pt x="534" y="104"/>
                    </a:lnTo>
                    <a:lnTo>
                      <a:pt x="574" y="104"/>
                    </a:lnTo>
                    <a:lnTo>
                      <a:pt x="574" y="1181"/>
                    </a:lnTo>
                    <a:lnTo>
                      <a:pt x="601" y="1181"/>
                    </a:lnTo>
                    <a:lnTo>
                      <a:pt x="601" y="104"/>
                    </a:lnTo>
                    <a:lnTo>
                      <a:pt x="638" y="104"/>
                    </a:lnTo>
                    <a:lnTo>
                      <a:pt x="638" y="1181"/>
                    </a:lnTo>
                    <a:lnTo>
                      <a:pt x="664" y="1181"/>
                    </a:lnTo>
                    <a:lnTo>
                      <a:pt x="664" y="104"/>
                    </a:lnTo>
                    <a:lnTo>
                      <a:pt x="704" y="104"/>
                    </a:lnTo>
                    <a:lnTo>
                      <a:pt x="704" y="1181"/>
                    </a:lnTo>
                    <a:lnTo>
                      <a:pt x="728" y="1181"/>
                    </a:lnTo>
                    <a:lnTo>
                      <a:pt x="728" y="104"/>
                    </a:lnTo>
                    <a:lnTo>
                      <a:pt x="767" y="104"/>
                    </a:lnTo>
                    <a:lnTo>
                      <a:pt x="767" y="1181"/>
                    </a:lnTo>
                    <a:lnTo>
                      <a:pt x="794" y="1181"/>
                    </a:lnTo>
                    <a:lnTo>
                      <a:pt x="794" y="104"/>
                    </a:lnTo>
                    <a:lnTo>
                      <a:pt x="831" y="104"/>
                    </a:lnTo>
                    <a:lnTo>
                      <a:pt x="831" y="1181"/>
                    </a:lnTo>
                    <a:lnTo>
                      <a:pt x="857" y="1181"/>
                    </a:lnTo>
                    <a:lnTo>
                      <a:pt x="857" y="104"/>
                    </a:lnTo>
                    <a:lnTo>
                      <a:pt x="857" y="69"/>
                    </a:lnTo>
                    <a:lnTo>
                      <a:pt x="857" y="0"/>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6" name="Freeform: Shape 30"/>
              <p:cNvSpPr/>
              <p:nvPr/>
            </p:nvSpPr>
            <p:spPr>
              <a:xfrm>
                <a:off x="6464160" y="1778040"/>
                <a:ext cx="895680" cy="452519"/>
              </a:xfrm>
              <a:custGeom>
                <a:avLst/>
                <a:gdLst/>
                <a:ahLst/>
                <a:cxnLst>
                  <a:cxn ang="3cd4">
                    <a:pos x="hc" y="t"/>
                  </a:cxn>
                  <a:cxn ang="cd2">
                    <a:pos x="l" y="vc"/>
                  </a:cxn>
                  <a:cxn ang="cd4">
                    <a:pos x="hc" y="b"/>
                  </a:cxn>
                  <a:cxn ang="0">
                    <a:pos x="r" y="vc"/>
                  </a:cxn>
                </a:cxnLst>
                <a:rect l="l" t="t" r="r" b="b"/>
                <a:pathLst>
                  <a:path w="2489" h="1258">
                    <a:moveTo>
                      <a:pt x="1247" y="0"/>
                    </a:moveTo>
                    <a:lnTo>
                      <a:pt x="0" y="1258"/>
                    </a:lnTo>
                    <a:lnTo>
                      <a:pt x="2489" y="125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7" name="Freeform: Shape 31"/>
              <p:cNvSpPr/>
              <p:nvPr/>
            </p:nvSpPr>
            <p:spPr>
              <a:xfrm>
                <a:off x="7193519" y="1638000"/>
                <a:ext cx="381960" cy="595440"/>
              </a:xfrm>
              <a:custGeom>
                <a:avLst/>
                <a:gdLst/>
                <a:ahLst/>
                <a:cxnLst>
                  <a:cxn ang="3cd4">
                    <a:pos x="hc" y="t"/>
                  </a:cxn>
                  <a:cxn ang="cd2">
                    <a:pos x="l" y="vc"/>
                  </a:cxn>
                  <a:cxn ang="cd4">
                    <a:pos x="hc" y="b"/>
                  </a:cxn>
                  <a:cxn ang="0">
                    <a:pos x="r" y="vc"/>
                  </a:cxn>
                </a:cxnLst>
                <a:rect l="l" t="t" r="r" b="b"/>
                <a:pathLst>
                  <a:path w="1062" h="1655">
                    <a:moveTo>
                      <a:pt x="980" y="0"/>
                    </a:moveTo>
                    <a:lnTo>
                      <a:pt x="882" y="0"/>
                    </a:lnTo>
                    <a:lnTo>
                      <a:pt x="882" y="193"/>
                    </a:lnTo>
                    <a:lnTo>
                      <a:pt x="794" y="193"/>
                    </a:lnTo>
                    <a:lnTo>
                      <a:pt x="794" y="344"/>
                    </a:lnTo>
                    <a:lnTo>
                      <a:pt x="273" y="344"/>
                    </a:lnTo>
                    <a:lnTo>
                      <a:pt x="273" y="193"/>
                    </a:lnTo>
                    <a:lnTo>
                      <a:pt x="185" y="193"/>
                    </a:lnTo>
                    <a:lnTo>
                      <a:pt x="185" y="0"/>
                    </a:lnTo>
                    <a:lnTo>
                      <a:pt x="87" y="0"/>
                    </a:lnTo>
                    <a:lnTo>
                      <a:pt x="87" y="193"/>
                    </a:lnTo>
                    <a:lnTo>
                      <a:pt x="0" y="193"/>
                    </a:lnTo>
                    <a:lnTo>
                      <a:pt x="0" y="1655"/>
                    </a:lnTo>
                    <a:lnTo>
                      <a:pt x="270" y="1655"/>
                    </a:lnTo>
                    <a:lnTo>
                      <a:pt x="270" y="1475"/>
                    </a:lnTo>
                    <a:lnTo>
                      <a:pt x="792" y="1475"/>
                    </a:lnTo>
                    <a:lnTo>
                      <a:pt x="792" y="1655"/>
                    </a:lnTo>
                    <a:lnTo>
                      <a:pt x="1062" y="1655"/>
                    </a:lnTo>
                    <a:lnTo>
                      <a:pt x="1062" y="193"/>
                    </a:lnTo>
                    <a:lnTo>
                      <a:pt x="980" y="193"/>
                    </a:lnTo>
                    <a:close/>
                    <a:moveTo>
                      <a:pt x="797" y="421"/>
                    </a:moveTo>
                    <a:lnTo>
                      <a:pt x="797" y="450"/>
                    </a:lnTo>
                    <a:lnTo>
                      <a:pt x="275" y="450"/>
                    </a:lnTo>
                    <a:lnTo>
                      <a:pt x="275" y="421"/>
                    </a:lnTo>
                    <a:close/>
                    <a:moveTo>
                      <a:pt x="275" y="1189"/>
                    </a:moveTo>
                    <a:lnTo>
                      <a:pt x="275" y="1160"/>
                    </a:lnTo>
                    <a:lnTo>
                      <a:pt x="797" y="1160"/>
                    </a:lnTo>
                    <a:lnTo>
                      <a:pt x="797" y="1189"/>
                    </a:lnTo>
                    <a:close/>
                    <a:moveTo>
                      <a:pt x="797" y="1266"/>
                    </a:moveTo>
                    <a:lnTo>
                      <a:pt x="797" y="1295"/>
                    </a:lnTo>
                    <a:lnTo>
                      <a:pt x="275" y="1295"/>
                    </a:lnTo>
                    <a:lnTo>
                      <a:pt x="275" y="1266"/>
                    </a:lnTo>
                    <a:close/>
                    <a:moveTo>
                      <a:pt x="275" y="1083"/>
                    </a:moveTo>
                    <a:lnTo>
                      <a:pt x="275" y="1054"/>
                    </a:lnTo>
                    <a:lnTo>
                      <a:pt x="797" y="1054"/>
                    </a:lnTo>
                    <a:lnTo>
                      <a:pt x="797" y="1083"/>
                    </a:lnTo>
                    <a:close/>
                    <a:moveTo>
                      <a:pt x="275" y="977"/>
                    </a:moveTo>
                    <a:lnTo>
                      <a:pt x="275" y="948"/>
                    </a:lnTo>
                    <a:lnTo>
                      <a:pt x="797" y="948"/>
                    </a:lnTo>
                    <a:lnTo>
                      <a:pt x="797" y="977"/>
                    </a:lnTo>
                    <a:close/>
                    <a:moveTo>
                      <a:pt x="275" y="871"/>
                    </a:moveTo>
                    <a:lnTo>
                      <a:pt x="275" y="842"/>
                    </a:lnTo>
                    <a:lnTo>
                      <a:pt x="797" y="842"/>
                    </a:lnTo>
                    <a:lnTo>
                      <a:pt x="797" y="871"/>
                    </a:lnTo>
                    <a:close/>
                    <a:moveTo>
                      <a:pt x="275" y="768"/>
                    </a:moveTo>
                    <a:lnTo>
                      <a:pt x="275" y="739"/>
                    </a:lnTo>
                    <a:lnTo>
                      <a:pt x="797" y="739"/>
                    </a:lnTo>
                    <a:lnTo>
                      <a:pt x="797" y="768"/>
                    </a:lnTo>
                    <a:close/>
                    <a:moveTo>
                      <a:pt x="275" y="662"/>
                    </a:moveTo>
                    <a:lnTo>
                      <a:pt x="275" y="633"/>
                    </a:lnTo>
                    <a:lnTo>
                      <a:pt x="797" y="633"/>
                    </a:lnTo>
                    <a:lnTo>
                      <a:pt x="797" y="662"/>
                    </a:lnTo>
                    <a:close/>
                    <a:moveTo>
                      <a:pt x="275" y="556"/>
                    </a:moveTo>
                    <a:lnTo>
                      <a:pt x="275" y="527"/>
                    </a:lnTo>
                    <a:lnTo>
                      <a:pt x="797" y="527"/>
                    </a:lnTo>
                    <a:lnTo>
                      <a:pt x="797" y="556"/>
                    </a:lnTo>
                    <a:close/>
                    <a:moveTo>
                      <a:pt x="275" y="1401"/>
                    </a:moveTo>
                    <a:lnTo>
                      <a:pt x="275" y="1372"/>
                    </a:lnTo>
                    <a:lnTo>
                      <a:pt x="797" y="1372"/>
                    </a:lnTo>
                    <a:lnTo>
                      <a:pt x="797" y="1401"/>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8" name="Freeform: Shape 32"/>
              <p:cNvSpPr/>
              <p:nvPr/>
            </p:nvSpPr>
            <p:spPr>
              <a:xfrm>
                <a:off x="7260120" y="2180520"/>
                <a:ext cx="255960" cy="27000"/>
              </a:xfrm>
              <a:custGeom>
                <a:avLst/>
                <a:gdLst/>
                <a:ahLst/>
                <a:cxnLst>
                  <a:cxn ang="3cd4">
                    <a:pos x="hc" y="t"/>
                  </a:cxn>
                  <a:cxn ang="cd2">
                    <a:pos x="l" y="vc"/>
                  </a:cxn>
                  <a:cxn ang="cd4">
                    <a:pos x="hc" y="b"/>
                  </a:cxn>
                  <a:cxn ang="0">
                    <a:pos x="r" y="vc"/>
                  </a:cxn>
                </a:cxnLst>
                <a:rect l="l" t="t" r="r" b="b"/>
                <a:pathLst>
                  <a:path w="712" h="76">
                    <a:moveTo>
                      <a:pt x="356" y="76"/>
                    </a:moveTo>
                    <a:lnTo>
                      <a:pt x="0" y="76"/>
                    </a:lnTo>
                    <a:lnTo>
                      <a:pt x="0" y="0"/>
                    </a:lnTo>
                    <a:lnTo>
                      <a:pt x="712" y="0"/>
                    </a:lnTo>
                    <a:lnTo>
                      <a:pt x="712" y="76"/>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49" name="Freeform: Shape 33"/>
              <p:cNvSpPr/>
              <p:nvPr/>
            </p:nvSpPr>
            <p:spPr>
              <a:xfrm>
                <a:off x="7714079" y="2033640"/>
                <a:ext cx="285480" cy="211320"/>
              </a:xfrm>
              <a:custGeom>
                <a:avLst/>
                <a:gdLst/>
                <a:ahLst/>
                <a:cxnLst>
                  <a:cxn ang="3cd4">
                    <a:pos x="hc" y="t"/>
                  </a:cxn>
                  <a:cxn ang="cd2">
                    <a:pos x="l" y="vc"/>
                  </a:cxn>
                  <a:cxn ang="cd4">
                    <a:pos x="hc" y="b"/>
                  </a:cxn>
                  <a:cxn ang="0">
                    <a:pos x="r" y="vc"/>
                  </a:cxn>
                </a:cxnLst>
                <a:rect l="l" t="t" r="r" b="b"/>
                <a:pathLst>
                  <a:path w="794" h="588">
                    <a:moveTo>
                      <a:pt x="638" y="138"/>
                    </a:moveTo>
                    <a:lnTo>
                      <a:pt x="638" y="371"/>
                    </a:lnTo>
                    <a:lnTo>
                      <a:pt x="434" y="371"/>
                    </a:lnTo>
                    <a:lnTo>
                      <a:pt x="434" y="0"/>
                    </a:lnTo>
                    <a:lnTo>
                      <a:pt x="153" y="0"/>
                    </a:lnTo>
                    <a:lnTo>
                      <a:pt x="153" y="371"/>
                    </a:lnTo>
                    <a:lnTo>
                      <a:pt x="0" y="371"/>
                    </a:lnTo>
                    <a:lnTo>
                      <a:pt x="0" y="524"/>
                    </a:lnTo>
                    <a:lnTo>
                      <a:pt x="153" y="524"/>
                    </a:lnTo>
                    <a:lnTo>
                      <a:pt x="153" y="580"/>
                    </a:lnTo>
                    <a:lnTo>
                      <a:pt x="434" y="580"/>
                    </a:lnTo>
                    <a:lnTo>
                      <a:pt x="434" y="524"/>
                    </a:lnTo>
                    <a:lnTo>
                      <a:pt x="638" y="524"/>
                    </a:lnTo>
                    <a:lnTo>
                      <a:pt x="638" y="588"/>
                    </a:lnTo>
                    <a:lnTo>
                      <a:pt x="794" y="588"/>
                    </a:lnTo>
                    <a:lnTo>
                      <a:pt x="794" y="138"/>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0" name="Freeform: Shape 34"/>
              <p:cNvSpPr/>
              <p:nvPr/>
            </p:nvSpPr>
            <p:spPr>
              <a:xfrm>
                <a:off x="5578560" y="1624680"/>
                <a:ext cx="123480" cy="586800"/>
              </a:xfrm>
              <a:custGeom>
                <a:avLst/>
                <a:gdLst/>
                <a:ahLst/>
                <a:cxnLst>
                  <a:cxn ang="3cd4">
                    <a:pos x="hc" y="t"/>
                  </a:cxn>
                  <a:cxn ang="cd2">
                    <a:pos x="l" y="vc"/>
                  </a:cxn>
                  <a:cxn ang="cd4">
                    <a:pos x="hc" y="b"/>
                  </a:cxn>
                  <a:cxn ang="0">
                    <a:pos x="r" y="vc"/>
                  </a:cxn>
                </a:cxnLst>
                <a:rect l="l" t="t" r="r" b="b"/>
                <a:pathLst>
                  <a:path w="344" h="1631">
                    <a:moveTo>
                      <a:pt x="344" y="1626"/>
                    </a:moveTo>
                    <a:cubicBezTo>
                      <a:pt x="344" y="1620"/>
                      <a:pt x="260" y="977"/>
                      <a:pt x="260" y="582"/>
                    </a:cubicBezTo>
                    <a:cubicBezTo>
                      <a:pt x="260" y="190"/>
                      <a:pt x="260" y="161"/>
                      <a:pt x="273" y="50"/>
                    </a:cubicBezTo>
                    <a:lnTo>
                      <a:pt x="289" y="50"/>
                    </a:lnTo>
                    <a:lnTo>
                      <a:pt x="289" y="0"/>
                    </a:lnTo>
                    <a:lnTo>
                      <a:pt x="58" y="0"/>
                    </a:lnTo>
                    <a:lnTo>
                      <a:pt x="58" y="50"/>
                    </a:lnTo>
                    <a:lnTo>
                      <a:pt x="72" y="50"/>
                    </a:lnTo>
                    <a:cubicBezTo>
                      <a:pt x="85" y="161"/>
                      <a:pt x="85" y="190"/>
                      <a:pt x="85" y="582"/>
                    </a:cubicBezTo>
                    <a:cubicBezTo>
                      <a:pt x="85" y="977"/>
                      <a:pt x="0" y="1620"/>
                      <a:pt x="0" y="1626"/>
                    </a:cubicBezTo>
                    <a:lnTo>
                      <a:pt x="32" y="1631"/>
                    </a:lnTo>
                    <a:cubicBezTo>
                      <a:pt x="32" y="1626"/>
                      <a:pt x="77" y="1292"/>
                      <a:pt x="101" y="958"/>
                    </a:cubicBezTo>
                    <a:lnTo>
                      <a:pt x="101" y="1247"/>
                    </a:lnTo>
                    <a:lnTo>
                      <a:pt x="154" y="1247"/>
                    </a:lnTo>
                    <a:lnTo>
                      <a:pt x="154" y="1631"/>
                    </a:lnTo>
                    <a:lnTo>
                      <a:pt x="186" y="1631"/>
                    </a:lnTo>
                    <a:lnTo>
                      <a:pt x="186" y="1247"/>
                    </a:lnTo>
                    <a:lnTo>
                      <a:pt x="238" y="1247"/>
                    </a:lnTo>
                    <a:lnTo>
                      <a:pt x="238" y="964"/>
                    </a:lnTo>
                    <a:cubicBezTo>
                      <a:pt x="262" y="1295"/>
                      <a:pt x="307" y="1623"/>
                      <a:pt x="307" y="1628"/>
                    </a:cubicBezTo>
                    <a:close/>
                    <a:moveTo>
                      <a:pt x="117" y="175"/>
                    </a:moveTo>
                    <a:cubicBezTo>
                      <a:pt x="114" y="127"/>
                      <a:pt x="111" y="95"/>
                      <a:pt x="106" y="50"/>
                    </a:cubicBezTo>
                    <a:lnTo>
                      <a:pt x="156" y="50"/>
                    </a:lnTo>
                    <a:lnTo>
                      <a:pt x="156" y="175"/>
                    </a:lnTo>
                    <a:close/>
                    <a:moveTo>
                      <a:pt x="191" y="50"/>
                    </a:moveTo>
                    <a:lnTo>
                      <a:pt x="241" y="50"/>
                    </a:lnTo>
                    <a:cubicBezTo>
                      <a:pt x="236" y="95"/>
                      <a:pt x="233" y="127"/>
                      <a:pt x="231" y="175"/>
                    </a:cubicBezTo>
                    <a:lnTo>
                      <a:pt x="191" y="175"/>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51" name="Freeform: Shape 35"/>
              <p:cNvSpPr/>
              <p:nvPr/>
            </p:nvSpPr>
            <p:spPr>
              <a:xfrm>
                <a:off x="5569920" y="1391040"/>
                <a:ext cx="145440" cy="225720"/>
              </a:xfrm>
              <a:custGeom>
                <a:avLst/>
                <a:gdLst/>
                <a:ahLst/>
                <a:cxnLst>
                  <a:cxn ang="3cd4">
                    <a:pos x="hc" y="t"/>
                  </a:cxn>
                  <a:cxn ang="cd2">
                    <a:pos x="l" y="vc"/>
                  </a:cxn>
                  <a:cxn ang="cd4">
                    <a:pos x="hc" y="b"/>
                  </a:cxn>
                  <a:cxn ang="0">
                    <a:pos x="r" y="vc"/>
                  </a:cxn>
                </a:cxnLst>
                <a:rect l="l" t="t" r="r" b="b"/>
                <a:pathLst>
                  <a:path w="405" h="628">
                    <a:moveTo>
                      <a:pt x="405" y="469"/>
                    </a:moveTo>
                    <a:lnTo>
                      <a:pt x="355" y="469"/>
                    </a:lnTo>
                    <a:lnTo>
                      <a:pt x="297" y="424"/>
                    </a:lnTo>
                    <a:lnTo>
                      <a:pt x="270" y="424"/>
                    </a:lnTo>
                    <a:lnTo>
                      <a:pt x="270" y="400"/>
                    </a:lnTo>
                    <a:lnTo>
                      <a:pt x="225" y="400"/>
                    </a:lnTo>
                    <a:lnTo>
                      <a:pt x="225" y="90"/>
                    </a:lnTo>
                    <a:lnTo>
                      <a:pt x="210" y="90"/>
                    </a:lnTo>
                    <a:lnTo>
                      <a:pt x="210" y="0"/>
                    </a:lnTo>
                    <a:lnTo>
                      <a:pt x="196" y="0"/>
                    </a:lnTo>
                    <a:lnTo>
                      <a:pt x="196" y="90"/>
                    </a:lnTo>
                    <a:lnTo>
                      <a:pt x="180" y="90"/>
                    </a:lnTo>
                    <a:lnTo>
                      <a:pt x="180" y="400"/>
                    </a:lnTo>
                    <a:lnTo>
                      <a:pt x="135" y="400"/>
                    </a:lnTo>
                    <a:lnTo>
                      <a:pt x="135" y="424"/>
                    </a:lnTo>
                    <a:lnTo>
                      <a:pt x="104" y="424"/>
                    </a:lnTo>
                    <a:lnTo>
                      <a:pt x="48" y="469"/>
                    </a:lnTo>
                    <a:lnTo>
                      <a:pt x="0" y="469"/>
                    </a:lnTo>
                    <a:lnTo>
                      <a:pt x="0" y="503"/>
                    </a:lnTo>
                    <a:lnTo>
                      <a:pt x="43" y="503"/>
                    </a:lnTo>
                    <a:lnTo>
                      <a:pt x="85" y="628"/>
                    </a:lnTo>
                    <a:lnTo>
                      <a:pt x="329" y="628"/>
                    </a:lnTo>
                    <a:lnTo>
                      <a:pt x="366" y="503"/>
                    </a:lnTo>
                    <a:lnTo>
                      <a:pt x="405" y="503"/>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sp>
          <p:nvSpPr>
            <p:cNvPr id="15" name="Rectangle 14"/>
            <p:cNvSpPr/>
            <p:nvPr/>
          </p:nvSpPr>
          <p:spPr bwMode="auto">
            <a:xfrm>
              <a:off x="0" y="4786058"/>
              <a:ext cx="9144000" cy="357442"/>
            </a:xfrm>
            <a:prstGeom prst="rect">
              <a:avLst/>
            </a:prstGeom>
            <a:grpFill/>
            <a:ln w="12700" cap="flat">
              <a:noFill/>
              <a:miter lim="800000"/>
              <a:headEnd type="none" w="med" len="med"/>
              <a:tailEnd type="none" w="med" len="med"/>
            </a:ln>
          </p:spPr>
          <p:txBody>
            <a:bodyPr lIns="91440" tIns="45720" rIns="91440" bIns="45720" rtlCol="0" anchor="ctr"/>
            <a:lstStyle/>
            <a:p>
              <a:pPr algn="ctr" defTabSz="514350"/>
              <a:endParaRPr lang="en-US" sz="1400" dirty="0" err="1">
                <a:solidFill>
                  <a:schemeClr val="bg1"/>
                </a:solidFill>
                <a:ea typeface="Arial" pitchFamily="-107" charset="0"/>
                <a:cs typeface="Arial" pitchFamily="-107" charset="0"/>
                <a:sym typeface="Arial" pitchFamily="-107" charset="0"/>
              </a:endParaRPr>
            </a:p>
          </p:txBody>
        </p:sp>
      </p:grpSp>
      <p:sp>
        <p:nvSpPr>
          <p:cNvPr id="8" name="Title 7"/>
          <p:cNvSpPr>
            <a:spLocks noGrp="1"/>
          </p:cNvSpPr>
          <p:nvPr>
            <p:ph type="title" hasCustomPrompt="1"/>
          </p:nvPr>
        </p:nvSpPr>
        <p:spPr bwMode="white">
          <a:xfrm>
            <a:off x="359051" y="413620"/>
            <a:ext cx="8394466" cy="1142052"/>
          </a:xfrm>
        </p:spPr>
        <p:txBody>
          <a:bodyPr anchor="t"/>
          <a:lstStyle>
            <a:lvl1pPr marL="6251" indent="-6251" algn="l" defTabSz="914400" rtl="0" eaLnBrk="0" fontAlgn="base" latinLnBrk="0" hangingPunct="0">
              <a:lnSpc>
                <a:spcPct val="90000"/>
              </a:lnSpc>
              <a:spcBef>
                <a:spcPct val="0"/>
              </a:spcBef>
              <a:spcAft>
                <a:spcPct val="0"/>
              </a:spcAft>
              <a:defRPr lang="en-US" sz="4000" b="0" i="0" kern="1200" baseline="0" dirty="0">
                <a:solidFill>
                  <a:schemeClr val="bg1"/>
                </a:solidFill>
                <a:latin typeface="+mj-lt"/>
                <a:ea typeface="+mj-ea"/>
                <a:cs typeface="+mj-cs"/>
                <a:sym typeface="Arial" pitchFamily="34" charset="0"/>
              </a:defRPr>
            </a:lvl1pPr>
          </a:lstStyle>
          <a:p>
            <a:r>
              <a:rPr lang="en-US" dirty="0" smtClean="0"/>
              <a:t>Demo Slide</a:t>
            </a:r>
            <a:endParaRPr lang="en-US" dirty="0"/>
          </a:p>
        </p:txBody>
      </p:sp>
      <p:sp>
        <p:nvSpPr>
          <p:cNvPr id="13"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22"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1385942797"/>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Full bleed photo">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9147348" cy="5143500"/>
          </a:xfrm>
          <a:prstGeom prst="rect">
            <a:avLst/>
          </a:prstGeom>
        </p:spPr>
        <p:txBody>
          <a:bodyPr vert="horz" lIns="91420" tIns="45710" rIns="91420" bIns="45710"/>
          <a:lstStyle>
            <a:lvl1pPr marL="0" indent="0" algn="ctr">
              <a:buNone/>
              <a:defRPr sz="2200" baseline="0">
                <a:latin typeface="+mn-lt"/>
                <a:cs typeface="CiscoSans ExtraLight"/>
              </a:defRPr>
            </a:lvl1pPr>
          </a:lstStyle>
          <a:p>
            <a:pPr lvl="0"/>
            <a:r>
              <a:rPr lang="en-US" noProof="0" smtClean="0"/>
              <a:t>Click icon to add picture</a:t>
            </a:r>
            <a:endParaRPr lang="en-US" noProof="0" dirty="0"/>
          </a:p>
        </p:txBody>
      </p:sp>
    </p:spTree>
    <p:extLst>
      <p:ext uri="{BB962C8B-B14F-4D97-AF65-F5344CB8AC3E}">
        <p14:creationId xmlns:p14="http://schemas.microsoft.com/office/powerpoint/2010/main" val="83186636"/>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1_Full bleed photo">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308012" y="240631"/>
            <a:ext cx="8480388" cy="3952921"/>
          </a:xfrm>
          <a:prstGeom prst="rect">
            <a:avLst/>
          </a:prstGeom>
        </p:spPr>
        <p:txBody>
          <a:bodyPr vert="horz" lIns="91424" tIns="45712" rIns="91424" bIns="45712"/>
          <a:lstStyle>
            <a:lvl1pPr marL="0" indent="0" algn="ctr">
              <a:buNone/>
              <a:defRPr sz="1500" baseline="0">
                <a:latin typeface="+mn-lt"/>
                <a:cs typeface="CiscoSans ExtraLight"/>
              </a:defRPr>
            </a:lvl1pPr>
          </a:lstStyle>
          <a:p>
            <a:pPr lvl="0"/>
            <a:r>
              <a:rPr lang="en-US" noProof="0" smtClean="0"/>
              <a:t>Click icon to add picture</a:t>
            </a:r>
            <a:endParaRPr lang="en-US" noProof="0" dirty="0"/>
          </a:p>
        </p:txBody>
      </p:sp>
      <p:sp>
        <p:nvSpPr>
          <p:cNvPr id="5"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Footer Placeholder 2"/>
          <p:cNvSpPr>
            <a:spLocks noGrp="1"/>
          </p:cNvSpPr>
          <p:nvPr>
            <p:ph type="ftr" sz="quarter" idx="3"/>
          </p:nvPr>
        </p:nvSpPr>
        <p:spPr>
          <a:xfrm>
            <a:off x="5222533" y="4946904"/>
            <a:ext cx="716863" cy="154518"/>
          </a:xfrm>
          <a:prstGeom prst="rect">
            <a:avLst/>
          </a:prstGeom>
          <a:noFill/>
          <a:ln w="9525">
            <a:noFill/>
            <a:miter lim="800000"/>
            <a:headEnd/>
            <a:tailEnd/>
          </a:ln>
          <a:effectLst/>
        </p:spPr>
        <p:txBody>
          <a:bodyPr wrap="square" lIns="61586" tIns="30792" rIns="61586" bIns="30792" anchor="b">
            <a:spAutoFit/>
          </a:bodyPr>
          <a:lstStyle>
            <a:lvl1pPr algn="l">
              <a:defRPr lang="en-US" sz="600" dirty="0">
                <a:solidFill>
                  <a:srgbClr val="000000"/>
                </a:solidFill>
                <a:cs typeface="CiscoSans Thin"/>
              </a:defRPr>
            </a:lvl1pPr>
          </a:lstStyle>
          <a:p>
            <a:pPr defTabSz="610744"/>
            <a:r>
              <a:rPr lang="en-US" smtClean="0">
                <a:ea typeface="ＭＳ Ｐゴシック" charset="0"/>
              </a:rPr>
              <a:t>DEVNET-1721</a:t>
            </a:r>
            <a:endParaRPr lang="en-US">
              <a:ea typeface="ＭＳ Ｐゴシック" charset="0"/>
            </a:endParaRPr>
          </a:p>
        </p:txBody>
      </p:sp>
    </p:spTree>
    <p:extLst>
      <p:ext uri="{BB962C8B-B14F-4D97-AF65-F5344CB8AC3E}">
        <p14:creationId xmlns:p14="http://schemas.microsoft.com/office/powerpoint/2010/main" val="774130515"/>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single photo with caption">
    <p:bg>
      <p:bgPr>
        <a:solidFill>
          <a:schemeClr val="tx1"/>
        </a:solidFill>
        <a:effectLst/>
      </p:bgPr>
    </p:bg>
    <p:spTree>
      <p:nvGrpSpPr>
        <p:cNvPr id="1" name=""/>
        <p:cNvGrpSpPr/>
        <p:nvPr/>
      </p:nvGrpSpPr>
      <p:grpSpPr>
        <a:xfrm>
          <a:off x="0" y="0"/>
          <a:ext cx="0" cy="0"/>
          <a:chOff x="0" y="0"/>
          <a:chExt cx="0" cy="0"/>
        </a:xfrm>
      </p:grpSpPr>
      <p:sp>
        <p:nvSpPr>
          <p:cNvPr id="4" name="Rectangle 3"/>
          <p:cNvSpPr/>
          <p:nvPr/>
        </p:nvSpPr>
        <p:spPr>
          <a:xfrm>
            <a:off x="1892300" y="596900"/>
            <a:ext cx="5348288" cy="3003550"/>
          </a:xfrm>
          <a:prstGeom prst="rect">
            <a:avLst/>
          </a:pr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anchor="ctr"/>
          <a:lstStyle/>
          <a:p>
            <a:pPr algn="ctr" defTabSz="457200">
              <a:defRPr/>
            </a:pPr>
            <a:endParaRPr lang="en-US" sz="1800">
              <a:solidFill>
                <a:srgbClr val="FFFFFF"/>
              </a:solidFill>
            </a:endParaRPr>
          </a:p>
        </p:txBody>
      </p:sp>
      <p:sp>
        <p:nvSpPr>
          <p:cNvPr id="5" name="Rectangle 4"/>
          <p:cNvSpPr/>
          <p:nvPr/>
        </p:nvSpPr>
        <p:spPr>
          <a:xfrm>
            <a:off x="1892300" y="3595688"/>
            <a:ext cx="5346700" cy="747712"/>
          </a:xfrm>
          <a:prstGeom prst="rect">
            <a:avLst/>
          </a:prstGeom>
          <a:noFill/>
          <a:ln>
            <a:noFill/>
          </a:ln>
          <a:effectLst>
            <a:outerShdw blurRad="1143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68577" tIns="34289" rIns="68577" bIns="34289" anchor="ctr"/>
          <a:lstStyle/>
          <a:p>
            <a:pPr algn="ctr" defTabSz="457200">
              <a:defRPr/>
            </a:pPr>
            <a:endParaRPr lang="en-US" sz="1800">
              <a:solidFill>
                <a:srgbClr val="FFFFFF"/>
              </a:solidFill>
            </a:endParaRPr>
          </a:p>
        </p:txBody>
      </p:sp>
      <p:sp>
        <p:nvSpPr>
          <p:cNvPr id="26" name="Picture Placeholder 25"/>
          <p:cNvSpPr>
            <a:spLocks noGrp="1"/>
          </p:cNvSpPr>
          <p:nvPr>
            <p:ph type="pic" sz="quarter" idx="10"/>
          </p:nvPr>
        </p:nvSpPr>
        <p:spPr>
          <a:xfrm>
            <a:off x="1900238" y="596646"/>
            <a:ext cx="5329238" cy="3003804"/>
          </a:xfrm>
          <a:prstGeom prst="rect">
            <a:avLst/>
          </a:prstGeom>
          <a:solidFill>
            <a:schemeClr val="bg1">
              <a:alpha val="30000"/>
            </a:schemeClr>
          </a:solidFill>
          <a:ln>
            <a:solidFill>
              <a:srgbClr val="676767"/>
            </a:solidFill>
          </a:ln>
          <a:effectLst/>
        </p:spPr>
        <p:txBody>
          <a:bodyPr lIns="91424" tIns="45712" rIns="91424" bIns="45712" anchor="ctr" anchorCtr="0"/>
          <a:lstStyle>
            <a:lvl1pPr algn="ctr">
              <a:buFontTx/>
              <a:buNone/>
              <a:defRPr>
                <a:solidFill>
                  <a:schemeClr val="tx1"/>
                </a:solidFill>
                <a:latin typeface="+mj-lt"/>
              </a:defRPr>
            </a:lvl1pPr>
          </a:lstStyle>
          <a:p>
            <a:pPr lvl="0"/>
            <a:r>
              <a:rPr lang="en-US" noProof="0" smtClean="0"/>
              <a:t>Click icon to add picture</a:t>
            </a:r>
            <a:endParaRPr lang="en-US" noProof="0" dirty="0"/>
          </a:p>
        </p:txBody>
      </p:sp>
      <p:sp>
        <p:nvSpPr>
          <p:cNvPr id="11" name="Title 10"/>
          <p:cNvSpPr>
            <a:spLocks noGrp="1"/>
          </p:cNvSpPr>
          <p:nvPr>
            <p:ph type="title" hasCustomPrompt="1"/>
          </p:nvPr>
        </p:nvSpPr>
        <p:spPr>
          <a:xfrm>
            <a:off x="2065871" y="3655079"/>
            <a:ext cx="5074070" cy="628650"/>
          </a:xfrm>
        </p:spPr>
        <p:txBody>
          <a:bodyPr anchor="ctr"/>
          <a:lstStyle>
            <a:lvl1pPr>
              <a:defRPr sz="2000">
                <a:solidFill>
                  <a:srgbClr val="676767"/>
                </a:solidFill>
                <a:latin typeface="+mj-lt"/>
              </a:defRPr>
            </a:lvl1pPr>
          </a:lstStyle>
          <a:p>
            <a:r>
              <a:rPr lang="en-GB" dirty="0" smtClean="0"/>
              <a:t>Click to edit title</a:t>
            </a:r>
            <a:endParaRPr lang="en-US" dirty="0"/>
          </a:p>
        </p:txBody>
      </p:sp>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9" name="Footer Placeholder 2"/>
          <p:cNvSpPr>
            <a:spLocks noGrp="1"/>
          </p:cNvSpPr>
          <p:nvPr>
            <p:ph type="ftr" sz="quarter" idx="3"/>
          </p:nvPr>
        </p:nvSpPr>
        <p:spPr>
          <a:xfrm>
            <a:off x="5222533" y="4946904"/>
            <a:ext cx="716863" cy="154518"/>
          </a:xfrm>
          <a:prstGeom prst="rect">
            <a:avLst/>
          </a:prstGeom>
          <a:noFill/>
          <a:ln w="9525">
            <a:noFill/>
            <a:miter lim="800000"/>
            <a:headEnd/>
            <a:tailEnd/>
          </a:ln>
          <a:effectLst/>
        </p:spPr>
        <p:txBody>
          <a:bodyPr wrap="square" lIns="61586" tIns="30792" rIns="61586" bIns="30792" anchor="b">
            <a:spAutoFit/>
          </a:bodyPr>
          <a:lstStyle>
            <a:lvl1pPr algn="l">
              <a:defRPr lang="en-US" sz="600" dirty="0">
                <a:solidFill>
                  <a:srgbClr val="000000"/>
                </a:solidFill>
                <a:cs typeface="CiscoSans Thin"/>
              </a:defRPr>
            </a:lvl1pPr>
          </a:lstStyle>
          <a:p>
            <a:pPr defTabSz="610744"/>
            <a:r>
              <a:rPr lang="en-US" smtClean="0">
                <a:ea typeface="ＭＳ Ｐゴシック" charset="0"/>
              </a:rPr>
              <a:t>DEVNET-1721</a:t>
            </a:r>
            <a:endParaRPr lang="en-US">
              <a:ea typeface="ＭＳ Ｐゴシック" charset="0"/>
            </a:endParaRPr>
          </a:p>
        </p:txBody>
      </p:sp>
    </p:spTree>
    <p:extLst>
      <p:ext uri="{BB962C8B-B14F-4D97-AF65-F5344CB8AC3E}">
        <p14:creationId xmlns:p14="http://schemas.microsoft.com/office/powerpoint/2010/main" val="1724888760"/>
      </p:ext>
    </p:extLst>
  </p:cSld>
  <p:clrMapOvr>
    <a:overrideClrMapping bg1="dk1" tx1="lt1" bg2="dk2" tx2="lt2" accent1="accent1" accent2="accent2" accent3="accent3" accent4="accent4" accent5="accent5" accent6="accent6" hlink="hlink" folHlink="folHlink"/>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Wide screen video">
    <p:bg>
      <p:bgPr>
        <a:solidFill>
          <a:schemeClr val="tx1"/>
        </a:solidFill>
        <a:effectLst/>
      </p:bgPr>
    </p:bg>
    <p:spTree>
      <p:nvGrpSpPr>
        <p:cNvPr id="1" name=""/>
        <p:cNvGrpSpPr/>
        <p:nvPr/>
      </p:nvGrpSpPr>
      <p:grpSpPr>
        <a:xfrm>
          <a:off x="0" y="0"/>
          <a:ext cx="0" cy="0"/>
          <a:chOff x="0" y="0"/>
          <a:chExt cx="0" cy="0"/>
        </a:xfrm>
      </p:grpSpPr>
      <p:sp>
        <p:nvSpPr>
          <p:cNvPr id="40" name="Media Placeholder 39"/>
          <p:cNvSpPr>
            <a:spLocks noGrp="1"/>
          </p:cNvSpPr>
          <p:nvPr>
            <p:ph type="media" sz="quarter" idx="11"/>
          </p:nvPr>
        </p:nvSpPr>
        <p:spPr>
          <a:xfrm>
            <a:off x="528638" y="582930"/>
            <a:ext cx="8164931" cy="3319272"/>
          </a:xfrm>
          <a:prstGeom prst="rect">
            <a:avLst/>
          </a:prstGeom>
          <a:solidFill>
            <a:schemeClr val="tx1">
              <a:lumMod val="5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vert="horz" lIns="68574" tIns="34288" rIns="68574" bIns="34288" rtlCol="0" anchor="ctr">
            <a:normAutofit/>
          </a:bodyPr>
          <a:lstStyle>
            <a:lvl1pPr marL="0" indent="0" algn="ctr" defTabSz="685748" rtl="0" eaLnBrk="1" latinLnBrk="0" hangingPunct="1">
              <a:lnSpc>
                <a:spcPct val="95000"/>
              </a:lnSpc>
              <a:spcBef>
                <a:spcPts val="1080"/>
              </a:spcBef>
              <a:buClr>
                <a:srgbClr val="92D050"/>
              </a:buClr>
              <a:buSzPct val="90000"/>
              <a:buFont typeface="Arial" pitchFamily="34" charset="0"/>
              <a:buNone/>
              <a:tabLst/>
              <a:defRPr lang="en-US" sz="1400" kern="1200" baseline="0" smtClean="0">
                <a:solidFill>
                  <a:schemeClr val="lt1"/>
                </a:solidFill>
                <a:latin typeface="+mn-lt"/>
                <a:ea typeface="+mn-ea"/>
                <a:cs typeface="CiscoSans"/>
              </a:defRPr>
            </a:lvl1pPr>
          </a:lstStyle>
          <a:p>
            <a:pPr lvl="0"/>
            <a:r>
              <a:rPr lang="en-US" noProof="0" smtClean="0"/>
              <a:t>Click icon to add media</a:t>
            </a:r>
            <a:endParaRPr lang="en-US" noProof="0" dirty="0"/>
          </a:p>
        </p:txBody>
      </p:sp>
      <p:sp>
        <p:nvSpPr>
          <p:cNvPr id="4"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Footer Placeholder 2"/>
          <p:cNvSpPr>
            <a:spLocks noGrp="1"/>
          </p:cNvSpPr>
          <p:nvPr>
            <p:ph type="ftr" sz="quarter" idx="3"/>
          </p:nvPr>
        </p:nvSpPr>
        <p:spPr>
          <a:xfrm>
            <a:off x="5222533" y="4946904"/>
            <a:ext cx="716863" cy="154518"/>
          </a:xfrm>
          <a:prstGeom prst="rect">
            <a:avLst/>
          </a:prstGeom>
          <a:noFill/>
          <a:ln w="9525">
            <a:noFill/>
            <a:miter lim="800000"/>
            <a:headEnd/>
            <a:tailEnd/>
          </a:ln>
          <a:effectLst/>
        </p:spPr>
        <p:txBody>
          <a:bodyPr wrap="square" lIns="61586" tIns="30792" rIns="61586" bIns="30792" anchor="b">
            <a:spAutoFit/>
          </a:bodyPr>
          <a:lstStyle>
            <a:lvl1pPr algn="l">
              <a:defRPr lang="en-US" sz="600" dirty="0">
                <a:solidFill>
                  <a:srgbClr val="000000"/>
                </a:solidFill>
                <a:cs typeface="CiscoSans Thin"/>
              </a:defRPr>
            </a:lvl1pPr>
          </a:lstStyle>
          <a:p>
            <a:pPr defTabSz="610744"/>
            <a:r>
              <a:rPr lang="en-US" smtClean="0">
                <a:ea typeface="ＭＳ Ｐゴシック" charset="0"/>
              </a:rPr>
              <a:t>DEVNET-1721</a:t>
            </a:r>
            <a:endParaRPr lang="en-US">
              <a:ea typeface="ＭＳ Ｐゴシック" charset="0"/>
            </a:endParaRPr>
          </a:p>
        </p:txBody>
      </p:sp>
    </p:spTree>
    <p:extLst>
      <p:ext uri="{BB962C8B-B14F-4D97-AF65-F5344CB8AC3E}">
        <p14:creationId xmlns:p14="http://schemas.microsoft.com/office/powerpoint/2010/main" val="3372443385"/>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ndard video">
    <p:bg>
      <p:bgPr>
        <a:solidFill>
          <a:schemeClr val="tx1"/>
        </a:solidFill>
        <a:effectLst/>
      </p:bgPr>
    </p:bg>
    <p:spTree>
      <p:nvGrpSpPr>
        <p:cNvPr id="1" name=""/>
        <p:cNvGrpSpPr/>
        <p:nvPr/>
      </p:nvGrpSpPr>
      <p:grpSpPr>
        <a:xfrm>
          <a:off x="0" y="0"/>
          <a:ext cx="0" cy="0"/>
          <a:chOff x="0" y="0"/>
          <a:chExt cx="0" cy="0"/>
        </a:xfrm>
      </p:grpSpPr>
      <p:sp>
        <p:nvSpPr>
          <p:cNvPr id="21" name="Media Placeholder 20"/>
          <p:cNvSpPr>
            <a:spLocks noGrp="1"/>
          </p:cNvSpPr>
          <p:nvPr>
            <p:ph type="media" sz="quarter" idx="10"/>
          </p:nvPr>
        </p:nvSpPr>
        <p:spPr>
          <a:xfrm>
            <a:off x="2179339" y="584002"/>
            <a:ext cx="4424562" cy="3319272"/>
          </a:xfrm>
          <a:prstGeom prst="rect">
            <a:avLst/>
          </a:prstGeom>
          <a:solidFill>
            <a:schemeClr val="tx1">
              <a:lumMod val="50000"/>
            </a:schemeClr>
          </a:solidFill>
          <a:ln>
            <a:solidFill>
              <a:schemeClr val="bg2"/>
            </a:solidFill>
          </a:ln>
          <a:effectLst/>
        </p:spPr>
        <p:style>
          <a:lnRef idx="2">
            <a:schemeClr val="accent1">
              <a:shade val="50000"/>
            </a:schemeClr>
          </a:lnRef>
          <a:fillRef idx="1">
            <a:schemeClr val="accent1"/>
          </a:fillRef>
          <a:effectRef idx="0">
            <a:schemeClr val="accent1"/>
          </a:effectRef>
          <a:fontRef idx="minor">
            <a:schemeClr val="lt1"/>
          </a:fontRef>
        </p:style>
        <p:txBody>
          <a:bodyPr vert="horz" lIns="68574" tIns="34288" rIns="68574" bIns="34288" rtlCol="0" anchor="ctr">
            <a:normAutofit/>
          </a:bodyPr>
          <a:lstStyle>
            <a:lvl1pPr marL="0" indent="0" algn="ctr" defTabSz="685748" rtl="0" eaLnBrk="1" latinLnBrk="0" hangingPunct="1">
              <a:lnSpc>
                <a:spcPct val="95000"/>
              </a:lnSpc>
              <a:spcBef>
                <a:spcPts val="1080"/>
              </a:spcBef>
              <a:buClr>
                <a:srgbClr val="92D050"/>
              </a:buClr>
              <a:buSzPct val="90000"/>
              <a:buFont typeface="Arial" pitchFamily="34" charset="0"/>
              <a:buNone/>
              <a:tabLst/>
              <a:defRPr lang="en-US" sz="1400" kern="1200">
                <a:solidFill>
                  <a:schemeClr val="lt1"/>
                </a:solidFill>
                <a:latin typeface="+mn-lt"/>
                <a:ea typeface="+mn-ea"/>
                <a:cs typeface="CiscoSans"/>
              </a:defRPr>
            </a:lvl1pPr>
          </a:lstStyle>
          <a:p>
            <a:pPr lvl="0"/>
            <a:r>
              <a:rPr lang="en-US" noProof="0" smtClean="0"/>
              <a:t>Click icon to add media</a:t>
            </a:r>
            <a:endParaRPr lang="en-US" noProof="0" dirty="0"/>
          </a:p>
        </p:txBody>
      </p:sp>
      <p:sp>
        <p:nvSpPr>
          <p:cNvPr id="4"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6" name="Footer Placeholder 2"/>
          <p:cNvSpPr>
            <a:spLocks noGrp="1"/>
          </p:cNvSpPr>
          <p:nvPr>
            <p:ph type="ftr" sz="quarter" idx="3"/>
          </p:nvPr>
        </p:nvSpPr>
        <p:spPr>
          <a:xfrm>
            <a:off x="5222533" y="4946904"/>
            <a:ext cx="716863" cy="154518"/>
          </a:xfrm>
          <a:prstGeom prst="rect">
            <a:avLst/>
          </a:prstGeom>
          <a:noFill/>
          <a:ln w="9525">
            <a:noFill/>
            <a:miter lim="800000"/>
            <a:headEnd/>
            <a:tailEnd/>
          </a:ln>
          <a:effectLst/>
        </p:spPr>
        <p:txBody>
          <a:bodyPr wrap="square" lIns="61586" tIns="30792" rIns="61586" bIns="30792" anchor="b">
            <a:spAutoFit/>
          </a:bodyPr>
          <a:lstStyle>
            <a:lvl1pPr algn="l">
              <a:defRPr lang="en-US" sz="600" dirty="0">
                <a:solidFill>
                  <a:srgbClr val="000000"/>
                </a:solidFill>
                <a:cs typeface="CiscoSans Thin"/>
              </a:defRPr>
            </a:lvl1pPr>
          </a:lstStyle>
          <a:p>
            <a:pPr defTabSz="610744"/>
            <a:r>
              <a:rPr lang="en-US" smtClean="0">
                <a:ea typeface="ＭＳ Ｐゴシック" charset="0"/>
              </a:rPr>
              <a:t>DEVNET-1721</a:t>
            </a:r>
            <a:endParaRPr lang="en-US">
              <a:ea typeface="ＭＳ Ｐゴシック" charset="0"/>
            </a:endParaRPr>
          </a:p>
        </p:txBody>
      </p:sp>
    </p:spTree>
    <p:extLst>
      <p:ext uri="{BB962C8B-B14F-4D97-AF65-F5344CB8AC3E}">
        <p14:creationId xmlns:p14="http://schemas.microsoft.com/office/powerpoint/2010/main" val="3224237075"/>
      </p:ext>
    </p:extLst>
  </p:cSld>
  <p:clrMapOvr>
    <a:overrideClrMapping bg1="dk1" tx1="lt1" bg2="dk2" tx2="lt2" accent1="accent1" accent2="accent2" accent3="accent3" accent4="accent4" accent5="accent5" accent6="accent6" hlink="hlink" folHlink="folHlink"/>
  </p:clrMapOvr>
  <p:transition spd="med">
    <p:fade/>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Thank You">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extLst>
              <a:ext uri="{28A0092B-C50C-407E-A947-70E740481C1C}">
                <a14:useLocalDpi xmlns:a14="http://schemas.microsoft.com/office/drawing/2010/main" val="0"/>
              </a:ext>
            </a:extLst>
          </a:blip>
          <a:srcRect l="8742" t="14280" r="44733" b="3050"/>
          <a:stretch/>
        </p:blipFill>
        <p:spPr>
          <a:xfrm rot="5400000">
            <a:off x="1998980" y="-2000251"/>
            <a:ext cx="5146037" cy="9144001"/>
          </a:xfrm>
          <a:prstGeom prst="rect">
            <a:avLst/>
          </a:prstGeom>
        </p:spPr>
      </p:pic>
      <p:grpSp>
        <p:nvGrpSpPr>
          <p:cNvPr id="12" name="Group 11"/>
          <p:cNvGrpSpPr/>
          <p:nvPr userDrawn="1"/>
        </p:nvGrpSpPr>
        <p:grpSpPr>
          <a:xfrm>
            <a:off x="410080" y="399299"/>
            <a:ext cx="792595" cy="419316"/>
            <a:chOff x="3133800" y="2372040"/>
            <a:chExt cx="514440" cy="272160"/>
          </a:xfrm>
          <a:solidFill>
            <a:schemeClr val="bg1"/>
          </a:solidFill>
        </p:grpSpPr>
        <p:sp>
          <p:nvSpPr>
            <p:cNvPr id="13" name="Freeform: Shape 38"/>
            <p:cNvSpPr/>
            <p:nvPr/>
          </p:nvSpPr>
          <p:spPr>
            <a:xfrm>
              <a:off x="3279600" y="2552040"/>
              <a:ext cx="22680" cy="89280"/>
            </a:xfrm>
            <a:custGeom>
              <a:avLst/>
              <a:gdLst/>
              <a:ahLst/>
              <a:cxnLst>
                <a:cxn ang="3cd4">
                  <a:pos x="hc" y="t"/>
                </a:cxn>
                <a:cxn ang="cd2">
                  <a:pos x="l" y="vc"/>
                </a:cxn>
                <a:cxn ang="cd4">
                  <a:pos x="hc" y="b"/>
                </a:cxn>
                <a:cxn ang="0">
                  <a:pos x="r" y="vc"/>
                </a:cxn>
              </a:cxnLst>
              <a:rect l="l" t="t" r="r" b="b"/>
              <a:pathLst>
                <a:path w="64" h="249">
                  <a:moveTo>
                    <a:pt x="32" y="249"/>
                  </a:moveTo>
                  <a:lnTo>
                    <a:pt x="0" y="249"/>
                  </a:lnTo>
                  <a:lnTo>
                    <a:pt x="0" y="0"/>
                  </a:lnTo>
                  <a:lnTo>
                    <a:pt x="64" y="0"/>
                  </a:lnTo>
                  <a:lnTo>
                    <a:pt x="64" y="24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4" name="Freeform: Shape 39"/>
            <p:cNvSpPr/>
            <p:nvPr/>
          </p:nvSpPr>
          <p:spPr>
            <a:xfrm>
              <a:off x="341604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6"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5" name="Freeform: Shape 40"/>
            <p:cNvSpPr/>
            <p:nvPr/>
          </p:nvSpPr>
          <p:spPr>
            <a:xfrm>
              <a:off x="318060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5"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6" name="Freeform: Shape 41"/>
            <p:cNvSpPr/>
            <p:nvPr/>
          </p:nvSpPr>
          <p:spPr>
            <a:xfrm>
              <a:off x="3507479" y="2550240"/>
              <a:ext cx="95040" cy="92880"/>
            </a:xfrm>
            <a:custGeom>
              <a:avLst/>
              <a:gdLst/>
              <a:ahLst/>
              <a:cxnLst>
                <a:cxn ang="3cd4">
                  <a:pos x="hc" y="t"/>
                </a:cxn>
                <a:cxn ang="cd2">
                  <a:pos x="l" y="vc"/>
                </a:cxn>
                <a:cxn ang="cd4">
                  <a:pos x="hc" y="b"/>
                </a:cxn>
                <a:cxn ang="0">
                  <a:pos x="r" y="vc"/>
                </a:cxn>
              </a:cxnLst>
              <a:rect l="l" t="t" r="r" b="b"/>
              <a:pathLst>
                <a:path w="265" h="259">
                  <a:moveTo>
                    <a:pt x="133" y="0"/>
                  </a:moveTo>
                  <a:cubicBezTo>
                    <a:pt x="56" y="0"/>
                    <a:pt x="0" y="57"/>
                    <a:pt x="0" y="129"/>
                  </a:cubicBezTo>
                  <a:cubicBezTo>
                    <a:pt x="0" y="200"/>
                    <a:pt x="56" y="259"/>
                    <a:pt x="133" y="259"/>
                  </a:cubicBezTo>
                  <a:cubicBezTo>
                    <a:pt x="209" y="259"/>
                    <a:pt x="265" y="200"/>
                    <a:pt x="265" y="129"/>
                  </a:cubicBezTo>
                  <a:cubicBezTo>
                    <a:pt x="265" y="57"/>
                    <a:pt x="209" y="0"/>
                    <a:pt x="133" y="0"/>
                  </a:cubicBezTo>
                  <a:close/>
                  <a:moveTo>
                    <a:pt x="133" y="198"/>
                  </a:moveTo>
                  <a:cubicBezTo>
                    <a:pt x="95" y="198"/>
                    <a:pt x="69" y="169"/>
                    <a:pt x="69" y="132"/>
                  </a:cubicBezTo>
                  <a:cubicBezTo>
                    <a:pt x="69" y="95"/>
                    <a:pt x="95" y="66"/>
                    <a:pt x="133" y="66"/>
                  </a:cubicBezTo>
                  <a:cubicBezTo>
                    <a:pt x="170" y="66"/>
                    <a:pt x="196" y="95"/>
                    <a:pt x="196" y="132"/>
                  </a:cubicBezTo>
                  <a:cubicBezTo>
                    <a:pt x="196" y="169"/>
                    <a:pt x="170" y="198"/>
                    <a:pt x="133" y="1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7" name="Freeform: Shape 42"/>
            <p:cNvSpPr/>
            <p:nvPr/>
          </p:nvSpPr>
          <p:spPr>
            <a:xfrm>
              <a:off x="3333240" y="2550960"/>
              <a:ext cx="62280" cy="93240"/>
            </a:xfrm>
            <a:custGeom>
              <a:avLst/>
              <a:gdLst/>
              <a:ahLst/>
              <a:cxnLst>
                <a:cxn ang="3cd4">
                  <a:pos x="hc" y="t"/>
                </a:cxn>
                <a:cxn ang="cd2">
                  <a:pos x="l" y="vc"/>
                </a:cxn>
                <a:cxn ang="cd4">
                  <a:pos x="hc" y="b"/>
                </a:cxn>
                <a:cxn ang="0">
                  <a:pos x="r" y="vc"/>
                </a:cxn>
              </a:cxnLst>
              <a:rect l="l" t="t" r="r" b="b"/>
              <a:pathLst>
                <a:path w="174" h="260">
                  <a:moveTo>
                    <a:pt x="92" y="0"/>
                  </a:moveTo>
                  <a:cubicBezTo>
                    <a:pt x="34" y="0"/>
                    <a:pt x="0" y="32"/>
                    <a:pt x="0" y="77"/>
                  </a:cubicBezTo>
                  <a:cubicBezTo>
                    <a:pt x="0" y="120"/>
                    <a:pt x="29" y="138"/>
                    <a:pt x="63" y="149"/>
                  </a:cubicBezTo>
                  <a:cubicBezTo>
                    <a:pt x="66" y="149"/>
                    <a:pt x="74" y="151"/>
                    <a:pt x="76" y="154"/>
                  </a:cubicBezTo>
                  <a:cubicBezTo>
                    <a:pt x="92" y="159"/>
                    <a:pt x="105" y="167"/>
                    <a:pt x="105" y="178"/>
                  </a:cubicBezTo>
                  <a:cubicBezTo>
                    <a:pt x="105" y="191"/>
                    <a:pt x="92" y="202"/>
                    <a:pt x="60" y="202"/>
                  </a:cubicBezTo>
                  <a:cubicBezTo>
                    <a:pt x="34" y="202"/>
                    <a:pt x="8" y="194"/>
                    <a:pt x="2" y="194"/>
                  </a:cubicBezTo>
                  <a:lnTo>
                    <a:pt x="2" y="252"/>
                  </a:lnTo>
                  <a:cubicBezTo>
                    <a:pt x="5" y="252"/>
                    <a:pt x="37" y="260"/>
                    <a:pt x="71" y="260"/>
                  </a:cubicBezTo>
                  <a:cubicBezTo>
                    <a:pt x="119" y="260"/>
                    <a:pt x="174" y="239"/>
                    <a:pt x="174" y="178"/>
                  </a:cubicBezTo>
                  <a:cubicBezTo>
                    <a:pt x="174" y="149"/>
                    <a:pt x="156" y="120"/>
                    <a:pt x="116" y="106"/>
                  </a:cubicBezTo>
                  <a:lnTo>
                    <a:pt x="98" y="101"/>
                  </a:lnTo>
                  <a:cubicBezTo>
                    <a:pt x="87" y="98"/>
                    <a:pt x="68" y="93"/>
                    <a:pt x="68" y="77"/>
                  </a:cubicBezTo>
                  <a:cubicBezTo>
                    <a:pt x="68" y="64"/>
                    <a:pt x="82" y="56"/>
                    <a:pt x="108" y="56"/>
                  </a:cubicBezTo>
                  <a:cubicBezTo>
                    <a:pt x="129" y="56"/>
                    <a:pt x="156" y="64"/>
                    <a:pt x="158" y="64"/>
                  </a:cubicBezTo>
                  <a:lnTo>
                    <a:pt x="158" y="8"/>
                  </a:lnTo>
                  <a:lnTo>
                    <a:pt x="153" y="8"/>
                  </a:lnTo>
                  <a:cubicBezTo>
                    <a:pt x="150" y="8"/>
                    <a:pt x="121" y="0"/>
                    <a:pt x="92"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8" name="Freeform: Shape 43"/>
            <p:cNvSpPr/>
            <p:nvPr/>
          </p:nvSpPr>
          <p:spPr>
            <a:xfrm>
              <a:off x="313380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0" y="0"/>
                    <a:pt x="32" y="0"/>
                  </a:cubicBezTo>
                  <a:cubicBezTo>
                    <a:pt x="16" y="0"/>
                    <a:pt x="0" y="14"/>
                    <a:pt x="0" y="32"/>
                  </a:cubicBezTo>
                  <a:lnTo>
                    <a:pt x="0" y="98"/>
                  </a:lnTo>
                  <a:cubicBezTo>
                    <a:pt x="0" y="117"/>
                    <a:pt x="13"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Shape 44"/>
            <p:cNvSpPr/>
            <p:nvPr/>
          </p:nvSpPr>
          <p:spPr>
            <a:xfrm>
              <a:off x="3195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3"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0" name="Freeform: Shape 45"/>
            <p:cNvSpPr/>
            <p:nvPr/>
          </p:nvSpPr>
          <p:spPr>
            <a:xfrm>
              <a:off x="325691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1" y="0"/>
                  </a:cubicBezTo>
                  <a:cubicBezTo>
                    <a:pt x="16" y="0"/>
                    <a:pt x="0" y="13"/>
                    <a:pt x="0" y="31"/>
                  </a:cubicBezTo>
                  <a:lnTo>
                    <a:pt x="0" y="362"/>
                  </a:lnTo>
                  <a:cubicBezTo>
                    <a:pt x="0" y="381"/>
                    <a:pt x="13" y="394"/>
                    <a:pt x="31" y="394"/>
                  </a:cubicBezTo>
                  <a:cubicBezTo>
                    <a:pt x="47"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1" name="Freeform: Shape 46"/>
            <p:cNvSpPr/>
            <p:nvPr/>
          </p:nvSpPr>
          <p:spPr>
            <a:xfrm>
              <a:off x="3318840" y="2413800"/>
              <a:ext cx="22320" cy="77040"/>
            </a:xfrm>
            <a:custGeom>
              <a:avLst/>
              <a:gdLst/>
              <a:ahLst/>
              <a:cxnLst>
                <a:cxn ang="3cd4">
                  <a:pos x="hc" y="t"/>
                </a:cxn>
                <a:cxn ang="cd2">
                  <a:pos x="l" y="vc"/>
                </a:cxn>
                <a:cxn ang="cd4">
                  <a:pos x="hc" y="b"/>
                </a:cxn>
                <a:cxn ang="0">
                  <a:pos x="r" y="vc"/>
                </a:cxn>
              </a:cxnLst>
              <a:rect l="l" t="t" r="r" b="b"/>
              <a:pathLst>
                <a:path w="63" h="215">
                  <a:moveTo>
                    <a:pt x="63" y="32"/>
                  </a:moveTo>
                  <a:cubicBezTo>
                    <a:pt x="63" y="16"/>
                    <a:pt x="50" y="0"/>
                    <a:pt x="32" y="0"/>
                  </a:cubicBezTo>
                  <a:cubicBezTo>
                    <a:pt x="16" y="0"/>
                    <a:pt x="0" y="13"/>
                    <a:pt x="0" y="32"/>
                  </a:cubicBezTo>
                  <a:lnTo>
                    <a:pt x="0" y="183"/>
                  </a:lnTo>
                  <a:cubicBezTo>
                    <a:pt x="0" y="201"/>
                    <a:pt x="13" y="215"/>
                    <a:pt x="32" y="215"/>
                  </a:cubicBezTo>
                  <a:cubicBezTo>
                    <a:pt x="48" y="215"/>
                    <a:pt x="63" y="201"/>
                    <a:pt x="63"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2" name="Freeform: Shape 47"/>
            <p:cNvSpPr/>
            <p:nvPr/>
          </p:nvSpPr>
          <p:spPr>
            <a:xfrm>
              <a:off x="337968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3" name="Freeform: Shape 48"/>
            <p:cNvSpPr/>
            <p:nvPr/>
          </p:nvSpPr>
          <p:spPr>
            <a:xfrm>
              <a:off x="344160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4"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4" name="Freeform: Shape 49"/>
            <p:cNvSpPr/>
            <p:nvPr/>
          </p:nvSpPr>
          <p:spPr>
            <a:xfrm>
              <a:off x="350279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2" y="0"/>
                  </a:cubicBezTo>
                  <a:cubicBezTo>
                    <a:pt x="13" y="0"/>
                    <a:pt x="0" y="13"/>
                    <a:pt x="0" y="31"/>
                  </a:cubicBezTo>
                  <a:lnTo>
                    <a:pt x="0" y="362"/>
                  </a:lnTo>
                  <a:cubicBezTo>
                    <a:pt x="0" y="381"/>
                    <a:pt x="13" y="394"/>
                    <a:pt x="32" y="394"/>
                  </a:cubicBezTo>
                  <a:cubicBezTo>
                    <a:pt x="50"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5" name="Freeform: Shape 50"/>
            <p:cNvSpPr/>
            <p:nvPr/>
          </p:nvSpPr>
          <p:spPr>
            <a:xfrm>
              <a:off x="3564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0" y="0"/>
                    <a:pt x="32" y="0"/>
                  </a:cubicBezTo>
                  <a:cubicBezTo>
                    <a:pt x="16" y="0"/>
                    <a:pt x="0" y="13"/>
                    <a:pt x="0" y="32"/>
                  </a:cubicBezTo>
                  <a:lnTo>
                    <a:pt x="0" y="183"/>
                  </a:lnTo>
                  <a:cubicBezTo>
                    <a:pt x="0" y="201"/>
                    <a:pt x="13" y="215"/>
                    <a:pt x="32" y="215"/>
                  </a:cubicBezTo>
                  <a:cubicBezTo>
                    <a:pt x="50"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6" name="Freeform: Shape 51"/>
            <p:cNvSpPr/>
            <p:nvPr/>
          </p:nvSpPr>
          <p:spPr>
            <a:xfrm>
              <a:off x="362556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sp>
        <p:nvSpPr>
          <p:cNvPr id="27" name="Title 1"/>
          <p:cNvSpPr txBox="1">
            <a:spLocks/>
          </p:cNvSpPr>
          <p:nvPr userDrawn="1"/>
        </p:nvSpPr>
        <p:spPr>
          <a:xfrm>
            <a:off x="5474241" y="2786875"/>
            <a:ext cx="2935468" cy="1000213"/>
          </a:xfrm>
          <a:prstGeom prst="rect">
            <a:avLst/>
          </a:prstGeom>
        </p:spPr>
        <p:txBody>
          <a:bodyPr anchor="ctr"/>
          <a:lstStyle>
            <a:lvl1pPr marL="6251" indent="-6251" algn="l" rtl="0" eaLnBrk="1" fontAlgn="base" hangingPunct="1">
              <a:lnSpc>
                <a:spcPct val="90000"/>
              </a:lnSpc>
              <a:spcBef>
                <a:spcPct val="0"/>
              </a:spcBef>
              <a:spcAft>
                <a:spcPct val="0"/>
              </a:spcAft>
              <a:defRPr lang="en-US" sz="2800" b="0" kern="1200" dirty="0" smtClean="0">
                <a:solidFill>
                  <a:schemeClr val="tx1"/>
                </a:solidFill>
                <a:latin typeface="+mj-lt"/>
                <a:ea typeface="+mj-ea"/>
                <a:cs typeface="+mj-cs"/>
                <a:sym typeface="Arial" pitchFamily="34" charset="0"/>
              </a:defRPr>
            </a:lvl1pPr>
            <a:lvl2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2pPr>
            <a:lvl3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3pPr>
            <a:lvl4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4pPr>
            <a:lvl5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5pPr>
            <a:lvl6pPr marL="26342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6pPr>
            <a:lvl7pPr marL="52060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7pPr>
            <a:lvl8pPr marL="77777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8pPr>
            <a:lvl9pPr marL="103495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9pPr>
          </a:lstStyle>
          <a:p>
            <a:pPr algn="ctr"/>
            <a:r>
              <a:rPr lang="en-US" sz="4000" dirty="0">
                <a:solidFill>
                  <a:schemeClr val="bg1"/>
                </a:solidFill>
              </a:rPr>
              <a:t>Thank you</a:t>
            </a:r>
          </a:p>
        </p:txBody>
      </p:sp>
      <p:sp>
        <p:nvSpPr>
          <p:cNvPr id="6"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FFFFFF">
                    <a:alpha val="60000"/>
                  </a:srgbClr>
                </a:solidFill>
                <a:cs typeface="CiscoSans Thin"/>
              </a:rPr>
              <a:t>© </a:t>
            </a:r>
            <a:r>
              <a:rPr lang="en-US" sz="600" dirty="0" smtClean="0">
                <a:solidFill>
                  <a:srgbClr val="FFFFFF">
                    <a:alpha val="60000"/>
                  </a:srgbClr>
                </a:solidFill>
                <a:cs typeface="CiscoSans Thin"/>
              </a:rPr>
              <a:t>2017  </a:t>
            </a:r>
            <a:r>
              <a:rPr lang="en-US" sz="600" dirty="0">
                <a:solidFill>
                  <a:srgbClr val="FFFFFF">
                    <a:alpha val="60000"/>
                  </a:srgbClr>
                </a:solidFill>
                <a:cs typeface="CiscoSans Thin"/>
              </a:rPr>
              <a:t>Cisco and/or its affiliates. All rights reserved.   Cisco Public</a:t>
            </a:r>
          </a:p>
        </p:txBody>
      </p:sp>
      <p:sp>
        <p:nvSpPr>
          <p:cNvPr id="8"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chemeClr val="bg1">
                    <a:alpha val="60000"/>
                  </a:schemeClr>
                </a:solidFill>
                <a:latin typeface="+mn-lt"/>
                <a:ea typeface="+mn-ea"/>
                <a:cs typeface="CiscoSans Thin"/>
              </a:defRPr>
            </a:lvl1pPr>
          </a:lstStyle>
          <a:p>
            <a:fld id="{96A97DD0-5BE7-4856-A2A9-C42C6688E607}" type="slidenum">
              <a:rPr>
                <a:solidFill>
                  <a:srgbClr val="FFFFFF">
                    <a:alpha val="60000"/>
                  </a:srgbClr>
                </a:solidFill>
              </a:rPr>
              <a:pPr/>
              <a:t>‹#›</a:t>
            </a:fld>
            <a:endParaRPr dirty="0">
              <a:solidFill>
                <a:srgbClr val="FFFFFF">
                  <a:alpha val="60000"/>
                </a:srgbClr>
              </a:solidFill>
            </a:endParaRPr>
          </a:p>
        </p:txBody>
      </p:sp>
    </p:spTree>
    <p:extLst>
      <p:ext uri="{BB962C8B-B14F-4D97-AF65-F5344CB8AC3E}">
        <p14:creationId xmlns:p14="http://schemas.microsoft.com/office/powerpoint/2010/main" val="2605075934"/>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End Slide">
    <p:spTree>
      <p:nvGrpSpPr>
        <p:cNvPr id="1" name=""/>
        <p:cNvGrpSpPr/>
        <p:nvPr/>
      </p:nvGrpSpPr>
      <p:grpSpPr>
        <a:xfrm>
          <a:off x="0" y="0"/>
          <a:ext cx="0" cy="0"/>
          <a:chOff x="0" y="0"/>
          <a:chExt cx="0" cy="0"/>
        </a:xfrm>
      </p:grpSpPr>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8742" t="14280" r="44733" b="3050"/>
          <a:stretch/>
        </p:blipFill>
        <p:spPr>
          <a:xfrm rot="5400000">
            <a:off x="1998980" y="-2000251"/>
            <a:ext cx="5146037" cy="9144001"/>
          </a:xfrm>
          <a:prstGeom prst="rect">
            <a:avLst/>
          </a:prstGeom>
        </p:spPr>
      </p:pic>
      <p:grpSp>
        <p:nvGrpSpPr>
          <p:cNvPr id="6" name="Group 5"/>
          <p:cNvGrpSpPr/>
          <p:nvPr userDrawn="1"/>
        </p:nvGrpSpPr>
        <p:grpSpPr>
          <a:xfrm>
            <a:off x="410080" y="399299"/>
            <a:ext cx="792595" cy="419316"/>
            <a:chOff x="3133800" y="2372040"/>
            <a:chExt cx="514440" cy="272160"/>
          </a:xfrm>
          <a:solidFill>
            <a:schemeClr val="bg1"/>
          </a:solidFill>
        </p:grpSpPr>
        <p:sp>
          <p:nvSpPr>
            <p:cNvPr id="7" name="Freeform: Shape 38"/>
            <p:cNvSpPr/>
            <p:nvPr/>
          </p:nvSpPr>
          <p:spPr>
            <a:xfrm>
              <a:off x="3279600" y="2552040"/>
              <a:ext cx="22680" cy="89280"/>
            </a:xfrm>
            <a:custGeom>
              <a:avLst/>
              <a:gdLst/>
              <a:ahLst/>
              <a:cxnLst>
                <a:cxn ang="3cd4">
                  <a:pos x="hc" y="t"/>
                </a:cxn>
                <a:cxn ang="cd2">
                  <a:pos x="l" y="vc"/>
                </a:cxn>
                <a:cxn ang="cd4">
                  <a:pos x="hc" y="b"/>
                </a:cxn>
                <a:cxn ang="0">
                  <a:pos x="r" y="vc"/>
                </a:cxn>
              </a:cxnLst>
              <a:rect l="l" t="t" r="r" b="b"/>
              <a:pathLst>
                <a:path w="64" h="249">
                  <a:moveTo>
                    <a:pt x="32" y="249"/>
                  </a:moveTo>
                  <a:lnTo>
                    <a:pt x="0" y="249"/>
                  </a:lnTo>
                  <a:lnTo>
                    <a:pt x="0" y="0"/>
                  </a:lnTo>
                  <a:lnTo>
                    <a:pt x="64" y="0"/>
                  </a:lnTo>
                  <a:lnTo>
                    <a:pt x="64" y="249"/>
                  </a:ln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9" name="Freeform: Shape 39"/>
            <p:cNvSpPr/>
            <p:nvPr/>
          </p:nvSpPr>
          <p:spPr>
            <a:xfrm>
              <a:off x="341604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6"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1" name="Freeform: Shape 40"/>
            <p:cNvSpPr/>
            <p:nvPr/>
          </p:nvSpPr>
          <p:spPr>
            <a:xfrm>
              <a:off x="3180600" y="2550960"/>
              <a:ext cx="68400" cy="93240"/>
            </a:xfrm>
            <a:custGeom>
              <a:avLst/>
              <a:gdLst/>
              <a:ahLst/>
              <a:cxnLst>
                <a:cxn ang="3cd4">
                  <a:pos x="hc" y="t"/>
                </a:cxn>
                <a:cxn ang="cd2">
                  <a:pos x="l" y="vc"/>
                </a:cxn>
                <a:cxn ang="cd4">
                  <a:pos x="hc" y="b"/>
                </a:cxn>
                <a:cxn ang="0">
                  <a:pos x="r" y="vc"/>
                </a:cxn>
              </a:cxnLst>
              <a:rect l="l" t="t" r="r" b="b"/>
              <a:pathLst>
                <a:path w="191" h="260">
                  <a:moveTo>
                    <a:pt x="191" y="8"/>
                  </a:moveTo>
                  <a:cubicBezTo>
                    <a:pt x="185" y="6"/>
                    <a:pt x="164" y="0"/>
                    <a:pt x="132" y="0"/>
                  </a:cubicBezTo>
                  <a:cubicBezTo>
                    <a:pt x="55" y="0"/>
                    <a:pt x="0" y="56"/>
                    <a:pt x="0" y="130"/>
                  </a:cubicBezTo>
                  <a:cubicBezTo>
                    <a:pt x="0" y="210"/>
                    <a:pt x="61" y="260"/>
                    <a:pt x="132" y="260"/>
                  </a:cubicBezTo>
                  <a:cubicBezTo>
                    <a:pt x="161" y="260"/>
                    <a:pt x="183" y="252"/>
                    <a:pt x="191" y="252"/>
                  </a:cubicBezTo>
                  <a:lnTo>
                    <a:pt x="191" y="186"/>
                  </a:lnTo>
                  <a:cubicBezTo>
                    <a:pt x="188" y="188"/>
                    <a:pt x="167" y="199"/>
                    <a:pt x="138" y="199"/>
                  </a:cubicBezTo>
                  <a:cubicBezTo>
                    <a:pt x="95" y="199"/>
                    <a:pt x="69" y="170"/>
                    <a:pt x="69" y="133"/>
                  </a:cubicBezTo>
                  <a:cubicBezTo>
                    <a:pt x="69" y="96"/>
                    <a:pt x="98" y="67"/>
                    <a:pt x="138" y="67"/>
                  </a:cubicBezTo>
                  <a:cubicBezTo>
                    <a:pt x="167" y="67"/>
                    <a:pt x="188" y="80"/>
                    <a:pt x="191" y="8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2" name="Freeform: Shape 41"/>
            <p:cNvSpPr/>
            <p:nvPr/>
          </p:nvSpPr>
          <p:spPr>
            <a:xfrm>
              <a:off x="3507479" y="2550240"/>
              <a:ext cx="95040" cy="92880"/>
            </a:xfrm>
            <a:custGeom>
              <a:avLst/>
              <a:gdLst/>
              <a:ahLst/>
              <a:cxnLst>
                <a:cxn ang="3cd4">
                  <a:pos x="hc" y="t"/>
                </a:cxn>
                <a:cxn ang="cd2">
                  <a:pos x="l" y="vc"/>
                </a:cxn>
                <a:cxn ang="cd4">
                  <a:pos x="hc" y="b"/>
                </a:cxn>
                <a:cxn ang="0">
                  <a:pos x="r" y="vc"/>
                </a:cxn>
              </a:cxnLst>
              <a:rect l="l" t="t" r="r" b="b"/>
              <a:pathLst>
                <a:path w="265" h="259">
                  <a:moveTo>
                    <a:pt x="133" y="0"/>
                  </a:moveTo>
                  <a:cubicBezTo>
                    <a:pt x="56" y="0"/>
                    <a:pt x="0" y="57"/>
                    <a:pt x="0" y="129"/>
                  </a:cubicBezTo>
                  <a:cubicBezTo>
                    <a:pt x="0" y="200"/>
                    <a:pt x="56" y="259"/>
                    <a:pt x="133" y="259"/>
                  </a:cubicBezTo>
                  <a:cubicBezTo>
                    <a:pt x="209" y="259"/>
                    <a:pt x="265" y="200"/>
                    <a:pt x="265" y="129"/>
                  </a:cubicBezTo>
                  <a:cubicBezTo>
                    <a:pt x="265" y="57"/>
                    <a:pt x="209" y="0"/>
                    <a:pt x="133" y="0"/>
                  </a:cubicBezTo>
                  <a:close/>
                  <a:moveTo>
                    <a:pt x="133" y="198"/>
                  </a:moveTo>
                  <a:cubicBezTo>
                    <a:pt x="95" y="198"/>
                    <a:pt x="69" y="169"/>
                    <a:pt x="69" y="132"/>
                  </a:cubicBezTo>
                  <a:cubicBezTo>
                    <a:pt x="69" y="95"/>
                    <a:pt x="95" y="66"/>
                    <a:pt x="133" y="66"/>
                  </a:cubicBezTo>
                  <a:cubicBezTo>
                    <a:pt x="170" y="66"/>
                    <a:pt x="196" y="95"/>
                    <a:pt x="196" y="132"/>
                  </a:cubicBezTo>
                  <a:cubicBezTo>
                    <a:pt x="196" y="169"/>
                    <a:pt x="170" y="198"/>
                    <a:pt x="133" y="1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3" name="Freeform: Shape 42"/>
            <p:cNvSpPr/>
            <p:nvPr/>
          </p:nvSpPr>
          <p:spPr>
            <a:xfrm>
              <a:off x="3333240" y="2550960"/>
              <a:ext cx="62280" cy="93240"/>
            </a:xfrm>
            <a:custGeom>
              <a:avLst/>
              <a:gdLst/>
              <a:ahLst/>
              <a:cxnLst>
                <a:cxn ang="3cd4">
                  <a:pos x="hc" y="t"/>
                </a:cxn>
                <a:cxn ang="cd2">
                  <a:pos x="l" y="vc"/>
                </a:cxn>
                <a:cxn ang="cd4">
                  <a:pos x="hc" y="b"/>
                </a:cxn>
                <a:cxn ang="0">
                  <a:pos x="r" y="vc"/>
                </a:cxn>
              </a:cxnLst>
              <a:rect l="l" t="t" r="r" b="b"/>
              <a:pathLst>
                <a:path w="174" h="260">
                  <a:moveTo>
                    <a:pt x="92" y="0"/>
                  </a:moveTo>
                  <a:cubicBezTo>
                    <a:pt x="34" y="0"/>
                    <a:pt x="0" y="32"/>
                    <a:pt x="0" y="77"/>
                  </a:cubicBezTo>
                  <a:cubicBezTo>
                    <a:pt x="0" y="120"/>
                    <a:pt x="29" y="138"/>
                    <a:pt x="63" y="149"/>
                  </a:cubicBezTo>
                  <a:cubicBezTo>
                    <a:pt x="66" y="149"/>
                    <a:pt x="74" y="151"/>
                    <a:pt x="76" y="154"/>
                  </a:cubicBezTo>
                  <a:cubicBezTo>
                    <a:pt x="92" y="159"/>
                    <a:pt x="105" y="167"/>
                    <a:pt x="105" y="178"/>
                  </a:cubicBezTo>
                  <a:cubicBezTo>
                    <a:pt x="105" y="191"/>
                    <a:pt x="92" y="202"/>
                    <a:pt x="60" y="202"/>
                  </a:cubicBezTo>
                  <a:cubicBezTo>
                    <a:pt x="34" y="202"/>
                    <a:pt x="8" y="194"/>
                    <a:pt x="2" y="194"/>
                  </a:cubicBezTo>
                  <a:lnTo>
                    <a:pt x="2" y="252"/>
                  </a:lnTo>
                  <a:cubicBezTo>
                    <a:pt x="5" y="252"/>
                    <a:pt x="37" y="260"/>
                    <a:pt x="71" y="260"/>
                  </a:cubicBezTo>
                  <a:cubicBezTo>
                    <a:pt x="119" y="260"/>
                    <a:pt x="174" y="239"/>
                    <a:pt x="174" y="178"/>
                  </a:cubicBezTo>
                  <a:cubicBezTo>
                    <a:pt x="174" y="149"/>
                    <a:pt x="156" y="120"/>
                    <a:pt x="116" y="106"/>
                  </a:cubicBezTo>
                  <a:lnTo>
                    <a:pt x="98" y="101"/>
                  </a:lnTo>
                  <a:cubicBezTo>
                    <a:pt x="87" y="98"/>
                    <a:pt x="68" y="93"/>
                    <a:pt x="68" y="77"/>
                  </a:cubicBezTo>
                  <a:cubicBezTo>
                    <a:pt x="68" y="64"/>
                    <a:pt x="82" y="56"/>
                    <a:pt x="108" y="56"/>
                  </a:cubicBezTo>
                  <a:cubicBezTo>
                    <a:pt x="129" y="56"/>
                    <a:pt x="156" y="64"/>
                    <a:pt x="158" y="64"/>
                  </a:cubicBezTo>
                  <a:lnTo>
                    <a:pt x="158" y="8"/>
                  </a:lnTo>
                  <a:lnTo>
                    <a:pt x="153" y="8"/>
                  </a:lnTo>
                  <a:cubicBezTo>
                    <a:pt x="150" y="8"/>
                    <a:pt x="121" y="0"/>
                    <a:pt x="92" y="0"/>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4" name="Freeform: Shape 43"/>
            <p:cNvSpPr/>
            <p:nvPr/>
          </p:nvSpPr>
          <p:spPr>
            <a:xfrm>
              <a:off x="313380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0" y="0"/>
                    <a:pt x="32" y="0"/>
                  </a:cubicBezTo>
                  <a:cubicBezTo>
                    <a:pt x="16" y="0"/>
                    <a:pt x="0" y="14"/>
                    <a:pt x="0" y="32"/>
                  </a:cubicBezTo>
                  <a:lnTo>
                    <a:pt x="0" y="98"/>
                  </a:lnTo>
                  <a:cubicBezTo>
                    <a:pt x="0" y="117"/>
                    <a:pt x="13"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5" name="Freeform: Shape 44"/>
            <p:cNvSpPr/>
            <p:nvPr/>
          </p:nvSpPr>
          <p:spPr>
            <a:xfrm>
              <a:off x="3195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3"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6" name="Freeform: Shape 45"/>
            <p:cNvSpPr/>
            <p:nvPr/>
          </p:nvSpPr>
          <p:spPr>
            <a:xfrm>
              <a:off x="325691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1" y="0"/>
                  </a:cubicBezTo>
                  <a:cubicBezTo>
                    <a:pt x="16" y="0"/>
                    <a:pt x="0" y="13"/>
                    <a:pt x="0" y="31"/>
                  </a:cubicBezTo>
                  <a:lnTo>
                    <a:pt x="0" y="362"/>
                  </a:lnTo>
                  <a:cubicBezTo>
                    <a:pt x="0" y="381"/>
                    <a:pt x="13" y="394"/>
                    <a:pt x="31" y="394"/>
                  </a:cubicBezTo>
                  <a:cubicBezTo>
                    <a:pt x="47"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7" name="Freeform: Shape 46"/>
            <p:cNvSpPr/>
            <p:nvPr/>
          </p:nvSpPr>
          <p:spPr>
            <a:xfrm>
              <a:off x="3318840" y="2413800"/>
              <a:ext cx="22320" cy="77040"/>
            </a:xfrm>
            <a:custGeom>
              <a:avLst/>
              <a:gdLst/>
              <a:ahLst/>
              <a:cxnLst>
                <a:cxn ang="3cd4">
                  <a:pos x="hc" y="t"/>
                </a:cxn>
                <a:cxn ang="cd2">
                  <a:pos x="l" y="vc"/>
                </a:cxn>
                <a:cxn ang="cd4">
                  <a:pos x="hc" y="b"/>
                </a:cxn>
                <a:cxn ang="0">
                  <a:pos x="r" y="vc"/>
                </a:cxn>
              </a:cxnLst>
              <a:rect l="l" t="t" r="r" b="b"/>
              <a:pathLst>
                <a:path w="63" h="215">
                  <a:moveTo>
                    <a:pt x="63" y="32"/>
                  </a:moveTo>
                  <a:cubicBezTo>
                    <a:pt x="63" y="16"/>
                    <a:pt x="50" y="0"/>
                    <a:pt x="32" y="0"/>
                  </a:cubicBezTo>
                  <a:cubicBezTo>
                    <a:pt x="16" y="0"/>
                    <a:pt x="0" y="13"/>
                    <a:pt x="0" y="32"/>
                  </a:cubicBezTo>
                  <a:lnTo>
                    <a:pt x="0" y="183"/>
                  </a:lnTo>
                  <a:cubicBezTo>
                    <a:pt x="0" y="201"/>
                    <a:pt x="13" y="215"/>
                    <a:pt x="32" y="215"/>
                  </a:cubicBezTo>
                  <a:cubicBezTo>
                    <a:pt x="48" y="215"/>
                    <a:pt x="63" y="201"/>
                    <a:pt x="63"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8" name="Freeform: Shape 47"/>
            <p:cNvSpPr/>
            <p:nvPr/>
          </p:nvSpPr>
          <p:spPr>
            <a:xfrm>
              <a:off x="337968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19" name="Freeform: Shape 48"/>
            <p:cNvSpPr/>
            <p:nvPr/>
          </p:nvSpPr>
          <p:spPr>
            <a:xfrm>
              <a:off x="344160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1" y="0"/>
                    <a:pt x="32" y="0"/>
                  </a:cubicBezTo>
                  <a:cubicBezTo>
                    <a:pt x="16" y="0"/>
                    <a:pt x="0" y="13"/>
                    <a:pt x="0" y="32"/>
                  </a:cubicBezTo>
                  <a:lnTo>
                    <a:pt x="0" y="183"/>
                  </a:lnTo>
                  <a:cubicBezTo>
                    <a:pt x="0" y="201"/>
                    <a:pt x="14" y="215"/>
                    <a:pt x="32" y="215"/>
                  </a:cubicBezTo>
                  <a:cubicBezTo>
                    <a:pt x="48"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0" name="Freeform: Shape 49"/>
            <p:cNvSpPr/>
            <p:nvPr/>
          </p:nvSpPr>
          <p:spPr>
            <a:xfrm>
              <a:off x="3502799" y="2372040"/>
              <a:ext cx="22320" cy="141480"/>
            </a:xfrm>
            <a:custGeom>
              <a:avLst/>
              <a:gdLst/>
              <a:ahLst/>
              <a:cxnLst>
                <a:cxn ang="3cd4">
                  <a:pos x="hc" y="t"/>
                </a:cxn>
                <a:cxn ang="cd2">
                  <a:pos x="l" y="vc"/>
                </a:cxn>
                <a:cxn ang="cd4">
                  <a:pos x="hc" y="b"/>
                </a:cxn>
                <a:cxn ang="0">
                  <a:pos x="r" y="vc"/>
                </a:cxn>
              </a:cxnLst>
              <a:rect l="l" t="t" r="r" b="b"/>
              <a:pathLst>
                <a:path w="63" h="394">
                  <a:moveTo>
                    <a:pt x="63" y="31"/>
                  </a:moveTo>
                  <a:cubicBezTo>
                    <a:pt x="63" y="15"/>
                    <a:pt x="50" y="0"/>
                    <a:pt x="32" y="0"/>
                  </a:cubicBezTo>
                  <a:cubicBezTo>
                    <a:pt x="13" y="0"/>
                    <a:pt x="0" y="13"/>
                    <a:pt x="0" y="31"/>
                  </a:cubicBezTo>
                  <a:lnTo>
                    <a:pt x="0" y="362"/>
                  </a:lnTo>
                  <a:cubicBezTo>
                    <a:pt x="0" y="381"/>
                    <a:pt x="13" y="394"/>
                    <a:pt x="32" y="394"/>
                  </a:cubicBezTo>
                  <a:cubicBezTo>
                    <a:pt x="50" y="394"/>
                    <a:pt x="63" y="381"/>
                    <a:pt x="63" y="362"/>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1" name="Freeform: Shape 50"/>
            <p:cNvSpPr/>
            <p:nvPr/>
          </p:nvSpPr>
          <p:spPr>
            <a:xfrm>
              <a:off x="3564720" y="2413800"/>
              <a:ext cx="22680" cy="77040"/>
            </a:xfrm>
            <a:custGeom>
              <a:avLst/>
              <a:gdLst/>
              <a:ahLst/>
              <a:cxnLst>
                <a:cxn ang="3cd4">
                  <a:pos x="hc" y="t"/>
                </a:cxn>
                <a:cxn ang="cd2">
                  <a:pos x="l" y="vc"/>
                </a:cxn>
                <a:cxn ang="cd4">
                  <a:pos x="hc" y="b"/>
                </a:cxn>
                <a:cxn ang="0">
                  <a:pos x="r" y="vc"/>
                </a:cxn>
              </a:cxnLst>
              <a:rect l="l" t="t" r="r" b="b"/>
              <a:pathLst>
                <a:path w="64" h="215">
                  <a:moveTo>
                    <a:pt x="64" y="32"/>
                  </a:moveTo>
                  <a:cubicBezTo>
                    <a:pt x="64" y="16"/>
                    <a:pt x="50" y="0"/>
                    <a:pt x="32" y="0"/>
                  </a:cubicBezTo>
                  <a:cubicBezTo>
                    <a:pt x="16" y="0"/>
                    <a:pt x="0" y="13"/>
                    <a:pt x="0" y="32"/>
                  </a:cubicBezTo>
                  <a:lnTo>
                    <a:pt x="0" y="183"/>
                  </a:lnTo>
                  <a:cubicBezTo>
                    <a:pt x="0" y="201"/>
                    <a:pt x="13" y="215"/>
                    <a:pt x="32" y="215"/>
                  </a:cubicBezTo>
                  <a:cubicBezTo>
                    <a:pt x="50" y="215"/>
                    <a:pt x="64" y="201"/>
                    <a:pt x="64" y="183"/>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sp>
          <p:nvSpPr>
            <p:cNvPr id="22" name="Freeform: Shape 51"/>
            <p:cNvSpPr/>
            <p:nvPr/>
          </p:nvSpPr>
          <p:spPr>
            <a:xfrm>
              <a:off x="3625560" y="2445120"/>
              <a:ext cx="22680" cy="46440"/>
            </a:xfrm>
            <a:custGeom>
              <a:avLst/>
              <a:gdLst/>
              <a:ahLst/>
              <a:cxnLst>
                <a:cxn ang="3cd4">
                  <a:pos x="hc" y="t"/>
                </a:cxn>
                <a:cxn ang="cd2">
                  <a:pos x="l" y="vc"/>
                </a:cxn>
                <a:cxn ang="cd4">
                  <a:pos x="hc" y="b"/>
                </a:cxn>
                <a:cxn ang="0">
                  <a:pos x="r" y="vc"/>
                </a:cxn>
              </a:cxnLst>
              <a:rect l="l" t="t" r="r" b="b"/>
              <a:pathLst>
                <a:path w="64" h="130">
                  <a:moveTo>
                    <a:pt x="64" y="32"/>
                  </a:moveTo>
                  <a:cubicBezTo>
                    <a:pt x="64" y="16"/>
                    <a:pt x="51" y="0"/>
                    <a:pt x="32" y="0"/>
                  </a:cubicBezTo>
                  <a:cubicBezTo>
                    <a:pt x="16" y="0"/>
                    <a:pt x="0" y="14"/>
                    <a:pt x="0" y="32"/>
                  </a:cubicBezTo>
                  <a:lnTo>
                    <a:pt x="0" y="98"/>
                  </a:lnTo>
                  <a:cubicBezTo>
                    <a:pt x="0" y="117"/>
                    <a:pt x="14" y="130"/>
                    <a:pt x="32" y="130"/>
                  </a:cubicBezTo>
                  <a:cubicBezTo>
                    <a:pt x="48" y="130"/>
                    <a:pt x="64" y="117"/>
                    <a:pt x="64" y="98"/>
                  </a:cubicBezTo>
                  <a:close/>
                </a:path>
              </a:pathLst>
            </a:custGeom>
            <a:grpFill/>
            <a:ln cap="flat">
              <a:noFill/>
              <a:prstDash val="solid"/>
            </a:ln>
          </p:spPr>
          <p:txBody>
            <a:bodyPr vert="horz" wrap="none" lIns="90000" tIns="45000" rIns="90000" bIns="45000" anchor="ctr" anchorCtr="1" compatLnSpc="0"/>
            <a:lstStyle/>
            <a:p>
              <a:pPr marL="0" marR="0" lvl="0" indent="0" rtl="0" hangingPunct="0">
                <a:lnSpc>
                  <a:spcPct val="100000"/>
                </a:lnSpc>
                <a:spcBef>
                  <a:spcPts val="0"/>
                </a:spcBef>
                <a:spcAft>
                  <a:spcPts val="0"/>
                </a:spcAft>
                <a:buNone/>
                <a:tabLst/>
              </a:pPr>
              <a:endParaRPr lang="en-US" sz="1800" b="0" i="0" u="none" strike="noStrike" kern="1200">
                <a:ln>
                  <a:noFill/>
                </a:ln>
                <a:latin typeface="Arial" pitchFamily="18"/>
                <a:ea typeface="Arial Unicode MS" pitchFamily="2"/>
                <a:cs typeface="Arial Unicode MS" pitchFamily="2"/>
              </a:endParaRPr>
            </a:p>
          </p:txBody>
        </p:sp>
      </p:grpSp>
      <p:grpSp>
        <p:nvGrpSpPr>
          <p:cNvPr id="62" name="Group 61"/>
          <p:cNvGrpSpPr/>
          <p:nvPr userDrawn="1"/>
        </p:nvGrpSpPr>
        <p:grpSpPr>
          <a:xfrm>
            <a:off x="5029200" y="2038350"/>
            <a:ext cx="3007926" cy="2640715"/>
            <a:chOff x="5593906" y="2047382"/>
            <a:chExt cx="3007926" cy="2640715"/>
          </a:xfrm>
        </p:grpSpPr>
        <p:grpSp>
          <p:nvGrpSpPr>
            <p:cNvPr id="56" name="Group 55"/>
            <p:cNvGrpSpPr/>
            <p:nvPr userDrawn="1"/>
          </p:nvGrpSpPr>
          <p:grpSpPr>
            <a:xfrm>
              <a:off x="6236566" y="2659914"/>
              <a:ext cx="2365266" cy="2028183"/>
              <a:chOff x="-40619363" y="-23406100"/>
              <a:chExt cx="40290751" cy="34548763"/>
            </a:xfrm>
            <a:solidFill>
              <a:schemeClr val="bg1"/>
            </a:solidFill>
          </p:grpSpPr>
          <p:sp>
            <p:nvSpPr>
              <p:cNvPr id="40" name="Freeform 24"/>
              <p:cNvSpPr>
                <a:spLocks noEditPoints="1"/>
              </p:cNvSpPr>
              <p:nvPr userDrawn="1"/>
            </p:nvSpPr>
            <p:spPr bwMode="auto">
              <a:xfrm>
                <a:off x="-3292475" y="4124325"/>
                <a:ext cx="2963863" cy="6958013"/>
              </a:xfrm>
              <a:custGeom>
                <a:avLst/>
                <a:gdLst>
                  <a:gd name="T0" fmla="*/ 16 w 49"/>
                  <a:gd name="T1" fmla="*/ 53 h 115"/>
                  <a:gd name="T2" fmla="*/ 14 w 49"/>
                  <a:gd name="T3" fmla="*/ 62 h 115"/>
                  <a:gd name="T4" fmla="*/ 12 w 49"/>
                  <a:gd name="T5" fmla="*/ 70 h 115"/>
                  <a:gd name="T6" fmla="*/ 12 w 49"/>
                  <a:gd name="T7" fmla="*/ 72 h 115"/>
                  <a:gd name="T8" fmla="*/ 15 w 49"/>
                  <a:gd name="T9" fmla="*/ 77 h 115"/>
                  <a:gd name="T10" fmla="*/ 20 w 49"/>
                  <a:gd name="T11" fmla="*/ 82 h 115"/>
                  <a:gd name="T12" fmla="*/ 24 w 49"/>
                  <a:gd name="T13" fmla="*/ 78 h 115"/>
                  <a:gd name="T14" fmla="*/ 24 w 49"/>
                  <a:gd name="T15" fmla="*/ 77 h 115"/>
                  <a:gd name="T16" fmla="*/ 28 w 49"/>
                  <a:gd name="T17" fmla="*/ 57 h 115"/>
                  <a:gd name="T18" fmla="*/ 39 w 49"/>
                  <a:gd name="T19" fmla="*/ 26 h 115"/>
                  <a:gd name="T20" fmla="*/ 44 w 49"/>
                  <a:gd name="T21" fmla="*/ 13 h 115"/>
                  <a:gd name="T22" fmla="*/ 49 w 49"/>
                  <a:gd name="T23" fmla="*/ 8 h 115"/>
                  <a:gd name="T24" fmla="*/ 49 w 49"/>
                  <a:gd name="T25" fmla="*/ 5 h 115"/>
                  <a:gd name="T26" fmla="*/ 48 w 49"/>
                  <a:gd name="T27" fmla="*/ 4 h 115"/>
                  <a:gd name="T28" fmla="*/ 44 w 49"/>
                  <a:gd name="T29" fmla="*/ 1 h 115"/>
                  <a:gd name="T30" fmla="*/ 44 w 49"/>
                  <a:gd name="T31" fmla="*/ 1 h 115"/>
                  <a:gd name="T32" fmla="*/ 40 w 49"/>
                  <a:gd name="T33" fmla="*/ 0 h 115"/>
                  <a:gd name="T34" fmla="*/ 35 w 49"/>
                  <a:gd name="T35" fmla="*/ 5 h 115"/>
                  <a:gd name="T36" fmla="*/ 16 w 49"/>
                  <a:gd name="T37" fmla="*/ 53 h 115"/>
                  <a:gd name="T38" fmla="*/ 2 w 49"/>
                  <a:gd name="T39" fmla="*/ 107 h 115"/>
                  <a:gd name="T40" fmla="*/ 2 w 49"/>
                  <a:gd name="T41" fmla="*/ 111 h 115"/>
                  <a:gd name="T42" fmla="*/ 2 w 49"/>
                  <a:gd name="T43" fmla="*/ 115 h 115"/>
                  <a:gd name="T44" fmla="*/ 6 w 49"/>
                  <a:gd name="T45" fmla="*/ 115 h 115"/>
                  <a:gd name="T46" fmla="*/ 17 w 49"/>
                  <a:gd name="T47" fmla="*/ 98 h 115"/>
                  <a:gd name="T48" fmla="*/ 17 w 49"/>
                  <a:gd name="T49" fmla="*/ 95 h 115"/>
                  <a:gd name="T50" fmla="*/ 15 w 49"/>
                  <a:gd name="T51" fmla="*/ 90 h 115"/>
                  <a:gd name="T52" fmla="*/ 14 w 49"/>
                  <a:gd name="T53" fmla="*/ 90 h 115"/>
                  <a:gd name="T54" fmla="*/ 2 w 49"/>
                  <a:gd name="T55" fmla="*/ 107 h 1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9" h="115">
                    <a:moveTo>
                      <a:pt x="16" y="53"/>
                    </a:moveTo>
                    <a:cubicBezTo>
                      <a:pt x="15" y="57"/>
                      <a:pt x="14" y="60"/>
                      <a:pt x="14" y="62"/>
                    </a:cubicBezTo>
                    <a:cubicBezTo>
                      <a:pt x="13" y="64"/>
                      <a:pt x="12" y="68"/>
                      <a:pt x="12" y="70"/>
                    </a:cubicBezTo>
                    <a:cubicBezTo>
                      <a:pt x="12" y="72"/>
                      <a:pt x="12" y="72"/>
                      <a:pt x="12" y="72"/>
                    </a:cubicBezTo>
                    <a:cubicBezTo>
                      <a:pt x="15" y="77"/>
                      <a:pt x="15" y="77"/>
                      <a:pt x="15" y="77"/>
                    </a:cubicBezTo>
                    <a:cubicBezTo>
                      <a:pt x="17" y="79"/>
                      <a:pt x="15" y="80"/>
                      <a:pt x="20" y="82"/>
                    </a:cubicBezTo>
                    <a:cubicBezTo>
                      <a:pt x="21" y="82"/>
                      <a:pt x="23" y="80"/>
                      <a:pt x="24" y="78"/>
                    </a:cubicBezTo>
                    <a:cubicBezTo>
                      <a:pt x="24" y="77"/>
                      <a:pt x="24" y="77"/>
                      <a:pt x="24" y="77"/>
                    </a:cubicBezTo>
                    <a:cubicBezTo>
                      <a:pt x="24" y="71"/>
                      <a:pt x="26" y="62"/>
                      <a:pt x="28" y="57"/>
                    </a:cubicBezTo>
                    <a:cubicBezTo>
                      <a:pt x="28" y="54"/>
                      <a:pt x="30" y="46"/>
                      <a:pt x="39" y="26"/>
                    </a:cubicBezTo>
                    <a:cubicBezTo>
                      <a:pt x="39" y="24"/>
                      <a:pt x="41" y="19"/>
                      <a:pt x="44" y="13"/>
                    </a:cubicBezTo>
                    <a:cubicBezTo>
                      <a:pt x="48" y="8"/>
                      <a:pt x="48" y="8"/>
                      <a:pt x="49" y="8"/>
                    </a:cubicBezTo>
                    <a:cubicBezTo>
                      <a:pt x="49" y="5"/>
                      <a:pt x="49" y="5"/>
                      <a:pt x="49" y="5"/>
                    </a:cubicBezTo>
                    <a:cubicBezTo>
                      <a:pt x="48" y="4"/>
                      <a:pt x="48" y="4"/>
                      <a:pt x="48" y="4"/>
                    </a:cubicBezTo>
                    <a:cubicBezTo>
                      <a:pt x="48" y="4"/>
                      <a:pt x="47" y="2"/>
                      <a:pt x="44" y="1"/>
                    </a:cubicBezTo>
                    <a:cubicBezTo>
                      <a:pt x="44" y="1"/>
                      <a:pt x="47" y="2"/>
                      <a:pt x="44" y="1"/>
                    </a:cubicBezTo>
                    <a:cubicBezTo>
                      <a:pt x="44" y="1"/>
                      <a:pt x="41" y="0"/>
                      <a:pt x="40" y="0"/>
                    </a:cubicBezTo>
                    <a:cubicBezTo>
                      <a:pt x="39" y="0"/>
                      <a:pt x="37" y="2"/>
                      <a:pt x="35" y="5"/>
                    </a:cubicBezTo>
                    <a:lnTo>
                      <a:pt x="16" y="53"/>
                    </a:lnTo>
                    <a:close/>
                    <a:moveTo>
                      <a:pt x="2" y="107"/>
                    </a:moveTo>
                    <a:cubicBezTo>
                      <a:pt x="2" y="111"/>
                      <a:pt x="2" y="111"/>
                      <a:pt x="2" y="111"/>
                    </a:cubicBezTo>
                    <a:cubicBezTo>
                      <a:pt x="2" y="113"/>
                      <a:pt x="0" y="114"/>
                      <a:pt x="2" y="115"/>
                    </a:cubicBezTo>
                    <a:cubicBezTo>
                      <a:pt x="6" y="115"/>
                      <a:pt x="6" y="115"/>
                      <a:pt x="6" y="115"/>
                    </a:cubicBezTo>
                    <a:cubicBezTo>
                      <a:pt x="10" y="113"/>
                      <a:pt x="12" y="110"/>
                      <a:pt x="17" y="98"/>
                    </a:cubicBezTo>
                    <a:cubicBezTo>
                      <a:pt x="17" y="95"/>
                      <a:pt x="17" y="95"/>
                      <a:pt x="17" y="95"/>
                    </a:cubicBezTo>
                    <a:cubicBezTo>
                      <a:pt x="17" y="93"/>
                      <a:pt x="19" y="92"/>
                      <a:pt x="15" y="90"/>
                    </a:cubicBezTo>
                    <a:cubicBezTo>
                      <a:pt x="14" y="90"/>
                      <a:pt x="14" y="90"/>
                      <a:pt x="14" y="90"/>
                    </a:cubicBezTo>
                    <a:cubicBezTo>
                      <a:pt x="7" y="90"/>
                      <a:pt x="5" y="94"/>
                      <a:pt x="2" y="107"/>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41" name="Freeform 25"/>
              <p:cNvSpPr>
                <a:spLocks/>
              </p:cNvSpPr>
              <p:nvPr userDrawn="1"/>
            </p:nvSpPr>
            <p:spPr bwMode="auto">
              <a:xfrm>
                <a:off x="-11036300" y="4911725"/>
                <a:ext cx="1693863" cy="6170613"/>
              </a:xfrm>
              <a:custGeom>
                <a:avLst/>
                <a:gdLst>
                  <a:gd name="T0" fmla="*/ 16 w 28"/>
                  <a:gd name="T1" fmla="*/ 98 h 102"/>
                  <a:gd name="T2" fmla="*/ 12 w 28"/>
                  <a:gd name="T3" fmla="*/ 85 h 102"/>
                  <a:gd name="T4" fmla="*/ 16 w 28"/>
                  <a:gd name="T5" fmla="*/ 50 h 102"/>
                  <a:gd name="T6" fmla="*/ 24 w 28"/>
                  <a:gd name="T7" fmla="*/ 20 h 102"/>
                  <a:gd name="T8" fmla="*/ 28 w 28"/>
                  <a:gd name="T9" fmla="*/ 7 h 102"/>
                  <a:gd name="T10" fmla="*/ 18 w 28"/>
                  <a:gd name="T11" fmla="*/ 0 h 102"/>
                  <a:gd name="T12" fmla="*/ 17 w 28"/>
                  <a:gd name="T13" fmla="*/ 0 h 102"/>
                  <a:gd name="T14" fmla="*/ 17 w 28"/>
                  <a:gd name="T15" fmla="*/ 0 h 102"/>
                  <a:gd name="T16" fmla="*/ 16 w 28"/>
                  <a:gd name="T17" fmla="*/ 4 h 102"/>
                  <a:gd name="T18" fmla="*/ 14 w 28"/>
                  <a:gd name="T19" fmla="*/ 13 h 102"/>
                  <a:gd name="T20" fmla="*/ 8 w 28"/>
                  <a:gd name="T21" fmla="*/ 39 h 102"/>
                  <a:gd name="T22" fmla="*/ 1 w 28"/>
                  <a:gd name="T23" fmla="*/ 86 h 102"/>
                  <a:gd name="T24" fmla="*/ 5 w 28"/>
                  <a:gd name="T25" fmla="*/ 95 h 102"/>
                  <a:gd name="T26" fmla="*/ 17 w 28"/>
                  <a:gd name="T27" fmla="*/ 102 h 102"/>
                  <a:gd name="T28" fmla="*/ 16 w 28"/>
                  <a:gd name="T29" fmla="*/ 98 h 1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8" h="102">
                    <a:moveTo>
                      <a:pt x="16" y="98"/>
                    </a:moveTo>
                    <a:cubicBezTo>
                      <a:pt x="14" y="98"/>
                      <a:pt x="13" y="95"/>
                      <a:pt x="12" y="85"/>
                    </a:cubicBezTo>
                    <a:cubicBezTo>
                      <a:pt x="14" y="68"/>
                      <a:pt x="15" y="56"/>
                      <a:pt x="16" y="50"/>
                    </a:cubicBezTo>
                    <a:cubicBezTo>
                      <a:pt x="22" y="24"/>
                      <a:pt x="20" y="29"/>
                      <a:pt x="24" y="20"/>
                    </a:cubicBezTo>
                    <a:cubicBezTo>
                      <a:pt x="28" y="11"/>
                      <a:pt x="28" y="10"/>
                      <a:pt x="28" y="7"/>
                    </a:cubicBezTo>
                    <a:cubicBezTo>
                      <a:pt x="28" y="4"/>
                      <a:pt x="25" y="2"/>
                      <a:pt x="18" y="0"/>
                    </a:cubicBezTo>
                    <a:cubicBezTo>
                      <a:pt x="17" y="0"/>
                      <a:pt x="17" y="0"/>
                      <a:pt x="17" y="0"/>
                    </a:cubicBezTo>
                    <a:cubicBezTo>
                      <a:pt x="17" y="0"/>
                      <a:pt x="17" y="0"/>
                      <a:pt x="17" y="0"/>
                    </a:cubicBezTo>
                    <a:cubicBezTo>
                      <a:pt x="17" y="0"/>
                      <a:pt x="17" y="0"/>
                      <a:pt x="16" y="4"/>
                    </a:cubicBezTo>
                    <a:cubicBezTo>
                      <a:pt x="14" y="13"/>
                      <a:pt x="14" y="13"/>
                      <a:pt x="14" y="13"/>
                    </a:cubicBezTo>
                    <a:cubicBezTo>
                      <a:pt x="9" y="34"/>
                      <a:pt x="9" y="36"/>
                      <a:pt x="8" y="39"/>
                    </a:cubicBezTo>
                    <a:cubicBezTo>
                      <a:pt x="0" y="73"/>
                      <a:pt x="1" y="77"/>
                      <a:pt x="1" y="86"/>
                    </a:cubicBezTo>
                    <a:cubicBezTo>
                      <a:pt x="1" y="89"/>
                      <a:pt x="2" y="92"/>
                      <a:pt x="5" y="95"/>
                    </a:cubicBezTo>
                    <a:cubicBezTo>
                      <a:pt x="10" y="100"/>
                      <a:pt x="14" y="102"/>
                      <a:pt x="17" y="102"/>
                    </a:cubicBezTo>
                    <a:lnTo>
                      <a:pt x="16" y="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42" name="Freeform 26"/>
              <p:cNvSpPr>
                <a:spLocks noEditPoints="1"/>
              </p:cNvSpPr>
              <p:nvPr userDrawn="1"/>
            </p:nvSpPr>
            <p:spPr bwMode="auto">
              <a:xfrm>
                <a:off x="-9766300" y="6121400"/>
                <a:ext cx="1755775" cy="5021263"/>
              </a:xfrm>
              <a:custGeom>
                <a:avLst/>
                <a:gdLst>
                  <a:gd name="T0" fmla="*/ 22 w 29"/>
                  <a:gd name="T1" fmla="*/ 0 h 83"/>
                  <a:gd name="T2" fmla="*/ 18 w 29"/>
                  <a:gd name="T3" fmla="*/ 13 h 83"/>
                  <a:gd name="T4" fmla="*/ 20 w 29"/>
                  <a:gd name="T5" fmla="*/ 14 h 83"/>
                  <a:gd name="T6" fmla="*/ 29 w 29"/>
                  <a:gd name="T7" fmla="*/ 5 h 83"/>
                  <a:gd name="T8" fmla="*/ 29 w 29"/>
                  <a:gd name="T9" fmla="*/ 4 h 83"/>
                  <a:gd name="T10" fmla="*/ 22 w 29"/>
                  <a:gd name="T11" fmla="*/ 0 h 83"/>
                  <a:gd name="T12" fmla="*/ 15 w 29"/>
                  <a:gd name="T13" fmla="*/ 78 h 83"/>
                  <a:gd name="T14" fmla="*/ 14 w 29"/>
                  <a:gd name="T15" fmla="*/ 76 h 83"/>
                  <a:gd name="T16" fmla="*/ 14 w 29"/>
                  <a:gd name="T17" fmla="*/ 59 h 83"/>
                  <a:gd name="T18" fmla="*/ 14 w 29"/>
                  <a:gd name="T19" fmla="*/ 57 h 83"/>
                  <a:gd name="T20" fmla="*/ 14 w 29"/>
                  <a:gd name="T21" fmla="*/ 51 h 83"/>
                  <a:gd name="T22" fmla="*/ 17 w 29"/>
                  <a:gd name="T23" fmla="*/ 42 h 83"/>
                  <a:gd name="T24" fmla="*/ 23 w 29"/>
                  <a:gd name="T25" fmla="*/ 27 h 83"/>
                  <a:gd name="T26" fmla="*/ 12 w 29"/>
                  <a:gd name="T27" fmla="*/ 19 h 83"/>
                  <a:gd name="T28" fmla="*/ 6 w 29"/>
                  <a:gd name="T29" fmla="*/ 31 h 83"/>
                  <a:gd name="T30" fmla="*/ 1 w 29"/>
                  <a:gd name="T31" fmla="*/ 70 h 83"/>
                  <a:gd name="T32" fmla="*/ 4 w 29"/>
                  <a:gd name="T33" fmla="*/ 77 h 83"/>
                  <a:gd name="T34" fmla="*/ 16 w 29"/>
                  <a:gd name="T35" fmla="*/ 82 h 83"/>
                  <a:gd name="T36" fmla="*/ 15 w 29"/>
                  <a:gd name="T37" fmla="*/ 78 h 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9" h="83">
                    <a:moveTo>
                      <a:pt x="22" y="0"/>
                    </a:moveTo>
                    <a:cubicBezTo>
                      <a:pt x="20" y="0"/>
                      <a:pt x="19" y="4"/>
                      <a:pt x="18" y="13"/>
                    </a:cubicBezTo>
                    <a:cubicBezTo>
                      <a:pt x="20" y="14"/>
                      <a:pt x="20" y="14"/>
                      <a:pt x="20" y="14"/>
                    </a:cubicBezTo>
                    <a:cubicBezTo>
                      <a:pt x="22" y="13"/>
                      <a:pt x="25" y="10"/>
                      <a:pt x="29" y="5"/>
                    </a:cubicBezTo>
                    <a:cubicBezTo>
                      <a:pt x="29" y="4"/>
                      <a:pt x="29" y="4"/>
                      <a:pt x="29" y="4"/>
                    </a:cubicBezTo>
                    <a:cubicBezTo>
                      <a:pt x="29" y="3"/>
                      <a:pt x="26" y="1"/>
                      <a:pt x="22" y="0"/>
                    </a:cubicBezTo>
                    <a:close/>
                    <a:moveTo>
                      <a:pt x="15" y="78"/>
                    </a:moveTo>
                    <a:cubicBezTo>
                      <a:pt x="14" y="76"/>
                      <a:pt x="14" y="76"/>
                      <a:pt x="14" y="76"/>
                    </a:cubicBezTo>
                    <a:cubicBezTo>
                      <a:pt x="14" y="67"/>
                      <a:pt x="14" y="61"/>
                      <a:pt x="14" y="59"/>
                    </a:cubicBezTo>
                    <a:cubicBezTo>
                      <a:pt x="14" y="57"/>
                      <a:pt x="14" y="57"/>
                      <a:pt x="14" y="57"/>
                    </a:cubicBezTo>
                    <a:cubicBezTo>
                      <a:pt x="13" y="53"/>
                      <a:pt x="14" y="51"/>
                      <a:pt x="14" y="51"/>
                    </a:cubicBezTo>
                    <a:cubicBezTo>
                      <a:pt x="15" y="46"/>
                      <a:pt x="16" y="42"/>
                      <a:pt x="17" y="42"/>
                    </a:cubicBezTo>
                    <a:cubicBezTo>
                      <a:pt x="17" y="38"/>
                      <a:pt x="19" y="33"/>
                      <a:pt x="23" y="27"/>
                    </a:cubicBezTo>
                    <a:cubicBezTo>
                      <a:pt x="23" y="25"/>
                      <a:pt x="19" y="22"/>
                      <a:pt x="12" y="19"/>
                    </a:cubicBezTo>
                    <a:cubicBezTo>
                      <a:pt x="10" y="19"/>
                      <a:pt x="8" y="23"/>
                      <a:pt x="6" y="31"/>
                    </a:cubicBezTo>
                    <a:cubicBezTo>
                      <a:pt x="2" y="49"/>
                      <a:pt x="0" y="62"/>
                      <a:pt x="1" y="70"/>
                    </a:cubicBezTo>
                    <a:cubicBezTo>
                      <a:pt x="2" y="75"/>
                      <a:pt x="3" y="77"/>
                      <a:pt x="4" y="77"/>
                    </a:cubicBezTo>
                    <a:cubicBezTo>
                      <a:pt x="7" y="81"/>
                      <a:pt x="11" y="83"/>
                      <a:pt x="16" y="82"/>
                    </a:cubicBezTo>
                    <a:lnTo>
                      <a:pt x="15" y="7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43" name="Freeform 27"/>
              <p:cNvSpPr>
                <a:spLocks/>
              </p:cNvSpPr>
              <p:nvPr userDrawn="1"/>
            </p:nvSpPr>
            <p:spPr bwMode="auto">
              <a:xfrm>
                <a:off x="-8072438" y="6665913"/>
                <a:ext cx="3509963" cy="4416425"/>
              </a:xfrm>
              <a:custGeom>
                <a:avLst/>
                <a:gdLst>
                  <a:gd name="T0" fmla="*/ 56 w 58"/>
                  <a:gd name="T1" fmla="*/ 11 h 73"/>
                  <a:gd name="T2" fmla="*/ 58 w 58"/>
                  <a:gd name="T3" fmla="*/ 7 h 73"/>
                  <a:gd name="T4" fmla="*/ 51 w 58"/>
                  <a:gd name="T5" fmla="*/ 0 h 73"/>
                  <a:gd name="T6" fmla="*/ 44 w 58"/>
                  <a:gd name="T7" fmla="*/ 7 h 73"/>
                  <a:gd name="T8" fmla="*/ 35 w 58"/>
                  <a:gd name="T9" fmla="*/ 26 h 73"/>
                  <a:gd name="T10" fmla="*/ 22 w 58"/>
                  <a:gd name="T11" fmla="*/ 51 h 73"/>
                  <a:gd name="T12" fmla="*/ 20 w 58"/>
                  <a:gd name="T13" fmla="*/ 55 h 73"/>
                  <a:gd name="T14" fmla="*/ 19 w 58"/>
                  <a:gd name="T15" fmla="*/ 55 h 73"/>
                  <a:gd name="T16" fmla="*/ 19 w 58"/>
                  <a:gd name="T17" fmla="*/ 50 h 73"/>
                  <a:gd name="T18" fmla="*/ 19 w 58"/>
                  <a:gd name="T19" fmla="*/ 37 h 73"/>
                  <a:gd name="T20" fmla="*/ 19 w 58"/>
                  <a:gd name="T21" fmla="*/ 32 h 73"/>
                  <a:gd name="T22" fmla="*/ 18 w 58"/>
                  <a:gd name="T23" fmla="*/ 27 h 73"/>
                  <a:gd name="T24" fmla="*/ 19 w 58"/>
                  <a:gd name="T25" fmla="*/ 26 h 73"/>
                  <a:gd name="T26" fmla="*/ 18 w 58"/>
                  <a:gd name="T27" fmla="*/ 24 h 73"/>
                  <a:gd name="T28" fmla="*/ 18 w 58"/>
                  <a:gd name="T29" fmla="*/ 22 h 73"/>
                  <a:gd name="T30" fmla="*/ 18 w 58"/>
                  <a:gd name="T31" fmla="*/ 22 h 73"/>
                  <a:gd name="T32" fmla="*/ 3 w 58"/>
                  <a:gd name="T33" fmla="*/ 14 h 73"/>
                  <a:gd name="T34" fmla="*/ 0 w 58"/>
                  <a:gd name="T35" fmla="*/ 16 h 73"/>
                  <a:gd name="T36" fmla="*/ 0 w 58"/>
                  <a:gd name="T37" fmla="*/ 17 h 73"/>
                  <a:gd name="T38" fmla="*/ 5 w 58"/>
                  <a:gd name="T39" fmla="*/ 59 h 73"/>
                  <a:gd name="T40" fmla="*/ 8 w 58"/>
                  <a:gd name="T41" fmla="*/ 69 h 73"/>
                  <a:gd name="T42" fmla="*/ 17 w 58"/>
                  <a:gd name="T43" fmla="*/ 73 h 73"/>
                  <a:gd name="T44" fmla="*/ 19 w 58"/>
                  <a:gd name="T45" fmla="*/ 73 h 73"/>
                  <a:gd name="T46" fmla="*/ 19 w 58"/>
                  <a:gd name="T47" fmla="*/ 73 h 73"/>
                  <a:gd name="T48" fmla="*/ 22 w 58"/>
                  <a:gd name="T49" fmla="*/ 68 h 73"/>
                  <a:gd name="T50" fmla="*/ 28 w 58"/>
                  <a:gd name="T51" fmla="*/ 55 h 73"/>
                  <a:gd name="T52" fmla="*/ 38 w 58"/>
                  <a:gd name="T53" fmla="*/ 35 h 73"/>
                  <a:gd name="T54" fmla="*/ 42 w 58"/>
                  <a:gd name="T55" fmla="*/ 28 h 73"/>
                  <a:gd name="T56" fmla="*/ 42 w 58"/>
                  <a:gd name="T57" fmla="*/ 28 h 73"/>
                  <a:gd name="T58" fmla="*/ 46 w 58"/>
                  <a:gd name="T59" fmla="*/ 24 h 73"/>
                  <a:gd name="T60" fmla="*/ 56 w 58"/>
                  <a:gd name="T61" fmla="*/ 11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58" h="73">
                    <a:moveTo>
                      <a:pt x="56" y="11"/>
                    </a:moveTo>
                    <a:cubicBezTo>
                      <a:pt x="58" y="9"/>
                      <a:pt x="58" y="8"/>
                      <a:pt x="58" y="7"/>
                    </a:cubicBezTo>
                    <a:cubicBezTo>
                      <a:pt x="58" y="3"/>
                      <a:pt x="57" y="1"/>
                      <a:pt x="51" y="0"/>
                    </a:cubicBezTo>
                    <a:cubicBezTo>
                      <a:pt x="49" y="0"/>
                      <a:pt x="47" y="3"/>
                      <a:pt x="44" y="7"/>
                    </a:cubicBezTo>
                    <a:cubicBezTo>
                      <a:pt x="41" y="17"/>
                      <a:pt x="38" y="23"/>
                      <a:pt x="35" y="26"/>
                    </a:cubicBezTo>
                    <a:cubicBezTo>
                      <a:pt x="29" y="39"/>
                      <a:pt x="25" y="47"/>
                      <a:pt x="22" y="51"/>
                    </a:cubicBezTo>
                    <a:cubicBezTo>
                      <a:pt x="21" y="54"/>
                      <a:pt x="20" y="55"/>
                      <a:pt x="20" y="55"/>
                    </a:cubicBezTo>
                    <a:cubicBezTo>
                      <a:pt x="19" y="55"/>
                      <a:pt x="19" y="55"/>
                      <a:pt x="19" y="55"/>
                    </a:cubicBezTo>
                    <a:cubicBezTo>
                      <a:pt x="19" y="55"/>
                      <a:pt x="19" y="55"/>
                      <a:pt x="19" y="50"/>
                    </a:cubicBezTo>
                    <a:cubicBezTo>
                      <a:pt x="19" y="37"/>
                      <a:pt x="19" y="37"/>
                      <a:pt x="19" y="37"/>
                    </a:cubicBezTo>
                    <a:cubicBezTo>
                      <a:pt x="19" y="32"/>
                      <a:pt x="19" y="32"/>
                      <a:pt x="19" y="32"/>
                    </a:cubicBezTo>
                    <a:cubicBezTo>
                      <a:pt x="18" y="27"/>
                      <a:pt x="18" y="27"/>
                      <a:pt x="18" y="27"/>
                    </a:cubicBezTo>
                    <a:cubicBezTo>
                      <a:pt x="19" y="26"/>
                      <a:pt x="19" y="26"/>
                      <a:pt x="19" y="26"/>
                    </a:cubicBezTo>
                    <a:cubicBezTo>
                      <a:pt x="18" y="24"/>
                      <a:pt x="18" y="24"/>
                      <a:pt x="18" y="24"/>
                    </a:cubicBezTo>
                    <a:cubicBezTo>
                      <a:pt x="18" y="22"/>
                      <a:pt x="18" y="22"/>
                      <a:pt x="18" y="22"/>
                    </a:cubicBezTo>
                    <a:cubicBezTo>
                      <a:pt x="18" y="22"/>
                      <a:pt x="18" y="22"/>
                      <a:pt x="18" y="22"/>
                    </a:cubicBezTo>
                    <a:cubicBezTo>
                      <a:pt x="18" y="19"/>
                      <a:pt x="13" y="16"/>
                      <a:pt x="3" y="14"/>
                    </a:cubicBezTo>
                    <a:cubicBezTo>
                      <a:pt x="1" y="15"/>
                      <a:pt x="0" y="15"/>
                      <a:pt x="0" y="16"/>
                    </a:cubicBezTo>
                    <a:cubicBezTo>
                      <a:pt x="0" y="17"/>
                      <a:pt x="0" y="17"/>
                      <a:pt x="0" y="17"/>
                    </a:cubicBezTo>
                    <a:cubicBezTo>
                      <a:pt x="2" y="17"/>
                      <a:pt x="3" y="31"/>
                      <a:pt x="5" y="59"/>
                    </a:cubicBezTo>
                    <a:cubicBezTo>
                      <a:pt x="5" y="64"/>
                      <a:pt x="6" y="68"/>
                      <a:pt x="8" y="69"/>
                    </a:cubicBezTo>
                    <a:cubicBezTo>
                      <a:pt x="11" y="72"/>
                      <a:pt x="14" y="73"/>
                      <a:pt x="17" y="73"/>
                    </a:cubicBezTo>
                    <a:cubicBezTo>
                      <a:pt x="19" y="73"/>
                      <a:pt x="19" y="73"/>
                      <a:pt x="19" y="73"/>
                    </a:cubicBezTo>
                    <a:cubicBezTo>
                      <a:pt x="19" y="73"/>
                      <a:pt x="19" y="73"/>
                      <a:pt x="19" y="73"/>
                    </a:cubicBezTo>
                    <a:cubicBezTo>
                      <a:pt x="19" y="73"/>
                      <a:pt x="20" y="73"/>
                      <a:pt x="22" y="68"/>
                    </a:cubicBezTo>
                    <a:cubicBezTo>
                      <a:pt x="28" y="55"/>
                      <a:pt x="28" y="55"/>
                      <a:pt x="28" y="55"/>
                    </a:cubicBezTo>
                    <a:cubicBezTo>
                      <a:pt x="33" y="43"/>
                      <a:pt x="36" y="37"/>
                      <a:pt x="38" y="35"/>
                    </a:cubicBezTo>
                    <a:cubicBezTo>
                      <a:pt x="40" y="31"/>
                      <a:pt x="41" y="29"/>
                      <a:pt x="42" y="28"/>
                    </a:cubicBezTo>
                    <a:cubicBezTo>
                      <a:pt x="42" y="28"/>
                      <a:pt x="42" y="28"/>
                      <a:pt x="42" y="28"/>
                    </a:cubicBezTo>
                    <a:cubicBezTo>
                      <a:pt x="42" y="28"/>
                      <a:pt x="42" y="28"/>
                      <a:pt x="46" y="24"/>
                    </a:cubicBezTo>
                    <a:lnTo>
                      <a:pt x="56" y="1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44" name="Freeform 28"/>
              <p:cNvSpPr>
                <a:spLocks noEditPoints="1"/>
              </p:cNvSpPr>
              <p:nvPr userDrawn="1"/>
            </p:nvSpPr>
            <p:spPr bwMode="auto">
              <a:xfrm>
                <a:off x="-5410200" y="6969125"/>
                <a:ext cx="2541588" cy="4113213"/>
              </a:xfrm>
              <a:custGeom>
                <a:avLst/>
                <a:gdLst>
                  <a:gd name="T0" fmla="*/ 26 w 42"/>
                  <a:gd name="T1" fmla="*/ 1 h 68"/>
                  <a:gd name="T2" fmla="*/ 26 w 42"/>
                  <a:gd name="T3" fmla="*/ 1 h 68"/>
                  <a:gd name="T4" fmla="*/ 22 w 42"/>
                  <a:gd name="T5" fmla="*/ 4 h 68"/>
                  <a:gd name="T6" fmla="*/ 13 w 42"/>
                  <a:gd name="T7" fmla="*/ 16 h 68"/>
                  <a:gd name="T8" fmla="*/ 13 w 42"/>
                  <a:gd name="T9" fmla="*/ 16 h 68"/>
                  <a:gd name="T10" fmla="*/ 12 w 42"/>
                  <a:gd name="T11" fmla="*/ 18 h 68"/>
                  <a:gd name="T12" fmla="*/ 8 w 42"/>
                  <a:gd name="T13" fmla="*/ 24 h 68"/>
                  <a:gd name="T14" fmla="*/ 0 w 42"/>
                  <a:gd name="T15" fmla="*/ 52 h 68"/>
                  <a:gd name="T16" fmla="*/ 0 w 42"/>
                  <a:gd name="T17" fmla="*/ 54 h 68"/>
                  <a:gd name="T18" fmla="*/ 4 w 42"/>
                  <a:gd name="T19" fmla="*/ 61 h 68"/>
                  <a:gd name="T20" fmla="*/ 14 w 42"/>
                  <a:gd name="T21" fmla="*/ 68 h 68"/>
                  <a:gd name="T22" fmla="*/ 19 w 42"/>
                  <a:gd name="T23" fmla="*/ 66 h 68"/>
                  <a:gd name="T24" fmla="*/ 23 w 42"/>
                  <a:gd name="T25" fmla="*/ 62 h 68"/>
                  <a:gd name="T26" fmla="*/ 32 w 42"/>
                  <a:gd name="T27" fmla="*/ 48 h 68"/>
                  <a:gd name="T28" fmla="*/ 32 w 42"/>
                  <a:gd name="T29" fmla="*/ 47 h 68"/>
                  <a:gd name="T30" fmla="*/ 31 w 42"/>
                  <a:gd name="T31" fmla="*/ 47 h 68"/>
                  <a:gd name="T32" fmla="*/ 30 w 42"/>
                  <a:gd name="T33" fmla="*/ 47 h 68"/>
                  <a:gd name="T34" fmla="*/ 14 w 42"/>
                  <a:gd name="T35" fmla="*/ 63 h 68"/>
                  <a:gd name="T36" fmla="*/ 12 w 42"/>
                  <a:gd name="T37" fmla="*/ 61 h 68"/>
                  <a:gd name="T38" fmla="*/ 21 w 42"/>
                  <a:gd name="T39" fmla="*/ 27 h 68"/>
                  <a:gd name="T40" fmla="*/ 24 w 42"/>
                  <a:gd name="T41" fmla="*/ 28 h 68"/>
                  <a:gd name="T42" fmla="*/ 28 w 42"/>
                  <a:gd name="T43" fmla="*/ 27 h 68"/>
                  <a:gd name="T44" fmla="*/ 34 w 42"/>
                  <a:gd name="T45" fmla="*/ 25 h 68"/>
                  <a:gd name="T46" fmla="*/ 42 w 42"/>
                  <a:gd name="T47" fmla="*/ 15 h 68"/>
                  <a:gd name="T48" fmla="*/ 42 w 42"/>
                  <a:gd name="T49" fmla="*/ 11 h 68"/>
                  <a:gd name="T50" fmla="*/ 29 w 42"/>
                  <a:gd name="T51" fmla="*/ 0 h 68"/>
                  <a:gd name="T52" fmla="*/ 26 w 42"/>
                  <a:gd name="T53" fmla="*/ 1 h 68"/>
                  <a:gd name="T54" fmla="*/ 24 w 42"/>
                  <a:gd name="T55" fmla="*/ 23 h 68"/>
                  <a:gd name="T56" fmla="*/ 24 w 42"/>
                  <a:gd name="T57" fmla="*/ 23 h 68"/>
                  <a:gd name="T58" fmla="*/ 34 w 42"/>
                  <a:gd name="T59" fmla="*/ 13 h 68"/>
                  <a:gd name="T60" fmla="*/ 35 w 42"/>
                  <a:gd name="T61" fmla="*/ 13 h 68"/>
                  <a:gd name="T62" fmla="*/ 35 w 42"/>
                  <a:gd name="T63" fmla="*/ 13 h 68"/>
                  <a:gd name="T64" fmla="*/ 26 w 42"/>
                  <a:gd name="T65" fmla="*/ 24 h 68"/>
                  <a:gd name="T66" fmla="*/ 24 w 42"/>
                  <a:gd name="T67" fmla="*/ 24 h 68"/>
                  <a:gd name="T68" fmla="*/ 24 w 42"/>
                  <a:gd name="T69" fmla="*/ 23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2" h="68">
                    <a:moveTo>
                      <a:pt x="26" y="1"/>
                    </a:moveTo>
                    <a:cubicBezTo>
                      <a:pt x="26" y="1"/>
                      <a:pt x="26" y="1"/>
                      <a:pt x="26" y="1"/>
                    </a:cubicBezTo>
                    <a:cubicBezTo>
                      <a:pt x="22" y="4"/>
                      <a:pt x="22" y="4"/>
                      <a:pt x="22" y="4"/>
                    </a:cubicBezTo>
                    <a:cubicBezTo>
                      <a:pt x="18" y="8"/>
                      <a:pt x="15" y="11"/>
                      <a:pt x="13" y="16"/>
                    </a:cubicBezTo>
                    <a:cubicBezTo>
                      <a:pt x="13" y="16"/>
                      <a:pt x="13" y="16"/>
                      <a:pt x="13" y="16"/>
                    </a:cubicBezTo>
                    <a:cubicBezTo>
                      <a:pt x="13" y="16"/>
                      <a:pt x="13" y="16"/>
                      <a:pt x="12" y="18"/>
                    </a:cubicBezTo>
                    <a:cubicBezTo>
                      <a:pt x="8" y="24"/>
                      <a:pt x="8" y="24"/>
                      <a:pt x="8" y="24"/>
                    </a:cubicBezTo>
                    <a:cubicBezTo>
                      <a:pt x="3" y="37"/>
                      <a:pt x="0" y="46"/>
                      <a:pt x="0" y="52"/>
                    </a:cubicBezTo>
                    <a:cubicBezTo>
                      <a:pt x="0" y="54"/>
                      <a:pt x="0" y="54"/>
                      <a:pt x="0" y="54"/>
                    </a:cubicBezTo>
                    <a:cubicBezTo>
                      <a:pt x="0" y="56"/>
                      <a:pt x="1" y="58"/>
                      <a:pt x="4" y="61"/>
                    </a:cubicBezTo>
                    <a:cubicBezTo>
                      <a:pt x="7" y="66"/>
                      <a:pt x="10" y="68"/>
                      <a:pt x="14" y="68"/>
                    </a:cubicBezTo>
                    <a:cubicBezTo>
                      <a:pt x="17" y="68"/>
                      <a:pt x="19" y="67"/>
                      <a:pt x="19" y="66"/>
                    </a:cubicBezTo>
                    <a:cubicBezTo>
                      <a:pt x="22" y="64"/>
                      <a:pt x="23" y="63"/>
                      <a:pt x="23" y="62"/>
                    </a:cubicBezTo>
                    <a:cubicBezTo>
                      <a:pt x="28" y="57"/>
                      <a:pt x="31" y="52"/>
                      <a:pt x="32" y="48"/>
                    </a:cubicBezTo>
                    <a:cubicBezTo>
                      <a:pt x="32" y="47"/>
                      <a:pt x="32" y="47"/>
                      <a:pt x="32" y="47"/>
                    </a:cubicBezTo>
                    <a:cubicBezTo>
                      <a:pt x="31" y="47"/>
                      <a:pt x="31" y="47"/>
                      <a:pt x="31" y="47"/>
                    </a:cubicBezTo>
                    <a:cubicBezTo>
                      <a:pt x="30" y="47"/>
                      <a:pt x="30" y="47"/>
                      <a:pt x="30" y="47"/>
                    </a:cubicBezTo>
                    <a:cubicBezTo>
                      <a:pt x="25" y="55"/>
                      <a:pt x="20" y="60"/>
                      <a:pt x="14" y="63"/>
                    </a:cubicBezTo>
                    <a:cubicBezTo>
                      <a:pt x="13" y="63"/>
                      <a:pt x="12" y="62"/>
                      <a:pt x="12" y="61"/>
                    </a:cubicBezTo>
                    <a:cubicBezTo>
                      <a:pt x="12" y="53"/>
                      <a:pt x="15" y="41"/>
                      <a:pt x="21" y="27"/>
                    </a:cubicBezTo>
                    <a:cubicBezTo>
                      <a:pt x="24" y="28"/>
                      <a:pt x="24" y="28"/>
                      <a:pt x="24" y="28"/>
                    </a:cubicBezTo>
                    <a:cubicBezTo>
                      <a:pt x="24" y="28"/>
                      <a:pt x="26" y="28"/>
                      <a:pt x="28" y="27"/>
                    </a:cubicBezTo>
                    <a:cubicBezTo>
                      <a:pt x="34" y="25"/>
                      <a:pt x="34" y="25"/>
                      <a:pt x="34" y="25"/>
                    </a:cubicBezTo>
                    <a:cubicBezTo>
                      <a:pt x="38" y="23"/>
                      <a:pt x="40" y="20"/>
                      <a:pt x="42" y="15"/>
                    </a:cubicBezTo>
                    <a:cubicBezTo>
                      <a:pt x="42" y="11"/>
                      <a:pt x="42" y="11"/>
                      <a:pt x="42" y="11"/>
                    </a:cubicBezTo>
                    <a:cubicBezTo>
                      <a:pt x="41" y="8"/>
                      <a:pt x="37" y="4"/>
                      <a:pt x="29" y="0"/>
                    </a:cubicBezTo>
                    <a:lnTo>
                      <a:pt x="26" y="1"/>
                    </a:lnTo>
                    <a:close/>
                    <a:moveTo>
                      <a:pt x="24" y="23"/>
                    </a:moveTo>
                    <a:cubicBezTo>
                      <a:pt x="24" y="23"/>
                      <a:pt x="24" y="23"/>
                      <a:pt x="24" y="23"/>
                    </a:cubicBezTo>
                    <a:cubicBezTo>
                      <a:pt x="29" y="16"/>
                      <a:pt x="33" y="13"/>
                      <a:pt x="34" y="13"/>
                    </a:cubicBezTo>
                    <a:cubicBezTo>
                      <a:pt x="35" y="13"/>
                      <a:pt x="35" y="13"/>
                      <a:pt x="35" y="13"/>
                    </a:cubicBezTo>
                    <a:cubicBezTo>
                      <a:pt x="35" y="13"/>
                      <a:pt x="35" y="13"/>
                      <a:pt x="35" y="13"/>
                    </a:cubicBezTo>
                    <a:cubicBezTo>
                      <a:pt x="32" y="21"/>
                      <a:pt x="29" y="24"/>
                      <a:pt x="26" y="24"/>
                    </a:cubicBezTo>
                    <a:cubicBezTo>
                      <a:pt x="24" y="24"/>
                      <a:pt x="24" y="24"/>
                      <a:pt x="24" y="24"/>
                    </a:cubicBezTo>
                    <a:lnTo>
                      <a:pt x="24" y="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45" name="Freeform 29"/>
              <p:cNvSpPr>
                <a:spLocks noEditPoints="1"/>
              </p:cNvSpPr>
              <p:nvPr userDrawn="1"/>
            </p:nvSpPr>
            <p:spPr bwMode="auto">
              <a:xfrm>
                <a:off x="-21259800" y="8299450"/>
                <a:ext cx="9739313" cy="2782888"/>
              </a:xfrm>
              <a:custGeom>
                <a:avLst/>
                <a:gdLst>
                  <a:gd name="T0" fmla="*/ 32 w 161"/>
                  <a:gd name="T1" fmla="*/ 28 h 46"/>
                  <a:gd name="T2" fmla="*/ 22 w 161"/>
                  <a:gd name="T3" fmla="*/ 38 h 46"/>
                  <a:gd name="T4" fmla="*/ 10 w 161"/>
                  <a:gd name="T5" fmla="*/ 23 h 46"/>
                  <a:gd name="T6" fmla="*/ 22 w 161"/>
                  <a:gd name="T7" fmla="*/ 8 h 46"/>
                  <a:gd name="T8" fmla="*/ 32 w 161"/>
                  <a:gd name="T9" fmla="*/ 16 h 46"/>
                  <a:gd name="T10" fmla="*/ 41 w 161"/>
                  <a:gd name="T11" fmla="*/ 16 h 46"/>
                  <a:gd name="T12" fmla="*/ 22 w 161"/>
                  <a:gd name="T13" fmla="*/ 0 h 46"/>
                  <a:gd name="T14" fmla="*/ 0 w 161"/>
                  <a:gd name="T15" fmla="*/ 23 h 46"/>
                  <a:gd name="T16" fmla="*/ 22 w 161"/>
                  <a:gd name="T17" fmla="*/ 46 h 46"/>
                  <a:gd name="T18" fmla="*/ 41 w 161"/>
                  <a:gd name="T19" fmla="*/ 28 h 46"/>
                  <a:gd name="T20" fmla="*/ 32 w 161"/>
                  <a:gd name="T21" fmla="*/ 28 h 46"/>
                  <a:gd name="T22" fmla="*/ 55 w 161"/>
                  <a:gd name="T23" fmla="*/ 1 h 46"/>
                  <a:gd name="T24" fmla="*/ 46 w 161"/>
                  <a:gd name="T25" fmla="*/ 1 h 46"/>
                  <a:gd name="T26" fmla="*/ 46 w 161"/>
                  <a:gd name="T27" fmla="*/ 9 h 46"/>
                  <a:gd name="T28" fmla="*/ 55 w 161"/>
                  <a:gd name="T29" fmla="*/ 9 h 46"/>
                  <a:gd name="T30" fmla="*/ 55 w 161"/>
                  <a:gd name="T31" fmla="*/ 1 h 46"/>
                  <a:gd name="T32" fmla="*/ 55 w 161"/>
                  <a:gd name="T33" fmla="*/ 13 h 46"/>
                  <a:gd name="T34" fmla="*/ 46 w 161"/>
                  <a:gd name="T35" fmla="*/ 13 h 46"/>
                  <a:gd name="T36" fmla="*/ 46 w 161"/>
                  <a:gd name="T37" fmla="*/ 45 h 46"/>
                  <a:gd name="T38" fmla="*/ 55 w 161"/>
                  <a:gd name="T39" fmla="*/ 45 h 46"/>
                  <a:gd name="T40" fmla="*/ 55 w 161"/>
                  <a:gd name="T41" fmla="*/ 13 h 46"/>
                  <a:gd name="T42" fmla="*/ 73 w 161"/>
                  <a:gd name="T43" fmla="*/ 12 h 46"/>
                  <a:gd name="T44" fmla="*/ 60 w 161"/>
                  <a:gd name="T45" fmla="*/ 22 h 46"/>
                  <a:gd name="T46" fmla="*/ 69 w 161"/>
                  <a:gd name="T47" fmla="*/ 31 h 46"/>
                  <a:gd name="T48" fmla="*/ 73 w 161"/>
                  <a:gd name="T49" fmla="*/ 32 h 46"/>
                  <a:gd name="T50" fmla="*/ 80 w 161"/>
                  <a:gd name="T51" fmla="*/ 37 h 46"/>
                  <a:gd name="T52" fmla="*/ 74 w 161"/>
                  <a:gd name="T53" fmla="*/ 40 h 46"/>
                  <a:gd name="T54" fmla="*/ 68 w 161"/>
                  <a:gd name="T55" fmla="*/ 35 h 46"/>
                  <a:gd name="T56" fmla="*/ 59 w 161"/>
                  <a:gd name="T57" fmla="*/ 35 h 46"/>
                  <a:gd name="T58" fmla="*/ 74 w 161"/>
                  <a:gd name="T59" fmla="*/ 46 h 46"/>
                  <a:gd name="T60" fmla="*/ 89 w 161"/>
                  <a:gd name="T61" fmla="*/ 36 h 46"/>
                  <a:gd name="T62" fmla="*/ 79 w 161"/>
                  <a:gd name="T63" fmla="*/ 26 h 46"/>
                  <a:gd name="T64" fmla="*/ 75 w 161"/>
                  <a:gd name="T65" fmla="*/ 25 h 46"/>
                  <a:gd name="T66" fmla="*/ 69 w 161"/>
                  <a:gd name="T67" fmla="*/ 21 h 46"/>
                  <a:gd name="T68" fmla="*/ 74 w 161"/>
                  <a:gd name="T69" fmla="*/ 19 h 46"/>
                  <a:gd name="T70" fmla="*/ 80 w 161"/>
                  <a:gd name="T71" fmla="*/ 23 h 46"/>
                  <a:gd name="T72" fmla="*/ 88 w 161"/>
                  <a:gd name="T73" fmla="*/ 23 h 46"/>
                  <a:gd name="T74" fmla="*/ 73 w 161"/>
                  <a:gd name="T75" fmla="*/ 12 h 46"/>
                  <a:gd name="T76" fmla="*/ 116 w 161"/>
                  <a:gd name="T77" fmla="*/ 34 h 46"/>
                  <a:gd name="T78" fmla="*/ 109 w 161"/>
                  <a:gd name="T79" fmla="*/ 40 h 46"/>
                  <a:gd name="T80" fmla="*/ 101 w 161"/>
                  <a:gd name="T81" fmla="*/ 29 h 46"/>
                  <a:gd name="T82" fmla="*/ 109 w 161"/>
                  <a:gd name="T83" fmla="*/ 19 h 46"/>
                  <a:gd name="T84" fmla="*/ 115 w 161"/>
                  <a:gd name="T85" fmla="*/ 24 h 46"/>
                  <a:gd name="T86" fmla="*/ 124 w 161"/>
                  <a:gd name="T87" fmla="*/ 24 h 46"/>
                  <a:gd name="T88" fmla="*/ 109 w 161"/>
                  <a:gd name="T89" fmla="*/ 12 h 46"/>
                  <a:gd name="T90" fmla="*/ 92 w 161"/>
                  <a:gd name="T91" fmla="*/ 29 h 46"/>
                  <a:gd name="T92" fmla="*/ 109 w 161"/>
                  <a:gd name="T93" fmla="*/ 46 h 46"/>
                  <a:gd name="T94" fmla="*/ 125 w 161"/>
                  <a:gd name="T95" fmla="*/ 34 h 46"/>
                  <a:gd name="T96" fmla="*/ 116 w 161"/>
                  <a:gd name="T97" fmla="*/ 34 h 46"/>
                  <a:gd name="T98" fmla="*/ 127 w 161"/>
                  <a:gd name="T99" fmla="*/ 29 h 46"/>
                  <a:gd name="T100" fmla="*/ 144 w 161"/>
                  <a:gd name="T101" fmla="*/ 46 h 46"/>
                  <a:gd name="T102" fmla="*/ 161 w 161"/>
                  <a:gd name="T103" fmla="*/ 29 h 46"/>
                  <a:gd name="T104" fmla="*/ 144 w 161"/>
                  <a:gd name="T105" fmla="*/ 12 h 46"/>
                  <a:gd name="T106" fmla="*/ 127 w 161"/>
                  <a:gd name="T107" fmla="*/ 29 h 46"/>
                  <a:gd name="T108" fmla="*/ 144 w 161"/>
                  <a:gd name="T109" fmla="*/ 19 h 46"/>
                  <a:gd name="T110" fmla="*/ 152 w 161"/>
                  <a:gd name="T111" fmla="*/ 29 h 46"/>
                  <a:gd name="T112" fmla="*/ 144 w 161"/>
                  <a:gd name="T113" fmla="*/ 40 h 46"/>
                  <a:gd name="T114" fmla="*/ 137 w 161"/>
                  <a:gd name="T115" fmla="*/ 29 h 46"/>
                  <a:gd name="T116" fmla="*/ 144 w 161"/>
                  <a:gd name="T117" fmla="*/ 19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61" h="46">
                    <a:moveTo>
                      <a:pt x="32" y="28"/>
                    </a:moveTo>
                    <a:cubicBezTo>
                      <a:pt x="32" y="32"/>
                      <a:pt x="30" y="38"/>
                      <a:pt x="22" y="38"/>
                    </a:cubicBezTo>
                    <a:cubicBezTo>
                      <a:pt x="15" y="38"/>
                      <a:pt x="10" y="33"/>
                      <a:pt x="10" y="23"/>
                    </a:cubicBezTo>
                    <a:cubicBezTo>
                      <a:pt x="10" y="14"/>
                      <a:pt x="14" y="8"/>
                      <a:pt x="22" y="8"/>
                    </a:cubicBezTo>
                    <a:cubicBezTo>
                      <a:pt x="28" y="8"/>
                      <a:pt x="31" y="13"/>
                      <a:pt x="32" y="16"/>
                    </a:cubicBezTo>
                    <a:cubicBezTo>
                      <a:pt x="41" y="16"/>
                      <a:pt x="41" y="16"/>
                      <a:pt x="41" y="16"/>
                    </a:cubicBezTo>
                    <a:cubicBezTo>
                      <a:pt x="41" y="10"/>
                      <a:pt x="36" y="0"/>
                      <a:pt x="22" y="0"/>
                    </a:cubicBezTo>
                    <a:cubicBezTo>
                      <a:pt x="9" y="0"/>
                      <a:pt x="0" y="10"/>
                      <a:pt x="0" y="23"/>
                    </a:cubicBezTo>
                    <a:cubicBezTo>
                      <a:pt x="0" y="37"/>
                      <a:pt x="9" y="46"/>
                      <a:pt x="22" y="46"/>
                    </a:cubicBezTo>
                    <a:cubicBezTo>
                      <a:pt x="37" y="46"/>
                      <a:pt x="41" y="35"/>
                      <a:pt x="41" y="28"/>
                    </a:cubicBezTo>
                    <a:lnTo>
                      <a:pt x="32" y="28"/>
                    </a:lnTo>
                    <a:close/>
                    <a:moveTo>
                      <a:pt x="55" y="1"/>
                    </a:moveTo>
                    <a:cubicBezTo>
                      <a:pt x="46" y="1"/>
                      <a:pt x="46" y="1"/>
                      <a:pt x="46" y="1"/>
                    </a:cubicBezTo>
                    <a:cubicBezTo>
                      <a:pt x="46" y="9"/>
                      <a:pt x="46" y="9"/>
                      <a:pt x="46" y="9"/>
                    </a:cubicBezTo>
                    <a:cubicBezTo>
                      <a:pt x="55" y="9"/>
                      <a:pt x="55" y="9"/>
                      <a:pt x="55" y="9"/>
                    </a:cubicBezTo>
                    <a:lnTo>
                      <a:pt x="55" y="1"/>
                    </a:lnTo>
                    <a:close/>
                    <a:moveTo>
                      <a:pt x="55" y="13"/>
                    </a:moveTo>
                    <a:cubicBezTo>
                      <a:pt x="46" y="13"/>
                      <a:pt x="46" y="13"/>
                      <a:pt x="46" y="13"/>
                    </a:cubicBezTo>
                    <a:cubicBezTo>
                      <a:pt x="46" y="45"/>
                      <a:pt x="46" y="45"/>
                      <a:pt x="46" y="45"/>
                    </a:cubicBezTo>
                    <a:cubicBezTo>
                      <a:pt x="55" y="45"/>
                      <a:pt x="55" y="45"/>
                      <a:pt x="55" y="45"/>
                    </a:cubicBezTo>
                    <a:lnTo>
                      <a:pt x="55" y="13"/>
                    </a:lnTo>
                    <a:close/>
                    <a:moveTo>
                      <a:pt x="73" y="12"/>
                    </a:moveTo>
                    <a:cubicBezTo>
                      <a:pt x="63" y="12"/>
                      <a:pt x="60" y="17"/>
                      <a:pt x="60" y="22"/>
                    </a:cubicBezTo>
                    <a:cubicBezTo>
                      <a:pt x="60" y="29"/>
                      <a:pt x="66" y="31"/>
                      <a:pt x="69" y="31"/>
                    </a:cubicBezTo>
                    <a:cubicBezTo>
                      <a:pt x="70" y="32"/>
                      <a:pt x="72" y="32"/>
                      <a:pt x="73" y="32"/>
                    </a:cubicBezTo>
                    <a:cubicBezTo>
                      <a:pt x="76" y="33"/>
                      <a:pt x="80" y="34"/>
                      <a:pt x="80" y="37"/>
                    </a:cubicBezTo>
                    <a:cubicBezTo>
                      <a:pt x="80" y="38"/>
                      <a:pt x="78" y="40"/>
                      <a:pt x="74" y="40"/>
                    </a:cubicBezTo>
                    <a:cubicBezTo>
                      <a:pt x="70" y="40"/>
                      <a:pt x="68" y="38"/>
                      <a:pt x="68" y="35"/>
                    </a:cubicBezTo>
                    <a:cubicBezTo>
                      <a:pt x="59" y="35"/>
                      <a:pt x="59" y="35"/>
                      <a:pt x="59" y="35"/>
                    </a:cubicBezTo>
                    <a:cubicBezTo>
                      <a:pt x="59" y="38"/>
                      <a:pt x="61" y="46"/>
                      <a:pt x="74" y="46"/>
                    </a:cubicBezTo>
                    <a:cubicBezTo>
                      <a:pt x="86" y="46"/>
                      <a:pt x="89" y="40"/>
                      <a:pt x="89" y="36"/>
                    </a:cubicBezTo>
                    <a:cubicBezTo>
                      <a:pt x="89" y="32"/>
                      <a:pt x="87" y="28"/>
                      <a:pt x="79" y="26"/>
                    </a:cubicBezTo>
                    <a:cubicBezTo>
                      <a:pt x="78" y="26"/>
                      <a:pt x="75" y="25"/>
                      <a:pt x="75" y="25"/>
                    </a:cubicBezTo>
                    <a:cubicBezTo>
                      <a:pt x="71" y="24"/>
                      <a:pt x="69" y="23"/>
                      <a:pt x="69" y="21"/>
                    </a:cubicBezTo>
                    <a:cubicBezTo>
                      <a:pt x="69" y="20"/>
                      <a:pt x="71" y="19"/>
                      <a:pt x="74" y="19"/>
                    </a:cubicBezTo>
                    <a:cubicBezTo>
                      <a:pt x="79" y="19"/>
                      <a:pt x="80" y="21"/>
                      <a:pt x="80" y="23"/>
                    </a:cubicBezTo>
                    <a:cubicBezTo>
                      <a:pt x="88" y="23"/>
                      <a:pt x="88" y="23"/>
                      <a:pt x="88" y="23"/>
                    </a:cubicBezTo>
                    <a:cubicBezTo>
                      <a:pt x="88" y="19"/>
                      <a:pt x="86" y="12"/>
                      <a:pt x="73" y="12"/>
                    </a:cubicBezTo>
                    <a:moveTo>
                      <a:pt x="116" y="34"/>
                    </a:moveTo>
                    <a:cubicBezTo>
                      <a:pt x="115" y="37"/>
                      <a:pt x="113" y="40"/>
                      <a:pt x="109" y="40"/>
                    </a:cubicBezTo>
                    <a:cubicBezTo>
                      <a:pt x="104" y="40"/>
                      <a:pt x="101" y="35"/>
                      <a:pt x="101" y="29"/>
                    </a:cubicBezTo>
                    <a:cubicBezTo>
                      <a:pt x="101" y="25"/>
                      <a:pt x="103" y="19"/>
                      <a:pt x="109" y="19"/>
                    </a:cubicBezTo>
                    <a:cubicBezTo>
                      <a:pt x="113" y="19"/>
                      <a:pt x="115" y="22"/>
                      <a:pt x="115" y="24"/>
                    </a:cubicBezTo>
                    <a:cubicBezTo>
                      <a:pt x="124" y="24"/>
                      <a:pt x="124" y="24"/>
                      <a:pt x="124" y="24"/>
                    </a:cubicBezTo>
                    <a:cubicBezTo>
                      <a:pt x="124" y="19"/>
                      <a:pt x="120" y="12"/>
                      <a:pt x="109" y="12"/>
                    </a:cubicBezTo>
                    <a:cubicBezTo>
                      <a:pt x="99" y="12"/>
                      <a:pt x="92" y="19"/>
                      <a:pt x="92" y="29"/>
                    </a:cubicBezTo>
                    <a:cubicBezTo>
                      <a:pt x="92" y="40"/>
                      <a:pt x="99" y="46"/>
                      <a:pt x="109" y="46"/>
                    </a:cubicBezTo>
                    <a:cubicBezTo>
                      <a:pt x="121" y="46"/>
                      <a:pt x="124" y="39"/>
                      <a:pt x="125" y="34"/>
                    </a:cubicBezTo>
                    <a:lnTo>
                      <a:pt x="116" y="34"/>
                    </a:lnTo>
                    <a:close/>
                    <a:moveTo>
                      <a:pt x="127" y="29"/>
                    </a:moveTo>
                    <a:cubicBezTo>
                      <a:pt x="127" y="40"/>
                      <a:pt x="134" y="46"/>
                      <a:pt x="144" y="46"/>
                    </a:cubicBezTo>
                    <a:cubicBezTo>
                      <a:pt x="154" y="46"/>
                      <a:pt x="161" y="40"/>
                      <a:pt x="161" y="29"/>
                    </a:cubicBezTo>
                    <a:cubicBezTo>
                      <a:pt x="161" y="19"/>
                      <a:pt x="154" y="12"/>
                      <a:pt x="144" y="12"/>
                    </a:cubicBezTo>
                    <a:cubicBezTo>
                      <a:pt x="134" y="12"/>
                      <a:pt x="127" y="19"/>
                      <a:pt x="127" y="29"/>
                    </a:cubicBezTo>
                    <a:moveTo>
                      <a:pt x="144" y="19"/>
                    </a:moveTo>
                    <a:cubicBezTo>
                      <a:pt x="149" y="19"/>
                      <a:pt x="152" y="24"/>
                      <a:pt x="152" y="29"/>
                    </a:cubicBezTo>
                    <a:cubicBezTo>
                      <a:pt x="152" y="35"/>
                      <a:pt x="149" y="40"/>
                      <a:pt x="144" y="40"/>
                    </a:cubicBezTo>
                    <a:cubicBezTo>
                      <a:pt x="139" y="40"/>
                      <a:pt x="137" y="35"/>
                      <a:pt x="137" y="29"/>
                    </a:cubicBezTo>
                    <a:cubicBezTo>
                      <a:pt x="137" y="25"/>
                      <a:pt x="138" y="19"/>
                      <a:pt x="144" y="19"/>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52" name="Freeform 36"/>
              <p:cNvSpPr>
                <a:spLocks/>
              </p:cNvSpPr>
              <p:nvPr userDrawn="1"/>
            </p:nvSpPr>
            <p:spPr bwMode="auto">
              <a:xfrm>
                <a:off x="-40619363" y="-12757150"/>
                <a:ext cx="9134475" cy="16760825"/>
              </a:xfrm>
              <a:custGeom>
                <a:avLst/>
                <a:gdLst>
                  <a:gd name="T0" fmla="*/ 0 w 151"/>
                  <a:gd name="T1" fmla="*/ 202 h 277"/>
                  <a:gd name="T2" fmla="*/ 0 w 151"/>
                  <a:gd name="T3" fmla="*/ 75 h 277"/>
                  <a:gd name="T4" fmla="*/ 75 w 151"/>
                  <a:gd name="T5" fmla="*/ 0 h 277"/>
                  <a:gd name="T6" fmla="*/ 75 w 151"/>
                  <a:gd name="T7" fmla="*/ 0 h 277"/>
                  <a:gd name="T8" fmla="*/ 151 w 151"/>
                  <a:gd name="T9" fmla="*/ 75 h 277"/>
                  <a:gd name="T10" fmla="*/ 151 w 151"/>
                  <a:gd name="T11" fmla="*/ 202 h 277"/>
                  <a:gd name="T12" fmla="*/ 75 w 151"/>
                  <a:gd name="T13" fmla="*/ 277 h 277"/>
                  <a:gd name="T14" fmla="*/ 75 w 151"/>
                  <a:gd name="T15" fmla="*/ 277 h 277"/>
                  <a:gd name="T16" fmla="*/ 0 w 151"/>
                  <a:gd name="T17"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1" h="277">
                    <a:moveTo>
                      <a:pt x="0" y="202"/>
                    </a:moveTo>
                    <a:cubicBezTo>
                      <a:pt x="0" y="75"/>
                      <a:pt x="0" y="75"/>
                      <a:pt x="0" y="75"/>
                    </a:cubicBezTo>
                    <a:cubicBezTo>
                      <a:pt x="0" y="34"/>
                      <a:pt x="34" y="0"/>
                      <a:pt x="75" y="0"/>
                    </a:cubicBezTo>
                    <a:cubicBezTo>
                      <a:pt x="75" y="0"/>
                      <a:pt x="75" y="0"/>
                      <a:pt x="75" y="0"/>
                    </a:cubicBezTo>
                    <a:cubicBezTo>
                      <a:pt x="117" y="0"/>
                      <a:pt x="151" y="34"/>
                      <a:pt x="151" y="75"/>
                    </a:cubicBezTo>
                    <a:cubicBezTo>
                      <a:pt x="151" y="202"/>
                      <a:pt x="151" y="202"/>
                      <a:pt x="151" y="202"/>
                    </a:cubicBezTo>
                    <a:cubicBezTo>
                      <a:pt x="151" y="243"/>
                      <a:pt x="117" y="277"/>
                      <a:pt x="75" y="277"/>
                    </a:cubicBezTo>
                    <a:cubicBezTo>
                      <a:pt x="75" y="277"/>
                      <a:pt x="75" y="277"/>
                      <a:pt x="75" y="277"/>
                    </a:cubicBezTo>
                    <a:cubicBezTo>
                      <a:pt x="34" y="277"/>
                      <a:pt x="0" y="243"/>
                      <a:pt x="0" y="20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53" name="Oval 37"/>
              <p:cNvSpPr>
                <a:spLocks noChangeArrowheads="1"/>
              </p:cNvSpPr>
              <p:nvPr userDrawn="1"/>
            </p:nvSpPr>
            <p:spPr bwMode="auto">
              <a:xfrm>
                <a:off x="-40619363" y="-23406100"/>
                <a:ext cx="9134475" cy="9075738"/>
              </a:xfrm>
              <a:prstGeom prst="ellipse">
                <a:avLst/>
              </a:pr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54" name="Freeform 38"/>
              <p:cNvSpPr>
                <a:spLocks/>
              </p:cNvSpPr>
              <p:nvPr userDrawn="1"/>
            </p:nvSpPr>
            <p:spPr bwMode="auto">
              <a:xfrm>
                <a:off x="-30214888" y="-23406100"/>
                <a:ext cx="20508913" cy="9075738"/>
              </a:xfrm>
              <a:custGeom>
                <a:avLst/>
                <a:gdLst>
                  <a:gd name="T0" fmla="*/ 264 w 339"/>
                  <a:gd name="T1" fmla="*/ 150 h 150"/>
                  <a:gd name="T2" fmla="*/ 75 w 339"/>
                  <a:gd name="T3" fmla="*/ 150 h 150"/>
                  <a:gd name="T4" fmla="*/ 0 w 339"/>
                  <a:gd name="T5" fmla="*/ 75 h 150"/>
                  <a:gd name="T6" fmla="*/ 0 w 339"/>
                  <a:gd name="T7" fmla="*/ 75 h 150"/>
                  <a:gd name="T8" fmla="*/ 75 w 339"/>
                  <a:gd name="T9" fmla="*/ 0 h 150"/>
                  <a:gd name="T10" fmla="*/ 264 w 339"/>
                  <a:gd name="T11" fmla="*/ 0 h 150"/>
                  <a:gd name="T12" fmla="*/ 339 w 339"/>
                  <a:gd name="T13" fmla="*/ 75 h 150"/>
                  <a:gd name="T14" fmla="*/ 339 w 339"/>
                  <a:gd name="T15" fmla="*/ 75 h 150"/>
                  <a:gd name="T16" fmla="*/ 264 w 339"/>
                  <a:gd name="T17" fmla="*/ 150 h 1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39" h="150">
                    <a:moveTo>
                      <a:pt x="264" y="150"/>
                    </a:moveTo>
                    <a:cubicBezTo>
                      <a:pt x="75" y="150"/>
                      <a:pt x="75" y="150"/>
                      <a:pt x="75" y="150"/>
                    </a:cubicBezTo>
                    <a:cubicBezTo>
                      <a:pt x="34" y="150"/>
                      <a:pt x="0" y="116"/>
                      <a:pt x="0" y="75"/>
                    </a:cubicBezTo>
                    <a:cubicBezTo>
                      <a:pt x="0" y="75"/>
                      <a:pt x="0" y="75"/>
                      <a:pt x="0" y="75"/>
                    </a:cubicBezTo>
                    <a:cubicBezTo>
                      <a:pt x="0" y="33"/>
                      <a:pt x="34" y="0"/>
                      <a:pt x="75" y="0"/>
                    </a:cubicBezTo>
                    <a:cubicBezTo>
                      <a:pt x="264" y="0"/>
                      <a:pt x="264" y="0"/>
                      <a:pt x="264" y="0"/>
                    </a:cubicBezTo>
                    <a:cubicBezTo>
                      <a:pt x="306" y="0"/>
                      <a:pt x="339" y="33"/>
                      <a:pt x="339" y="75"/>
                    </a:cubicBezTo>
                    <a:cubicBezTo>
                      <a:pt x="339" y="75"/>
                      <a:pt x="339" y="75"/>
                      <a:pt x="339" y="75"/>
                    </a:cubicBezTo>
                    <a:cubicBezTo>
                      <a:pt x="339" y="116"/>
                      <a:pt x="306" y="150"/>
                      <a:pt x="264" y="150"/>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sp>
            <p:nvSpPr>
              <p:cNvPr id="55" name="Freeform 39"/>
              <p:cNvSpPr>
                <a:spLocks/>
              </p:cNvSpPr>
              <p:nvPr userDrawn="1"/>
            </p:nvSpPr>
            <p:spPr bwMode="auto">
              <a:xfrm>
                <a:off x="-24466550" y="-12757150"/>
                <a:ext cx="9074150" cy="16760825"/>
              </a:xfrm>
              <a:custGeom>
                <a:avLst/>
                <a:gdLst>
                  <a:gd name="T0" fmla="*/ 0 w 150"/>
                  <a:gd name="T1" fmla="*/ 202 h 277"/>
                  <a:gd name="T2" fmla="*/ 0 w 150"/>
                  <a:gd name="T3" fmla="*/ 75 h 277"/>
                  <a:gd name="T4" fmla="*/ 75 w 150"/>
                  <a:gd name="T5" fmla="*/ 0 h 277"/>
                  <a:gd name="T6" fmla="*/ 75 w 150"/>
                  <a:gd name="T7" fmla="*/ 0 h 277"/>
                  <a:gd name="T8" fmla="*/ 150 w 150"/>
                  <a:gd name="T9" fmla="*/ 75 h 277"/>
                  <a:gd name="T10" fmla="*/ 150 w 150"/>
                  <a:gd name="T11" fmla="*/ 202 h 277"/>
                  <a:gd name="T12" fmla="*/ 75 w 150"/>
                  <a:gd name="T13" fmla="*/ 277 h 277"/>
                  <a:gd name="T14" fmla="*/ 75 w 150"/>
                  <a:gd name="T15" fmla="*/ 277 h 277"/>
                  <a:gd name="T16" fmla="*/ 0 w 150"/>
                  <a:gd name="T17" fmla="*/ 202 h 2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0" h="277">
                    <a:moveTo>
                      <a:pt x="0" y="202"/>
                    </a:moveTo>
                    <a:cubicBezTo>
                      <a:pt x="0" y="75"/>
                      <a:pt x="0" y="75"/>
                      <a:pt x="0" y="75"/>
                    </a:cubicBezTo>
                    <a:cubicBezTo>
                      <a:pt x="0" y="34"/>
                      <a:pt x="33" y="0"/>
                      <a:pt x="75" y="0"/>
                    </a:cubicBezTo>
                    <a:cubicBezTo>
                      <a:pt x="75" y="0"/>
                      <a:pt x="75" y="0"/>
                      <a:pt x="75" y="0"/>
                    </a:cubicBezTo>
                    <a:cubicBezTo>
                      <a:pt x="116" y="0"/>
                      <a:pt x="150" y="34"/>
                      <a:pt x="150" y="75"/>
                    </a:cubicBezTo>
                    <a:cubicBezTo>
                      <a:pt x="150" y="202"/>
                      <a:pt x="150" y="202"/>
                      <a:pt x="150" y="202"/>
                    </a:cubicBezTo>
                    <a:cubicBezTo>
                      <a:pt x="150" y="243"/>
                      <a:pt x="116" y="277"/>
                      <a:pt x="75" y="277"/>
                    </a:cubicBezTo>
                    <a:cubicBezTo>
                      <a:pt x="75" y="277"/>
                      <a:pt x="75" y="277"/>
                      <a:pt x="75" y="277"/>
                    </a:cubicBezTo>
                    <a:cubicBezTo>
                      <a:pt x="33" y="277"/>
                      <a:pt x="0" y="243"/>
                      <a:pt x="0" y="202"/>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solidFill>
                    <a:srgbClr val="C00000"/>
                  </a:solidFill>
                </a:endParaRPr>
              </a:p>
            </p:txBody>
          </p:sp>
        </p:grpSp>
        <p:grpSp>
          <p:nvGrpSpPr>
            <p:cNvPr id="61" name="Group 60"/>
            <p:cNvGrpSpPr/>
            <p:nvPr userDrawn="1"/>
          </p:nvGrpSpPr>
          <p:grpSpPr>
            <a:xfrm>
              <a:off x="5593906" y="2047382"/>
              <a:ext cx="1182542" cy="358270"/>
              <a:chOff x="-59269313" y="-32937450"/>
              <a:chExt cx="105651301" cy="32008762"/>
            </a:xfrm>
            <a:solidFill>
              <a:schemeClr val="bg1"/>
            </a:solidFill>
          </p:grpSpPr>
          <p:sp>
            <p:nvSpPr>
              <p:cNvPr id="48" name="Freeform 24"/>
              <p:cNvSpPr>
                <a:spLocks/>
              </p:cNvSpPr>
              <p:nvPr userDrawn="1"/>
            </p:nvSpPr>
            <p:spPr bwMode="auto">
              <a:xfrm>
                <a:off x="-59269313" y="-32937450"/>
                <a:ext cx="26123900" cy="31362650"/>
              </a:xfrm>
              <a:custGeom>
                <a:avLst/>
                <a:gdLst>
                  <a:gd name="T0" fmla="*/ 1097 w 16456"/>
                  <a:gd name="T1" fmla="*/ 0 h 19756"/>
                  <a:gd name="T2" fmla="*/ 8197 w 16456"/>
                  <a:gd name="T3" fmla="*/ 11049 h 19756"/>
                  <a:gd name="T4" fmla="*/ 15421 w 16456"/>
                  <a:gd name="T5" fmla="*/ 0 h 19756"/>
                  <a:gd name="T6" fmla="*/ 16456 w 16456"/>
                  <a:gd name="T7" fmla="*/ 0 h 19756"/>
                  <a:gd name="T8" fmla="*/ 8727 w 16456"/>
                  <a:gd name="T9" fmla="*/ 12048 h 19756"/>
                  <a:gd name="T10" fmla="*/ 8727 w 16456"/>
                  <a:gd name="T11" fmla="*/ 19756 h 19756"/>
                  <a:gd name="T12" fmla="*/ 7704 w 16456"/>
                  <a:gd name="T13" fmla="*/ 19756 h 19756"/>
                  <a:gd name="T14" fmla="*/ 7704 w 16456"/>
                  <a:gd name="T15" fmla="*/ 11987 h 19756"/>
                  <a:gd name="T16" fmla="*/ 0 w 16456"/>
                  <a:gd name="T17" fmla="*/ 0 h 19756"/>
                  <a:gd name="T18" fmla="*/ 1097 w 16456"/>
                  <a:gd name="T19" fmla="*/ 0 h 19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456" h="19756">
                    <a:moveTo>
                      <a:pt x="1097" y="0"/>
                    </a:moveTo>
                    <a:lnTo>
                      <a:pt x="8197" y="11049"/>
                    </a:lnTo>
                    <a:lnTo>
                      <a:pt x="15421" y="0"/>
                    </a:lnTo>
                    <a:lnTo>
                      <a:pt x="16456" y="0"/>
                    </a:lnTo>
                    <a:lnTo>
                      <a:pt x="8727" y="12048"/>
                    </a:lnTo>
                    <a:lnTo>
                      <a:pt x="8727" y="19756"/>
                    </a:lnTo>
                    <a:lnTo>
                      <a:pt x="7704" y="19756"/>
                    </a:lnTo>
                    <a:lnTo>
                      <a:pt x="7704" y="11987"/>
                    </a:lnTo>
                    <a:lnTo>
                      <a:pt x="0" y="0"/>
                    </a:lnTo>
                    <a:lnTo>
                      <a:pt x="1097"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60" name="Group 59"/>
              <p:cNvGrpSpPr/>
              <p:nvPr userDrawn="1"/>
            </p:nvGrpSpPr>
            <p:grpSpPr>
              <a:xfrm>
                <a:off x="-37469763" y="-32937450"/>
                <a:ext cx="83851751" cy="32008762"/>
                <a:chOff x="-37469763" y="-32937450"/>
                <a:chExt cx="83851751" cy="32008762"/>
              </a:xfrm>
              <a:grpFill/>
            </p:grpSpPr>
            <p:sp>
              <p:nvSpPr>
                <p:cNvPr id="49" name="Freeform 25"/>
                <p:cNvSpPr>
                  <a:spLocks noEditPoints="1"/>
                </p:cNvSpPr>
                <p:nvPr userDrawn="1"/>
              </p:nvSpPr>
              <p:spPr bwMode="auto">
                <a:xfrm>
                  <a:off x="-37469763" y="-24892000"/>
                  <a:ext cx="20234275" cy="23963312"/>
                </a:xfrm>
                <a:custGeom>
                  <a:avLst/>
                  <a:gdLst>
                    <a:gd name="T0" fmla="*/ 82 w 1034"/>
                    <a:gd name="T1" fmla="*/ 612 h 1224"/>
                    <a:gd name="T2" fmla="*/ 115 w 1034"/>
                    <a:gd name="T3" fmla="*/ 850 h 1224"/>
                    <a:gd name="T4" fmla="*/ 208 w 1034"/>
                    <a:gd name="T5" fmla="*/ 1021 h 1224"/>
                    <a:gd name="T6" fmla="*/ 347 w 1034"/>
                    <a:gd name="T7" fmla="*/ 1123 h 1224"/>
                    <a:gd name="T8" fmla="*/ 518 w 1034"/>
                    <a:gd name="T9" fmla="*/ 1157 h 1224"/>
                    <a:gd name="T10" fmla="*/ 692 w 1034"/>
                    <a:gd name="T11" fmla="*/ 1123 h 1224"/>
                    <a:gd name="T12" fmla="*/ 830 w 1034"/>
                    <a:gd name="T13" fmla="*/ 1021 h 1224"/>
                    <a:gd name="T14" fmla="*/ 920 w 1034"/>
                    <a:gd name="T15" fmla="*/ 850 h 1224"/>
                    <a:gd name="T16" fmla="*/ 952 w 1034"/>
                    <a:gd name="T17" fmla="*/ 612 h 1224"/>
                    <a:gd name="T18" fmla="*/ 920 w 1034"/>
                    <a:gd name="T19" fmla="*/ 374 h 1224"/>
                    <a:gd name="T20" fmla="*/ 830 w 1034"/>
                    <a:gd name="T21" fmla="*/ 203 h 1224"/>
                    <a:gd name="T22" fmla="*/ 692 w 1034"/>
                    <a:gd name="T23" fmla="*/ 100 h 1224"/>
                    <a:gd name="T24" fmla="*/ 518 w 1034"/>
                    <a:gd name="T25" fmla="*/ 67 h 1224"/>
                    <a:gd name="T26" fmla="*/ 344 w 1034"/>
                    <a:gd name="T27" fmla="*/ 102 h 1224"/>
                    <a:gd name="T28" fmla="*/ 205 w 1034"/>
                    <a:gd name="T29" fmla="*/ 204 h 1224"/>
                    <a:gd name="T30" fmla="*/ 114 w 1034"/>
                    <a:gd name="T31" fmla="*/ 374 h 1224"/>
                    <a:gd name="T32" fmla="*/ 82 w 1034"/>
                    <a:gd name="T33" fmla="*/ 612 h 1224"/>
                    <a:gd name="T34" fmla="*/ 0 w 1034"/>
                    <a:gd name="T35" fmla="*/ 612 h 1224"/>
                    <a:gd name="T36" fmla="*/ 39 w 1034"/>
                    <a:gd name="T37" fmla="*/ 346 h 1224"/>
                    <a:gd name="T38" fmla="*/ 148 w 1034"/>
                    <a:gd name="T39" fmla="*/ 155 h 1224"/>
                    <a:gd name="T40" fmla="*/ 312 w 1034"/>
                    <a:gd name="T41" fmla="*/ 39 h 1224"/>
                    <a:gd name="T42" fmla="*/ 518 w 1034"/>
                    <a:gd name="T43" fmla="*/ 0 h 1224"/>
                    <a:gd name="T44" fmla="*/ 726 w 1034"/>
                    <a:gd name="T45" fmla="*/ 39 h 1224"/>
                    <a:gd name="T46" fmla="*/ 890 w 1034"/>
                    <a:gd name="T47" fmla="*/ 156 h 1224"/>
                    <a:gd name="T48" fmla="*/ 997 w 1034"/>
                    <a:gd name="T49" fmla="*/ 349 h 1224"/>
                    <a:gd name="T50" fmla="*/ 1034 w 1034"/>
                    <a:gd name="T51" fmla="*/ 612 h 1224"/>
                    <a:gd name="T52" fmla="*/ 996 w 1034"/>
                    <a:gd name="T53" fmla="*/ 878 h 1224"/>
                    <a:gd name="T54" fmla="*/ 889 w 1034"/>
                    <a:gd name="T55" fmla="*/ 1070 h 1224"/>
                    <a:gd name="T56" fmla="*/ 726 w 1034"/>
                    <a:gd name="T57" fmla="*/ 1185 h 1224"/>
                    <a:gd name="T58" fmla="*/ 523 w 1034"/>
                    <a:gd name="T59" fmla="*/ 1224 h 1224"/>
                    <a:gd name="T60" fmla="*/ 316 w 1034"/>
                    <a:gd name="T61" fmla="*/ 1184 h 1224"/>
                    <a:gd name="T62" fmla="*/ 150 w 1034"/>
                    <a:gd name="T63" fmla="*/ 1067 h 1224"/>
                    <a:gd name="T64" fmla="*/ 40 w 1034"/>
                    <a:gd name="T65" fmla="*/ 876 h 1224"/>
                    <a:gd name="T66" fmla="*/ 0 w 1034"/>
                    <a:gd name="T67" fmla="*/ 612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34" h="1224">
                      <a:moveTo>
                        <a:pt x="82" y="612"/>
                      </a:moveTo>
                      <a:cubicBezTo>
                        <a:pt x="82" y="703"/>
                        <a:pt x="93" y="782"/>
                        <a:pt x="115" y="850"/>
                      </a:cubicBezTo>
                      <a:cubicBezTo>
                        <a:pt x="138" y="919"/>
                        <a:pt x="168" y="975"/>
                        <a:pt x="208" y="1021"/>
                      </a:cubicBezTo>
                      <a:cubicBezTo>
                        <a:pt x="247" y="1066"/>
                        <a:pt x="294" y="1100"/>
                        <a:pt x="347" y="1123"/>
                      </a:cubicBezTo>
                      <a:cubicBezTo>
                        <a:pt x="400" y="1146"/>
                        <a:pt x="458" y="1157"/>
                        <a:pt x="518" y="1157"/>
                      </a:cubicBezTo>
                      <a:cubicBezTo>
                        <a:pt x="581" y="1157"/>
                        <a:pt x="639" y="1146"/>
                        <a:pt x="692" y="1123"/>
                      </a:cubicBezTo>
                      <a:cubicBezTo>
                        <a:pt x="745" y="1100"/>
                        <a:pt x="791" y="1066"/>
                        <a:pt x="830" y="1021"/>
                      </a:cubicBezTo>
                      <a:cubicBezTo>
                        <a:pt x="868" y="975"/>
                        <a:pt x="899" y="919"/>
                        <a:pt x="920" y="850"/>
                      </a:cubicBezTo>
                      <a:cubicBezTo>
                        <a:pt x="942" y="782"/>
                        <a:pt x="952" y="703"/>
                        <a:pt x="952" y="612"/>
                      </a:cubicBezTo>
                      <a:cubicBezTo>
                        <a:pt x="952" y="522"/>
                        <a:pt x="942" y="442"/>
                        <a:pt x="920" y="374"/>
                      </a:cubicBezTo>
                      <a:cubicBezTo>
                        <a:pt x="899" y="306"/>
                        <a:pt x="868" y="249"/>
                        <a:pt x="830" y="203"/>
                      </a:cubicBezTo>
                      <a:cubicBezTo>
                        <a:pt x="791" y="157"/>
                        <a:pt x="745" y="123"/>
                        <a:pt x="692" y="100"/>
                      </a:cubicBezTo>
                      <a:cubicBezTo>
                        <a:pt x="639" y="78"/>
                        <a:pt x="581" y="67"/>
                        <a:pt x="518" y="67"/>
                      </a:cubicBezTo>
                      <a:cubicBezTo>
                        <a:pt x="456" y="67"/>
                        <a:pt x="398" y="79"/>
                        <a:pt x="344" y="102"/>
                      </a:cubicBezTo>
                      <a:cubicBezTo>
                        <a:pt x="291" y="125"/>
                        <a:pt x="245" y="159"/>
                        <a:pt x="205" y="204"/>
                      </a:cubicBezTo>
                      <a:cubicBezTo>
                        <a:pt x="166" y="249"/>
                        <a:pt x="136" y="306"/>
                        <a:pt x="114" y="374"/>
                      </a:cubicBezTo>
                      <a:cubicBezTo>
                        <a:pt x="93" y="442"/>
                        <a:pt x="82" y="522"/>
                        <a:pt x="82" y="612"/>
                      </a:cubicBezTo>
                      <a:moveTo>
                        <a:pt x="0" y="612"/>
                      </a:moveTo>
                      <a:cubicBezTo>
                        <a:pt x="0" y="511"/>
                        <a:pt x="13" y="423"/>
                        <a:pt x="39" y="346"/>
                      </a:cubicBezTo>
                      <a:cubicBezTo>
                        <a:pt x="65" y="270"/>
                        <a:pt x="101" y="206"/>
                        <a:pt x="148" y="155"/>
                      </a:cubicBezTo>
                      <a:cubicBezTo>
                        <a:pt x="194" y="104"/>
                        <a:pt x="249" y="65"/>
                        <a:pt x="312" y="39"/>
                      </a:cubicBezTo>
                      <a:cubicBezTo>
                        <a:pt x="375" y="13"/>
                        <a:pt x="444" y="0"/>
                        <a:pt x="518" y="0"/>
                      </a:cubicBezTo>
                      <a:cubicBezTo>
                        <a:pt x="594" y="0"/>
                        <a:pt x="663" y="13"/>
                        <a:pt x="726" y="39"/>
                      </a:cubicBezTo>
                      <a:cubicBezTo>
                        <a:pt x="789" y="65"/>
                        <a:pt x="844" y="104"/>
                        <a:pt x="890" y="156"/>
                      </a:cubicBezTo>
                      <a:cubicBezTo>
                        <a:pt x="936" y="208"/>
                        <a:pt x="971" y="272"/>
                        <a:pt x="997" y="349"/>
                      </a:cubicBezTo>
                      <a:cubicBezTo>
                        <a:pt x="1022" y="425"/>
                        <a:pt x="1034" y="513"/>
                        <a:pt x="1034" y="612"/>
                      </a:cubicBezTo>
                      <a:cubicBezTo>
                        <a:pt x="1034" y="713"/>
                        <a:pt x="1021" y="802"/>
                        <a:pt x="996" y="878"/>
                      </a:cubicBezTo>
                      <a:cubicBezTo>
                        <a:pt x="970" y="955"/>
                        <a:pt x="934" y="1018"/>
                        <a:pt x="889" y="1070"/>
                      </a:cubicBezTo>
                      <a:cubicBezTo>
                        <a:pt x="843" y="1121"/>
                        <a:pt x="789" y="1159"/>
                        <a:pt x="726" y="1185"/>
                      </a:cubicBezTo>
                      <a:cubicBezTo>
                        <a:pt x="663" y="1211"/>
                        <a:pt x="596" y="1224"/>
                        <a:pt x="523" y="1224"/>
                      </a:cubicBezTo>
                      <a:cubicBezTo>
                        <a:pt x="449" y="1224"/>
                        <a:pt x="380" y="1211"/>
                        <a:pt x="316" y="1184"/>
                      </a:cubicBezTo>
                      <a:cubicBezTo>
                        <a:pt x="252" y="1157"/>
                        <a:pt x="196" y="1119"/>
                        <a:pt x="150" y="1067"/>
                      </a:cubicBezTo>
                      <a:cubicBezTo>
                        <a:pt x="103" y="1016"/>
                        <a:pt x="66" y="952"/>
                        <a:pt x="40" y="876"/>
                      </a:cubicBezTo>
                      <a:cubicBezTo>
                        <a:pt x="13" y="800"/>
                        <a:pt x="0" y="712"/>
                        <a:pt x="0" y="612"/>
                      </a:cubicBezTo>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0" name="Freeform 26"/>
                <p:cNvSpPr>
                  <a:spLocks/>
                </p:cNvSpPr>
                <p:nvPr userDrawn="1"/>
              </p:nvSpPr>
              <p:spPr bwMode="auto">
                <a:xfrm>
                  <a:off x="-13498513" y="-24225250"/>
                  <a:ext cx="16849725" cy="23296562"/>
                </a:xfrm>
                <a:custGeom>
                  <a:avLst/>
                  <a:gdLst>
                    <a:gd name="T0" fmla="*/ 80 w 861"/>
                    <a:gd name="T1" fmla="*/ 0 h 1190"/>
                    <a:gd name="T2" fmla="*/ 80 w 861"/>
                    <a:gd name="T3" fmla="*/ 792 h 1190"/>
                    <a:gd name="T4" fmla="*/ 169 w 861"/>
                    <a:gd name="T5" fmla="*/ 1041 h 1190"/>
                    <a:gd name="T6" fmla="*/ 409 w 861"/>
                    <a:gd name="T7" fmla="*/ 1123 h 1190"/>
                    <a:gd name="T8" fmla="*/ 555 w 861"/>
                    <a:gd name="T9" fmla="*/ 1092 h 1190"/>
                    <a:gd name="T10" fmla="*/ 673 w 861"/>
                    <a:gd name="T11" fmla="*/ 1007 h 1190"/>
                    <a:gd name="T12" fmla="*/ 752 w 861"/>
                    <a:gd name="T13" fmla="*/ 876 h 1190"/>
                    <a:gd name="T14" fmla="*/ 781 w 861"/>
                    <a:gd name="T15" fmla="*/ 712 h 1190"/>
                    <a:gd name="T16" fmla="*/ 781 w 861"/>
                    <a:gd name="T17" fmla="*/ 0 h 1190"/>
                    <a:gd name="T18" fmla="*/ 861 w 861"/>
                    <a:gd name="T19" fmla="*/ 0 h 1190"/>
                    <a:gd name="T20" fmla="*/ 861 w 861"/>
                    <a:gd name="T21" fmla="*/ 1157 h 1190"/>
                    <a:gd name="T22" fmla="*/ 794 w 861"/>
                    <a:gd name="T23" fmla="*/ 1157 h 1190"/>
                    <a:gd name="T24" fmla="*/ 783 w 861"/>
                    <a:gd name="T25" fmla="*/ 950 h 1190"/>
                    <a:gd name="T26" fmla="*/ 708 w 861"/>
                    <a:gd name="T27" fmla="*/ 1058 h 1190"/>
                    <a:gd name="T28" fmla="*/ 613 w 861"/>
                    <a:gd name="T29" fmla="*/ 1132 h 1190"/>
                    <a:gd name="T30" fmla="*/ 504 w 861"/>
                    <a:gd name="T31" fmla="*/ 1176 h 1190"/>
                    <a:gd name="T32" fmla="*/ 391 w 861"/>
                    <a:gd name="T33" fmla="*/ 1190 h 1190"/>
                    <a:gd name="T34" fmla="*/ 235 w 861"/>
                    <a:gd name="T35" fmla="*/ 1166 h 1190"/>
                    <a:gd name="T36" fmla="*/ 112 w 861"/>
                    <a:gd name="T37" fmla="*/ 1092 h 1190"/>
                    <a:gd name="T38" fmla="*/ 30 w 861"/>
                    <a:gd name="T39" fmla="*/ 969 h 1190"/>
                    <a:gd name="T40" fmla="*/ 0 w 861"/>
                    <a:gd name="T41" fmla="*/ 796 h 1190"/>
                    <a:gd name="T42" fmla="*/ 0 w 861"/>
                    <a:gd name="T43" fmla="*/ 0 h 1190"/>
                    <a:gd name="T44" fmla="*/ 80 w 861"/>
                    <a:gd name="T45" fmla="*/ 0 h 1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861" h="1190">
                      <a:moveTo>
                        <a:pt x="80" y="0"/>
                      </a:moveTo>
                      <a:cubicBezTo>
                        <a:pt x="80" y="792"/>
                        <a:pt x="80" y="792"/>
                        <a:pt x="80" y="792"/>
                      </a:cubicBezTo>
                      <a:cubicBezTo>
                        <a:pt x="80" y="903"/>
                        <a:pt x="109" y="986"/>
                        <a:pt x="169" y="1041"/>
                      </a:cubicBezTo>
                      <a:cubicBezTo>
                        <a:pt x="228" y="1096"/>
                        <a:pt x="308" y="1123"/>
                        <a:pt x="409" y="1123"/>
                      </a:cubicBezTo>
                      <a:cubicBezTo>
                        <a:pt x="461" y="1123"/>
                        <a:pt x="510" y="1113"/>
                        <a:pt x="555" y="1092"/>
                      </a:cubicBezTo>
                      <a:cubicBezTo>
                        <a:pt x="600" y="1072"/>
                        <a:pt x="639" y="1043"/>
                        <a:pt x="673" y="1007"/>
                      </a:cubicBezTo>
                      <a:cubicBezTo>
                        <a:pt x="706" y="970"/>
                        <a:pt x="733" y="927"/>
                        <a:pt x="752" y="876"/>
                      </a:cubicBezTo>
                      <a:cubicBezTo>
                        <a:pt x="771" y="826"/>
                        <a:pt x="781" y="771"/>
                        <a:pt x="781" y="712"/>
                      </a:cubicBezTo>
                      <a:cubicBezTo>
                        <a:pt x="781" y="0"/>
                        <a:pt x="781" y="0"/>
                        <a:pt x="781" y="0"/>
                      </a:cubicBezTo>
                      <a:cubicBezTo>
                        <a:pt x="861" y="0"/>
                        <a:pt x="861" y="0"/>
                        <a:pt x="861" y="0"/>
                      </a:cubicBezTo>
                      <a:cubicBezTo>
                        <a:pt x="861" y="1157"/>
                        <a:pt x="861" y="1157"/>
                        <a:pt x="861" y="1157"/>
                      </a:cubicBezTo>
                      <a:cubicBezTo>
                        <a:pt x="794" y="1157"/>
                        <a:pt x="794" y="1157"/>
                        <a:pt x="794" y="1157"/>
                      </a:cubicBezTo>
                      <a:cubicBezTo>
                        <a:pt x="783" y="950"/>
                        <a:pt x="783" y="950"/>
                        <a:pt x="783" y="950"/>
                      </a:cubicBezTo>
                      <a:cubicBezTo>
                        <a:pt x="762" y="991"/>
                        <a:pt x="737" y="1027"/>
                        <a:pt x="708" y="1058"/>
                      </a:cubicBezTo>
                      <a:cubicBezTo>
                        <a:pt x="679" y="1088"/>
                        <a:pt x="648" y="1113"/>
                        <a:pt x="613" y="1132"/>
                      </a:cubicBezTo>
                      <a:cubicBezTo>
                        <a:pt x="578" y="1152"/>
                        <a:pt x="541" y="1166"/>
                        <a:pt x="504" y="1176"/>
                      </a:cubicBezTo>
                      <a:cubicBezTo>
                        <a:pt x="466" y="1185"/>
                        <a:pt x="428" y="1190"/>
                        <a:pt x="391" y="1190"/>
                      </a:cubicBezTo>
                      <a:cubicBezTo>
                        <a:pt x="335" y="1190"/>
                        <a:pt x="283" y="1182"/>
                        <a:pt x="235" y="1166"/>
                      </a:cubicBezTo>
                      <a:cubicBezTo>
                        <a:pt x="188" y="1149"/>
                        <a:pt x="147" y="1125"/>
                        <a:pt x="112" y="1092"/>
                      </a:cubicBezTo>
                      <a:cubicBezTo>
                        <a:pt x="77" y="1060"/>
                        <a:pt x="49" y="1019"/>
                        <a:pt x="30" y="969"/>
                      </a:cubicBezTo>
                      <a:cubicBezTo>
                        <a:pt x="10" y="919"/>
                        <a:pt x="0" y="862"/>
                        <a:pt x="0" y="796"/>
                      </a:cubicBezTo>
                      <a:cubicBezTo>
                        <a:pt x="0" y="0"/>
                        <a:pt x="0" y="0"/>
                        <a:pt x="0" y="0"/>
                      </a:cubicBezTo>
                      <a:lnTo>
                        <a:pt x="80"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1" name="Freeform 27"/>
                <p:cNvSpPr>
                  <a:spLocks/>
                </p:cNvSpPr>
                <p:nvPr userDrawn="1"/>
              </p:nvSpPr>
              <p:spPr bwMode="auto">
                <a:xfrm>
                  <a:off x="8281988" y="-32937450"/>
                  <a:ext cx="4051300" cy="8653462"/>
                </a:xfrm>
                <a:custGeom>
                  <a:avLst/>
                  <a:gdLst>
                    <a:gd name="T0" fmla="*/ 207 w 207"/>
                    <a:gd name="T1" fmla="*/ 135 h 442"/>
                    <a:gd name="T2" fmla="*/ 154 w 207"/>
                    <a:gd name="T3" fmla="*/ 338 h 442"/>
                    <a:gd name="T4" fmla="*/ 0 w 207"/>
                    <a:gd name="T5" fmla="*/ 442 h 442"/>
                    <a:gd name="T6" fmla="*/ 0 w 207"/>
                    <a:gd name="T7" fmla="*/ 378 h 442"/>
                    <a:gd name="T8" fmla="*/ 94 w 207"/>
                    <a:gd name="T9" fmla="*/ 297 h 442"/>
                    <a:gd name="T10" fmla="*/ 123 w 207"/>
                    <a:gd name="T11" fmla="*/ 142 h 442"/>
                    <a:gd name="T12" fmla="*/ 82 w 207"/>
                    <a:gd name="T13" fmla="*/ 142 h 442"/>
                    <a:gd name="T14" fmla="*/ 82 w 207"/>
                    <a:gd name="T15" fmla="*/ 0 h 442"/>
                    <a:gd name="T16" fmla="*/ 207 w 207"/>
                    <a:gd name="T17" fmla="*/ 0 h 442"/>
                    <a:gd name="T18" fmla="*/ 207 w 207"/>
                    <a:gd name="T19" fmla="*/ 135 h 4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7" h="442">
                      <a:moveTo>
                        <a:pt x="207" y="135"/>
                      </a:moveTo>
                      <a:cubicBezTo>
                        <a:pt x="207" y="221"/>
                        <a:pt x="189" y="289"/>
                        <a:pt x="154" y="338"/>
                      </a:cubicBezTo>
                      <a:cubicBezTo>
                        <a:pt x="118" y="387"/>
                        <a:pt x="67" y="422"/>
                        <a:pt x="0" y="442"/>
                      </a:cubicBezTo>
                      <a:cubicBezTo>
                        <a:pt x="0" y="378"/>
                        <a:pt x="0" y="378"/>
                        <a:pt x="0" y="378"/>
                      </a:cubicBezTo>
                      <a:cubicBezTo>
                        <a:pt x="43" y="360"/>
                        <a:pt x="75" y="333"/>
                        <a:pt x="94" y="297"/>
                      </a:cubicBezTo>
                      <a:cubicBezTo>
                        <a:pt x="113" y="260"/>
                        <a:pt x="123" y="209"/>
                        <a:pt x="123" y="142"/>
                      </a:cubicBezTo>
                      <a:cubicBezTo>
                        <a:pt x="82" y="142"/>
                        <a:pt x="82" y="142"/>
                        <a:pt x="82" y="142"/>
                      </a:cubicBezTo>
                      <a:cubicBezTo>
                        <a:pt x="82" y="0"/>
                        <a:pt x="82" y="0"/>
                        <a:pt x="82" y="0"/>
                      </a:cubicBezTo>
                      <a:cubicBezTo>
                        <a:pt x="207" y="0"/>
                        <a:pt x="207" y="0"/>
                        <a:pt x="207" y="0"/>
                      </a:cubicBezTo>
                      <a:lnTo>
                        <a:pt x="207" y="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8" name="Freeform 28"/>
                <p:cNvSpPr>
                  <a:spLocks/>
                </p:cNvSpPr>
                <p:nvPr userDrawn="1"/>
              </p:nvSpPr>
              <p:spPr bwMode="auto">
                <a:xfrm>
                  <a:off x="15151100" y="-24892000"/>
                  <a:ext cx="10390188" cy="23317200"/>
                </a:xfrm>
                <a:custGeom>
                  <a:avLst/>
                  <a:gdLst>
                    <a:gd name="T0" fmla="*/ 0 w 531"/>
                    <a:gd name="T1" fmla="*/ 1191 h 1191"/>
                    <a:gd name="T2" fmla="*/ 0 w 531"/>
                    <a:gd name="T3" fmla="*/ 34 h 1191"/>
                    <a:gd name="T4" fmla="*/ 64 w 531"/>
                    <a:gd name="T5" fmla="*/ 34 h 1191"/>
                    <a:gd name="T6" fmla="*/ 78 w 531"/>
                    <a:gd name="T7" fmla="*/ 279 h 1191"/>
                    <a:gd name="T8" fmla="*/ 212 w 531"/>
                    <a:gd name="T9" fmla="*/ 66 h 1191"/>
                    <a:gd name="T10" fmla="*/ 416 w 531"/>
                    <a:gd name="T11" fmla="*/ 0 h 1191"/>
                    <a:gd name="T12" fmla="*/ 479 w 531"/>
                    <a:gd name="T13" fmla="*/ 6 h 1191"/>
                    <a:gd name="T14" fmla="*/ 531 w 531"/>
                    <a:gd name="T15" fmla="*/ 18 h 1191"/>
                    <a:gd name="T16" fmla="*/ 531 w 531"/>
                    <a:gd name="T17" fmla="*/ 96 h 1191"/>
                    <a:gd name="T18" fmla="*/ 473 w 531"/>
                    <a:gd name="T19" fmla="*/ 82 h 1191"/>
                    <a:gd name="T20" fmla="*/ 409 w 531"/>
                    <a:gd name="T21" fmla="*/ 76 h 1191"/>
                    <a:gd name="T22" fmla="*/ 282 w 531"/>
                    <a:gd name="T23" fmla="*/ 109 h 1191"/>
                    <a:gd name="T24" fmla="*/ 177 w 531"/>
                    <a:gd name="T25" fmla="*/ 204 h 1191"/>
                    <a:gd name="T26" fmla="*/ 106 w 531"/>
                    <a:gd name="T27" fmla="*/ 350 h 1191"/>
                    <a:gd name="T28" fmla="*/ 80 w 531"/>
                    <a:gd name="T29" fmla="*/ 537 h 1191"/>
                    <a:gd name="T30" fmla="*/ 80 w 531"/>
                    <a:gd name="T31" fmla="*/ 1191 h 1191"/>
                    <a:gd name="T32" fmla="*/ 0 w 531"/>
                    <a:gd name="T33" fmla="*/ 1191 h 119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31" h="1191">
                      <a:moveTo>
                        <a:pt x="0" y="1191"/>
                      </a:moveTo>
                      <a:cubicBezTo>
                        <a:pt x="0" y="34"/>
                        <a:pt x="0" y="34"/>
                        <a:pt x="0" y="34"/>
                      </a:cubicBezTo>
                      <a:cubicBezTo>
                        <a:pt x="64" y="34"/>
                        <a:pt x="64" y="34"/>
                        <a:pt x="64" y="34"/>
                      </a:cubicBezTo>
                      <a:cubicBezTo>
                        <a:pt x="78" y="279"/>
                        <a:pt x="78" y="279"/>
                        <a:pt x="78" y="279"/>
                      </a:cubicBezTo>
                      <a:cubicBezTo>
                        <a:pt x="107" y="181"/>
                        <a:pt x="152" y="110"/>
                        <a:pt x="212" y="66"/>
                      </a:cubicBezTo>
                      <a:cubicBezTo>
                        <a:pt x="272" y="22"/>
                        <a:pt x="340" y="0"/>
                        <a:pt x="416" y="0"/>
                      </a:cubicBezTo>
                      <a:cubicBezTo>
                        <a:pt x="436" y="0"/>
                        <a:pt x="458" y="2"/>
                        <a:pt x="479" y="6"/>
                      </a:cubicBezTo>
                      <a:cubicBezTo>
                        <a:pt x="501" y="10"/>
                        <a:pt x="518" y="14"/>
                        <a:pt x="531" y="18"/>
                      </a:cubicBezTo>
                      <a:cubicBezTo>
                        <a:pt x="531" y="96"/>
                        <a:pt x="531" y="96"/>
                        <a:pt x="531" y="96"/>
                      </a:cubicBezTo>
                      <a:cubicBezTo>
                        <a:pt x="512" y="90"/>
                        <a:pt x="493" y="85"/>
                        <a:pt x="473" y="82"/>
                      </a:cubicBezTo>
                      <a:cubicBezTo>
                        <a:pt x="452" y="78"/>
                        <a:pt x="431" y="76"/>
                        <a:pt x="409" y="76"/>
                      </a:cubicBezTo>
                      <a:cubicBezTo>
                        <a:pt x="364" y="76"/>
                        <a:pt x="322" y="87"/>
                        <a:pt x="282" y="109"/>
                      </a:cubicBezTo>
                      <a:cubicBezTo>
                        <a:pt x="242" y="132"/>
                        <a:pt x="207" y="163"/>
                        <a:pt x="177" y="204"/>
                      </a:cubicBezTo>
                      <a:cubicBezTo>
                        <a:pt x="148" y="245"/>
                        <a:pt x="124" y="293"/>
                        <a:pt x="106" y="350"/>
                      </a:cubicBezTo>
                      <a:cubicBezTo>
                        <a:pt x="89" y="406"/>
                        <a:pt x="80" y="468"/>
                        <a:pt x="80" y="537"/>
                      </a:cubicBezTo>
                      <a:cubicBezTo>
                        <a:pt x="80" y="1191"/>
                        <a:pt x="80" y="1191"/>
                        <a:pt x="80" y="1191"/>
                      </a:cubicBezTo>
                      <a:lnTo>
                        <a:pt x="0" y="11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sp>
              <p:nvSpPr>
                <p:cNvPr id="59" name="Freeform 29"/>
                <p:cNvSpPr>
                  <a:spLocks noEditPoints="1"/>
                </p:cNvSpPr>
                <p:nvPr userDrawn="1"/>
              </p:nvSpPr>
              <p:spPr bwMode="auto">
                <a:xfrm>
                  <a:off x="26225500" y="-24892000"/>
                  <a:ext cx="20156488" cy="23963312"/>
                </a:xfrm>
                <a:custGeom>
                  <a:avLst/>
                  <a:gdLst>
                    <a:gd name="T0" fmla="*/ 514 w 1030"/>
                    <a:gd name="T1" fmla="*/ 67 h 1224"/>
                    <a:gd name="T2" fmla="*/ 351 w 1030"/>
                    <a:gd name="T3" fmla="*/ 99 h 1224"/>
                    <a:gd name="T4" fmla="*/ 218 w 1030"/>
                    <a:gd name="T5" fmla="*/ 194 h 1224"/>
                    <a:gd name="T6" fmla="*/ 124 w 1030"/>
                    <a:gd name="T7" fmla="*/ 350 h 1224"/>
                    <a:gd name="T8" fmla="*/ 82 w 1030"/>
                    <a:gd name="T9" fmla="*/ 563 h 1224"/>
                    <a:gd name="T10" fmla="*/ 945 w 1030"/>
                    <a:gd name="T11" fmla="*/ 563 h 1224"/>
                    <a:gd name="T12" fmla="*/ 903 w 1030"/>
                    <a:gd name="T13" fmla="*/ 348 h 1224"/>
                    <a:gd name="T14" fmla="*/ 810 w 1030"/>
                    <a:gd name="T15" fmla="*/ 192 h 1224"/>
                    <a:gd name="T16" fmla="*/ 676 w 1030"/>
                    <a:gd name="T17" fmla="*/ 98 h 1224"/>
                    <a:gd name="T18" fmla="*/ 514 w 1030"/>
                    <a:gd name="T19" fmla="*/ 67 h 1224"/>
                    <a:gd name="T20" fmla="*/ 1008 w 1030"/>
                    <a:gd name="T21" fmla="*/ 884 h 1224"/>
                    <a:gd name="T22" fmla="*/ 841 w 1030"/>
                    <a:gd name="T23" fmla="*/ 1133 h 1224"/>
                    <a:gd name="T24" fmla="*/ 540 w 1030"/>
                    <a:gd name="T25" fmla="*/ 1224 h 1224"/>
                    <a:gd name="T26" fmla="*/ 326 w 1030"/>
                    <a:gd name="T27" fmla="*/ 1184 h 1224"/>
                    <a:gd name="T28" fmla="*/ 155 w 1030"/>
                    <a:gd name="T29" fmla="*/ 1065 h 1224"/>
                    <a:gd name="T30" fmla="*/ 41 w 1030"/>
                    <a:gd name="T31" fmla="*/ 873 h 1224"/>
                    <a:gd name="T32" fmla="*/ 0 w 1030"/>
                    <a:gd name="T33" fmla="*/ 612 h 1224"/>
                    <a:gd name="T34" fmla="*/ 40 w 1030"/>
                    <a:gd name="T35" fmla="*/ 351 h 1224"/>
                    <a:gd name="T36" fmla="*/ 149 w 1030"/>
                    <a:gd name="T37" fmla="*/ 158 h 1224"/>
                    <a:gd name="T38" fmla="*/ 313 w 1030"/>
                    <a:gd name="T39" fmla="*/ 40 h 1224"/>
                    <a:gd name="T40" fmla="*/ 514 w 1030"/>
                    <a:gd name="T41" fmla="*/ 0 h 1224"/>
                    <a:gd name="T42" fmla="*/ 715 w 1030"/>
                    <a:gd name="T43" fmla="*/ 39 h 1224"/>
                    <a:gd name="T44" fmla="*/ 880 w 1030"/>
                    <a:gd name="T45" fmla="*/ 156 h 1224"/>
                    <a:gd name="T46" fmla="*/ 990 w 1030"/>
                    <a:gd name="T47" fmla="*/ 353 h 1224"/>
                    <a:gd name="T48" fmla="*/ 1030 w 1030"/>
                    <a:gd name="T49" fmla="*/ 632 h 1224"/>
                    <a:gd name="T50" fmla="*/ 82 w 1030"/>
                    <a:gd name="T51" fmla="*/ 632 h 1224"/>
                    <a:gd name="T52" fmla="*/ 122 w 1030"/>
                    <a:gd name="T53" fmla="*/ 865 h 1224"/>
                    <a:gd name="T54" fmla="*/ 222 w 1030"/>
                    <a:gd name="T55" fmla="*/ 1028 h 1224"/>
                    <a:gd name="T56" fmla="*/ 367 w 1030"/>
                    <a:gd name="T57" fmla="*/ 1124 h 1224"/>
                    <a:gd name="T58" fmla="*/ 543 w 1030"/>
                    <a:gd name="T59" fmla="*/ 1155 h 1224"/>
                    <a:gd name="T60" fmla="*/ 786 w 1030"/>
                    <a:gd name="T61" fmla="*/ 1085 h 1224"/>
                    <a:gd name="T62" fmla="*/ 924 w 1030"/>
                    <a:gd name="T63" fmla="*/ 884 h 1224"/>
                    <a:gd name="T64" fmla="*/ 1008 w 1030"/>
                    <a:gd name="T65" fmla="*/ 884 h 12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030" h="1224">
                      <a:moveTo>
                        <a:pt x="514" y="67"/>
                      </a:moveTo>
                      <a:cubicBezTo>
                        <a:pt x="456" y="67"/>
                        <a:pt x="402" y="78"/>
                        <a:pt x="351" y="99"/>
                      </a:cubicBezTo>
                      <a:cubicBezTo>
                        <a:pt x="301" y="121"/>
                        <a:pt x="256" y="152"/>
                        <a:pt x="218" y="194"/>
                      </a:cubicBezTo>
                      <a:cubicBezTo>
                        <a:pt x="179" y="236"/>
                        <a:pt x="148" y="287"/>
                        <a:pt x="124" y="350"/>
                      </a:cubicBezTo>
                      <a:cubicBezTo>
                        <a:pt x="101" y="412"/>
                        <a:pt x="87" y="483"/>
                        <a:pt x="82" y="563"/>
                      </a:cubicBezTo>
                      <a:cubicBezTo>
                        <a:pt x="945" y="563"/>
                        <a:pt x="945" y="563"/>
                        <a:pt x="945" y="563"/>
                      </a:cubicBezTo>
                      <a:cubicBezTo>
                        <a:pt x="941" y="482"/>
                        <a:pt x="927" y="410"/>
                        <a:pt x="903" y="348"/>
                      </a:cubicBezTo>
                      <a:cubicBezTo>
                        <a:pt x="880" y="285"/>
                        <a:pt x="848" y="233"/>
                        <a:pt x="810" y="192"/>
                      </a:cubicBezTo>
                      <a:cubicBezTo>
                        <a:pt x="771" y="150"/>
                        <a:pt x="727" y="119"/>
                        <a:pt x="676" y="98"/>
                      </a:cubicBezTo>
                      <a:cubicBezTo>
                        <a:pt x="626" y="78"/>
                        <a:pt x="572" y="67"/>
                        <a:pt x="514" y="67"/>
                      </a:cubicBezTo>
                      <a:moveTo>
                        <a:pt x="1008" y="884"/>
                      </a:moveTo>
                      <a:cubicBezTo>
                        <a:pt x="980" y="989"/>
                        <a:pt x="924" y="1072"/>
                        <a:pt x="841" y="1133"/>
                      </a:cubicBezTo>
                      <a:cubicBezTo>
                        <a:pt x="758" y="1194"/>
                        <a:pt x="658" y="1224"/>
                        <a:pt x="540" y="1224"/>
                      </a:cubicBezTo>
                      <a:cubicBezTo>
                        <a:pt x="463" y="1224"/>
                        <a:pt x="392" y="1211"/>
                        <a:pt x="326" y="1184"/>
                      </a:cubicBezTo>
                      <a:cubicBezTo>
                        <a:pt x="260" y="1157"/>
                        <a:pt x="203" y="1118"/>
                        <a:pt x="155" y="1065"/>
                      </a:cubicBezTo>
                      <a:cubicBezTo>
                        <a:pt x="106" y="1012"/>
                        <a:pt x="69" y="948"/>
                        <a:pt x="41" y="873"/>
                      </a:cubicBezTo>
                      <a:cubicBezTo>
                        <a:pt x="13" y="797"/>
                        <a:pt x="0" y="710"/>
                        <a:pt x="0" y="612"/>
                      </a:cubicBezTo>
                      <a:cubicBezTo>
                        <a:pt x="0" y="514"/>
                        <a:pt x="13" y="427"/>
                        <a:pt x="40" y="351"/>
                      </a:cubicBezTo>
                      <a:cubicBezTo>
                        <a:pt x="66" y="274"/>
                        <a:pt x="103" y="210"/>
                        <a:pt x="149" y="158"/>
                      </a:cubicBezTo>
                      <a:cubicBezTo>
                        <a:pt x="195" y="106"/>
                        <a:pt x="250" y="67"/>
                        <a:pt x="313" y="40"/>
                      </a:cubicBezTo>
                      <a:cubicBezTo>
                        <a:pt x="375" y="14"/>
                        <a:pt x="443" y="0"/>
                        <a:pt x="514" y="0"/>
                      </a:cubicBezTo>
                      <a:cubicBezTo>
                        <a:pt x="585" y="0"/>
                        <a:pt x="652" y="13"/>
                        <a:pt x="715" y="39"/>
                      </a:cubicBezTo>
                      <a:cubicBezTo>
                        <a:pt x="778" y="65"/>
                        <a:pt x="833" y="104"/>
                        <a:pt x="880" y="156"/>
                      </a:cubicBezTo>
                      <a:cubicBezTo>
                        <a:pt x="927" y="208"/>
                        <a:pt x="963" y="274"/>
                        <a:pt x="990" y="353"/>
                      </a:cubicBezTo>
                      <a:cubicBezTo>
                        <a:pt x="1017" y="432"/>
                        <a:pt x="1030" y="526"/>
                        <a:pt x="1030" y="632"/>
                      </a:cubicBezTo>
                      <a:cubicBezTo>
                        <a:pt x="82" y="632"/>
                        <a:pt x="82" y="632"/>
                        <a:pt x="82" y="632"/>
                      </a:cubicBezTo>
                      <a:cubicBezTo>
                        <a:pt x="83" y="721"/>
                        <a:pt x="97" y="799"/>
                        <a:pt x="122" y="865"/>
                      </a:cubicBezTo>
                      <a:cubicBezTo>
                        <a:pt x="148" y="931"/>
                        <a:pt x="181" y="985"/>
                        <a:pt x="222" y="1028"/>
                      </a:cubicBezTo>
                      <a:cubicBezTo>
                        <a:pt x="264" y="1071"/>
                        <a:pt x="312" y="1103"/>
                        <a:pt x="367" y="1124"/>
                      </a:cubicBezTo>
                      <a:cubicBezTo>
                        <a:pt x="422" y="1145"/>
                        <a:pt x="480" y="1155"/>
                        <a:pt x="543" y="1155"/>
                      </a:cubicBezTo>
                      <a:cubicBezTo>
                        <a:pt x="636" y="1155"/>
                        <a:pt x="717" y="1132"/>
                        <a:pt x="786" y="1085"/>
                      </a:cubicBezTo>
                      <a:cubicBezTo>
                        <a:pt x="854" y="1038"/>
                        <a:pt x="900" y="971"/>
                        <a:pt x="924" y="884"/>
                      </a:cubicBezTo>
                      <a:lnTo>
                        <a:pt x="1008" y="884"/>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grpSp>
      </p:grpSp>
    </p:spTree>
    <p:extLst>
      <p:ext uri="{BB962C8B-B14F-4D97-AF65-F5344CB8AC3E}">
        <p14:creationId xmlns:p14="http://schemas.microsoft.com/office/powerpoint/2010/main" val="795676334"/>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7"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fld id="{96A97DD0-5BE7-4856-A2A9-C42C6688E607}" type="slidenum">
              <a:rPr/>
              <a:pPr/>
              <a:t>‹#›</a:t>
            </a:fld>
            <a:endParaRPr dirty="0"/>
          </a:p>
        </p:txBody>
      </p:sp>
      <p:sp>
        <p:nvSpPr>
          <p:cNvPr id="8" name="Footer Placeholder 2"/>
          <p:cNvSpPr>
            <a:spLocks noGrp="1"/>
          </p:cNvSpPr>
          <p:nvPr>
            <p:ph type="ftr" sz="quarter" idx="3"/>
          </p:nvPr>
        </p:nvSpPr>
        <p:spPr>
          <a:xfrm>
            <a:off x="5222533" y="4946904"/>
            <a:ext cx="716863" cy="154518"/>
          </a:xfrm>
          <a:prstGeom prst="rect">
            <a:avLst/>
          </a:prstGeom>
          <a:noFill/>
          <a:ln w="9525">
            <a:noFill/>
            <a:miter lim="800000"/>
            <a:headEnd/>
            <a:tailEnd/>
          </a:ln>
          <a:effectLst/>
        </p:spPr>
        <p:txBody>
          <a:bodyPr wrap="square" lIns="61586" tIns="30792" rIns="61586" bIns="30792" anchor="b">
            <a:spAutoFit/>
          </a:bodyPr>
          <a:lstStyle>
            <a:lvl1pPr algn="l">
              <a:defRPr lang="en-US" sz="600" dirty="0">
                <a:solidFill>
                  <a:srgbClr val="000000"/>
                </a:solidFill>
                <a:cs typeface="CiscoSans Thin"/>
              </a:defRPr>
            </a:lvl1pPr>
          </a:lstStyle>
          <a:p>
            <a:pPr defTabSz="610744"/>
            <a:r>
              <a:rPr lang="en-US" dirty="0" smtClean="0">
                <a:ea typeface="ＭＳ Ｐゴシック" charset="0"/>
              </a:rPr>
              <a:t>BRKDCN-2025</a:t>
            </a:r>
            <a:endParaRPr lang="en-US" dirty="0">
              <a:ea typeface="ＭＳ Ｐゴシック" charset="0"/>
            </a:endParaRPr>
          </a:p>
        </p:txBody>
      </p:sp>
    </p:spTree>
    <p:extLst>
      <p:ext uri="{BB962C8B-B14F-4D97-AF65-F5344CB8AC3E}">
        <p14:creationId xmlns:p14="http://schemas.microsoft.com/office/powerpoint/2010/main" val="2122674867"/>
      </p:ext>
    </p:extLst>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9" Type="http://schemas.openxmlformats.org/officeDocument/2006/relationships/slideLayout" Target="../slideLayouts/slideLayout9.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userDrawn="1">
            <p:ph type="title"/>
          </p:nvPr>
        </p:nvSpPr>
        <p:spPr bwMode="auto">
          <a:xfrm>
            <a:off x="356616" y="217715"/>
            <a:ext cx="8513064" cy="7654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dirty="0" smtClean="0">
                <a:sym typeface="Arial" pitchFamily="34" charset="0"/>
              </a:rPr>
              <a:t>Slide Title</a:t>
            </a:r>
          </a:p>
        </p:txBody>
      </p:sp>
      <p:sp>
        <p:nvSpPr>
          <p:cNvPr id="1027" name="Rectangle 3"/>
          <p:cNvSpPr>
            <a:spLocks noGrp="1" noChangeArrowheads="1"/>
          </p:cNvSpPr>
          <p:nvPr userDrawn="1">
            <p:ph type="body" idx="1"/>
          </p:nvPr>
        </p:nvSpPr>
        <p:spPr bwMode="auto">
          <a:xfrm>
            <a:off x="356616" y="1079426"/>
            <a:ext cx="8513064" cy="3301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12700">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dirty="0" smtClean="0">
                <a:sym typeface="Arial" pitchFamily="34" charset="0"/>
              </a:rPr>
              <a:t>Click to edit Master text styles</a:t>
            </a:r>
          </a:p>
          <a:p>
            <a:pPr lvl="1"/>
            <a:r>
              <a:rPr lang="en-US" dirty="0" smtClean="0">
                <a:sym typeface="Arial" pitchFamily="34" charset="0"/>
              </a:rPr>
              <a:t>Second level</a:t>
            </a:r>
          </a:p>
          <a:p>
            <a:pPr lvl="2"/>
            <a:r>
              <a:rPr lang="en-US" dirty="0" smtClean="0">
                <a:sym typeface="Arial" pitchFamily="34" charset="0"/>
              </a:rPr>
              <a:t>Third level</a:t>
            </a:r>
          </a:p>
          <a:p>
            <a:pPr lvl="3"/>
            <a:r>
              <a:rPr lang="en-US" dirty="0" smtClean="0">
                <a:sym typeface="Arial" pitchFamily="34" charset="0"/>
              </a:rPr>
              <a:t>Fourth level</a:t>
            </a:r>
          </a:p>
        </p:txBody>
      </p:sp>
      <p:sp>
        <p:nvSpPr>
          <p:cNvPr id="2" name="Slide Number Placeholder 1"/>
          <p:cNvSpPr>
            <a:spLocks noGrp="1"/>
          </p:cNvSpPr>
          <p:nvPr>
            <p:ph type="sldNum" sz="quarter" idx="4"/>
          </p:nvPr>
        </p:nvSpPr>
        <p:spPr>
          <a:xfrm>
            <a:off x="8409709" y="4884989"/>
            <a:ext cx="359666" cy="274637"/>
          </a:xfrm>
          <a:prstGeom prst="rect">
            <a:avLst/>
          </a:prstGeom>
        </p:spPr>
        <p:txBody>
          <a:bodyPr vert="horz" lIns="91440" tIns="45720" rIns="91440" bIns="45720" rtlCol="0" anchor="ctr"/>
          <a:lstStyle>
            <a:lvl1pPr algn="r">
              <a:defRPr lang="en-US" sz="600" kern="1200" smtClean="0">
                <a:solidFill>
                  <a:srgbClr val="000000"/>
                </a:solidFill>
                <a:latin typeface="+mn-lt"/>
                <a:ea typeface="+mn-ea"/>
                <a:cs typeface="CiscoSans Thin"/>
              </a:defRPr>
            </a:lvl1pPr>
          </a:lstStyle>
          <a:p>
            <a:pPr defTabSz="457200" fontAlgn="base">
              <a:spcBef>
                <a:spcPct val="0"/>
              </a:spcBef>
              <a:spcAft>
                <a:spcPct val="0"/>
              </a:spcAft>
            </a:pPr>
            <a:fld id="{96A97DD0-5BE7-4856-A2A9-C42C6688E607}" type="slidenum">
              <a:rPr/>
              <a:pPr defTabSz="457200" fontAlgn="base">
                <a:spcBef>
                  <a:spcPct val="0"/>
                </a:spcBef>
                <a:spcAft>
                  <a:spcPct val="0"/>
                </a:spcAft>
              </a:pPr>
              <a:t>‹#›</a:t>
            </a:fld>
            <a:endParaRPr dirty="0"/>
          </a:p>
        </p:txBody>
      </p:sp>
      <p:sp>
        <p:nvSpPr>
          <p:cNvPr id="9" name="Rectangle 4"/>
          <p:cNvSpPr>
            <a:spLocks noChangeArrowheads="1"/>
          </p:cNvSpPr>
          <p:nvPr userDrawn="1"/>
        </p:nvSpPr>
        <p:spPr bwMode="ltGray">
          <a:xfrm>
            <a:off x="5985510" y="4946904"/>
            <a:ext cx="2472136" cy="154518"/>
          </a:xfrm>
          <a:prstGeom prst="rect">
            <a:avLst/>
          </a:prstGeom>
          <a:noFill/>
          <a:ln w="9525">
            <a:noFill/>
            <a:miter lim="800000"/>
            <a:headEnd/>
            <a:tailEnd/>
          </a:ln>
          <a:effectLst/>
        </p:spPr>
        <p:txBody>
          <a:bodyPr wrap="square" lIns="61586" tIns="30792" rIns="61586" bIns="30792" anchor="b">
            <a:spAutoFit/>
          </a:bodyPr>
          <a:lstStyle/>
          <a:p>
            <a:pPr algn="r" defTabSz="610744"/>
            <a:r>
              <a:rPr lang="en-US" sz="600" dirty="0">
                <a:solidFill>
                  <a:srgbClr val="000000"/>
                </a:solidFill>
                <a:ea typeface="ＭＳ Ｐゴシック" charset="0"/>
                <a:cs typeface="CiscoSans Thin"/>
              </a:rPr>
              <a:t>© </a:t>
            </a:r>
            <a:r>
              <a:rPr lang="en-US" sz="600" dirty="0" smtClean="0">
                <a:solidFill>
                  <a:srgbClr val="000000"/>
                </a:solidFill>
                <a:ea typeface="ＭＳ Ｐゴシック" charset="0"/>
                <a:cs typeface="CiscoSans Thin"/>
              </a:rPr>
              <a:t>2017  </a:t>
            </a:r>
            <a:r>
              <a:rPr lang="en-US" sz="600" dirty="0">
                <a:solidFill>
                  <a:srgbClr val="000000"/>
                </a:solidFill>
                <a:ea typeface="ＭＳ Ｐゴシック" charset="0"/>
                <a:cs typeface="CiscoSans Thin"/>
              </a:rPr>
              <a:t>Cisco and/or its affiliates. All rights reserved.   Cisco Public</a:t>
            </a:r>
          </a:p>
        </p:txBody>
      </p:sp>
    </p:spTree>
    <p:extLst>
      <p:ext uri="{BB962C8B-B14F-4D97-AF65-F5344CB8AC3E}">
        <p14:creationId xmlns:p14="http://schemas.microsoft.com/office/powerpoint/2010/main" val="146701159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714" r:id="rId6"/>
    <p:sldLayoutId id="2147483715" r:id="rId7"/>
    <p:sldLayoutId id="2147483701" r:id="rId8"/>
    <p:sldLayoutId id="2147483702" r:id="rId9"/>
    <p:sldLayoutId id="2147483703" r:id="rId10"/>
    <p:sldLayoutId id="2147483704" r:id="rId11"/>
    <p:sldLayoutId id="2147483705" r:id="rId12"/>
    <p:sldLayoutId id="2147483706" r:id="rId13"/>
    <p:sldLayoutId id="2147483708" r:id="rId14"/>
    <p:sldLayoutId id="2147483707" r:id="rId15"/>
    <p:sldLayoutId id="2147483711" r:id="rId16"/>
    <p:sldLayoutId id="2147483709" r:id="rId17"/>
    <p:sldLayoutId id="2147483712" r:id="rId18"/>
    <p:sldLayoutId id="2147483713" r:id="rId19"/>
    <p:sldLayoutId id="2147483687" r:id="rId20"/>
    <p:sldLayoutId id="2147483688" r:id="rId21"/>
    <p:sldLayoutId id="2147483689" r:id="rId22"/>
    <p:sldLayoutId id="2147483690" r:id="rId23"/>
    <p:sldLayoutId id="2147483710" r:id="rId24"/>
    <p:sldLayoutId id="2147483691" r:id="rId25"/>
    <p:sldLayoutId id="2147483692" r:id="rId26"/>
    <p:sldLayoutId id="2147483693" r:id="rId27"/>
    <p:sldLayoutId id="2147483694" r:id="rId28"/>
    <p:sldLayoutId id="2147483695" r:id="rId29"/>
    <p:sldLayoutId id="2147483696" r:id="rId30"/>
    <p:sldLayoutId id="2147483697" r:id="rId31"/>
    <p:sldLayoutId id="2147483699" r:id="rId32"/>
    <p:sldLayoutId id="2147483700" r:id="rId33"/>
    <p:sldLayoutId id="2147483716" r:id="rId34"/>
  </p:sldLayoutIdLst>
  <p:transition/>
  <p:timing>
    <p:tnLst>
      <p:par>
        <p:cTn id="1" dur="indefinite" restart="never" nodeType="tmRoot"/>
      </p:par>
    </p:tnLst>
  </p:timing>
  <p:hf hdr="0" dt="0"/>
  <p:txStyles>
    <p:titleStyle>
      <a:lvl1pPr marL="6251" indent="-6251" algn="l" rtl="0" eaLnBrk="1" fontAlgn="base" hangingPunct="1">
        <a:lnSpc>
          <a:spcPct val="90000"/>
        </a:lnSpc>
        <a:spcBef>
          <a:spcPct val="0"/>
        </a:spcBef>
        <a:spcAft>
          <a:spcPct val="0"/>
        </a:spcAft>
        <a:defRPr lang="en-US" sz="2800" b="0" kern="1200" dirty="0" smtClean="0">
          <a:solidFill>
            <a:schemeClr val="accent6"/>
          </a:solidFill>
          <a:latin typeface="+mj-lt"/>
          <a:ea typeface="+mj-ea"/>
          <a:cs typeface="+mj-cs"/>
          <a:sym typeface="Arial" pitchFamily="34" charset="0"/>
        </a:defRPr>
      </a:lvl1pPr>
      <a:lvl2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2pPr>
      <a:lvl3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3pPr>
      <a:lvl4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4pPr>
      <a:lvl5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5pPr>
      <a:lvl6pPr marL="26342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6pPr>
      <a:lvl7pPr marL="52060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7pPr>
      <a:lvl8pPr marL="77777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8pPr>
      <a:lvl9pPr marL="103495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9pPr>
    </p:titleStyle>
    <p:bodyStyle>
      <a:lvl1pPr marL="187523" indent="-185738" algn="l" rtl="0" eaLnBrk="1" fontAlgn="base" hangingPunct="1">
        <a:lnSpc>
          <a:spcPct val="90000"/>
        </a:lnSpc>
        <a:spcBef>
          <a:spcPts val="1200"/>
        </a:spcBef>
        <a:spcAft>
          <a:spcPct val="0"/>
        </a:spcAft>
        <a:buClrTx/>
        <a:buSzPct val="80000"/>
        <a:buFont typeface="Arial" panose="020B0604020202020204" pitchFamily="34" charset="0"/>
        <a:buChar char="•"/>
        <a:defRPr sz="1800">
          <a:solidFill>
            <a:schemeClr val="tx1"/>
          </a:solidFill>
          <a:latin typeface="+mn-lt"/>
          <a:ea typeface="+mn-ea"/>
          <a:cs typeface="+mn-cs"/>
          <a:sym typeface="Arial" pitchFamily="34" charset="0"/>
        </a:defRPr>
      </a:lvl1pPr>
      <a:lvl2pPr marL="386656" indent="-193775" algn="l" rtl="0" eaLnBrk="1" fontAlgn="base" hangingPunct="1">
        <a:lnSpc>
          <a:spcPct val="90000"/>
        </a:lnSpc>
        <a:spcBef>
          <a:spcPts val="400"/>
        </a:spcBef>
        <a:spcAft>
          <a:spcPct val="0"/>
        </a:spcAft>
        <a:buClrTx/>
        <a:buSzPct val="80000"/>
        <a:buFont typeface="Arial" panose="020B0604020202020204" pitchFamily="34" charset="0"/>
        <a:buChar char="•"/>
        <a:defRPr sz="1600">
          <a:solidFill>
            <a:schemeClr val="tx1"/>
          </a:solidFill>
          <a:latin typeface="+mn-lt"/>
          <a:ea typeface="+mn-ea"/>
          <a:cs typeface="+mn-cs"/>
          <a:sym typeface="Arial" pitchFamily="34" charset="0"/>
        </a:defRPr>
      </a:lvl2pPr>
      <a:lvl3pPr marL="546497" indent="-159842" algn="l" rtl="0" eaLnBrk="1" fontAlgn="base" hangingPunct="1">
        <a:lnSpc>
          <a:spcPct val="90000"/>
        </a:lnSpc>
        <a:spcBef>
          <a:spcPts val="200"/>
        </a:spcBef>
        <a:spcAft>
          <a:spcPct val="0"/>
        </a:spcAft>
        <a:buClrTx/>
        <a:buSzPct val="80000"/>
        <a:buFont typeface="Arial" panose="020B0604020202020204" pitchFamily="34" charset="0"/>
        <a:buChar char="•"/>
        <a:defRPr sz="1400">
          <a:solidFill>
            <a:schemeClr val="tx1"/>
          </a:solidFill>
          <a:latin typeface="+mn-lt"/>
          <a:ea typeface="+mn-ea"/>
          <a:cs typeface="+mn-cs"/>
          <a:sym typeface="Arial" pitchFamily="34" charset="0"/>
        </a:defRPr>
      </a:lvl3pPr>
      <a:lvl4pPr marL="706339" indent="-159842" algn="l" rtl="0" eaLnBrk="1" fontAlgn="base" hangingPunct="1">
        <a:lnSpc>
          <a:spcPct val="90000"/>
        </a:lnSpc>
        <a:spcBef>
          <a:spcPts val="200"/>
        </a:spcBef>
        <a:spcAft>
          <a:spcPct val="0"/>
        </a:spcAft>
        <a:buClrTx/>
        <a:buSzPct val="80000"/>
        <a:buFont typeface="Arial" panose="020B0604020202020204" pitchFamily="34" charset="0"/>
        <a:buChar char="•"/>
        <a:defRPr sz="1400">
          <a:solidFill>
            <a:schemeClr val="tx1"/>
          </a:solidFill>
          <a:latin typeface="+mn-lt"/>
          <a:ea typeface="+mn-ea"/>
          <a:cs typeface="+mn-cs"/>
          <a:sym typeface="Arial" pitchFamily="34" charset="0"/>
        </a:defRPr>
      </a:lvl4pPr>
      <a:lvl5pPr marL="773311" indent="-66973" algn="l" rtl="0" eaLnBrk="1" fontAlgn="base" hangingPunct="1">
        <a:lnSpc>
          <a:spcPct val="95000"/>
        </a:lnSpc>
        <a:spcBef>
          <a:spcPts val="675"/>
        </a:spcBef>
        <a:spcAft>
          <a:spcPct val="0"/>
        </a:spcAft>
        <a:buClr>
          <a:srgbClr val="FFFFFF"/>
        </a:buClr>
        <a:buSzPct val="100000"/>
        <a:buFont typeface="Arial" pitchFamily="34" charset="0"/>
        <a:buChar char="»"/>
        <a:defRPr>
          <a:solidFill>
            <a:schemeClr val="tx2"/>
          </a:solidFill>
          <a:latin typeface="+mn-lt"/>
          <a:ea typeface="+mn-ea"/>
          <a:cs typeface="+mn-cs"/>
          <a:sym typeface="Arial" pitchFamily="34" charset="0"/>
        </a:defRPr>
      </a:lvl5pPr>
      <a:lvl6pPr marL="1416248"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6pPr>
      <a:lvl7pPr marL="1673423"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7pPr>
      <a:lvl8pPr marL="1930598"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8pPr>
      <a:lvl9pPr marL="2187773"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9pPr>
    </p:bodyStyle>
    <p:otherStyle>
      <a:defPPr>
        <a:defRPr lang="en-US"/>
      </a:defPPr>
      <a:lvl1pPr marL="0" algn="l" defTabSz="257175" rtl="0" eaLnBrk="1" latinLnBrk="0" hangingPunct="1">
        <a:defRPr sz="1000" kern="1200">
          <a:solidFill>
            <a:schemeClr val="tx1"/>
          </a:solidFill>
          <a:latin typeface="+mn-lt"/>
          <a:ea typeface="+mn-ea"/>
          <a:cs typeface="+mn-cs"/>
        </a:defRPr>
      </a:lvl1pPr>
      <a:lvl2pPr marL="257175" algn="l" defTabSz="257175" rtl="0" eaLnBrk="1" latinLnBrk="0" hangingPunct="1">
        <a:defRPr sz="1000" kern="1200">
          <a:solidFill>
            <a:schemeClr val="tx1"/>
          </a:solidFill>
          <a:latin typeface="+mn-lt"/>
          <a:ea typeface="+mn-ea"/>
          <a:cs typeface="+mn-cs"/>
        </a:defRPr>
      </a:lvl2pPr>
      <a:lvl3pPr marL="514350" algn="l" defTabSz="257175" rtl="0" eaLnBrk="1" latinLnBrk="0" hangingPunct="1">
        <a:defRPr sz="1000" kern="1200">
          <a:solidFill>
            <a:schemeClr val="tx1"/>
          </a:solidFill>
          <a:latin typeface="+mn-lt"/>
          <a:ea typeface="+mn-ea"/>
          <a:cs typeface="+mn-cs"/>
        </a:defRPr>
      </a:lvl3pPr>
      <a:lvl4pPr marL="771525" algn="l" defTabSz="257175" rtl="0" eaLnBrk="1" latinLnBrk="0" hangingPunct="1">
        <a:defRPr sz="1000" kern="1200">
          <a:solidFill>
            <a:schemeClr val="tx1"/>
          </a:solidFill>
          <a:latin typeface="+mn-lt"/>
          <a:ea typeface="+mn-ea"/>
          <a:cs typeface="+mn-cs"/>
        </a:defRPr>
      </a:lvl4pPr>
      <a:lvl5pPr marL="1028700" algn="l" defTabSz="257175" rtl="0" eaLnBrk="1" latinLnBrk="0" hangingPunct="1">
        <a:defRPr sz="1000" kern="1200">
          <a:solidFill>
            <a:schemeClr val="tx1"/>
          </a:solidFill>
          <a:latin typeface="+mn-lt"/>
          <a:ea typeface="+mn-ea"/>
          <a:cs typeface="+mn-cs"/>
        </a:defRPr>
      </a:lvl5pPr>
      <a:lvl6pPr marL="1285875" algn="l" defTabSz="257175" rtl="0" eaLnBrk="1" latinLnBrk="0" hangingPunct="1">
        <a:defRPr sz="1000" kern="1200">
          <a:solidFill>
            <a:schemeClr val="tx1"/>
          </a:solidFill>
          <a:latin typeface="+mn-lt"/>
          <a:ea typeface="+mn-ea"/>
          <a:cs typeface="+mn-cs"/>
        </a:defRPr>
      </a:lvl6pPr>
      <a:lvl7pPr marL="1543050" algn="l" defTabSz="257175" rtl="0" eaLnBrk="1" latinLnBrk="0" hangingPunct="1">
        <a:defRPr sz="1000" kern="1200">
          <a:solidFill>
            <a:schemeClr val="tx1"/>
          </a:solidFill>
          <a:latin typeface="+mn-lt"/>
          <a:ea typeface="+mn-ea"/>
          <a:cs typeface="+mn-cs"/>
        </a:defRPr>
      </a:lvl7pPr>
      <a:lvl8pPr marL="1800225" algn="l" defTabSz="257175" rtl="0" eaLnBrk="1" latinLnBrk="0" hangingPunct="1">
        <a:defRPr sz="1000" kern="1200">
          <a:solidFill>
            <a:schemeClr val="tx1"/>
          </a:solidFill>
          <a:latin typeface="+mn-lt"/>
          <a:ea typeface="+mn-ea"/>
          <a:cs typeface="+mn-cs"/>
        </a:defRPr>
      </a:lvl8pPr>
      <a:lvl9pPr marL="2057400" algn="l" defTabSz="257175" rtl="0" eaLnBrk="1" latinLnBrk="0" hangingPunct="1">
        <a:defRPr sz="10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620" userDrawn="1">
          <p15:clr>
            <a:srgbClr val="F26B43"/>
          </p15:clr>
        </p15:guide>
        <p15:guide id="2" pos="2880" userDrawn="1">
          <p15:clr>
            <a:srgbClr val="F26B43"/>
          </p15:clr>
        </p15:guide>
        <p15:guide id="3" pos="288" userDrawn="1">
          <p15:clr>
            <a:srgbClr val="F26B43"/>
          </p15:clr>
        </p15:guide>
        <p15:guide id="4" pos="5496" userDrawn="1">
          <p15:clr>
            <a:srgbClr val="F26B43"/>
          </p15:clr>
        </p15:guide>
        <p15:guide id="5" orient="horz" pos="5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8.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0.png"/><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emf"/><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image" Target="../media/image2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 Id="rId3" Type="http://schemas.openxmlformats.org/officeDocument/2006/relationships/image" Target="../media/image24.tif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tools.ietf.org/html/rfc3535"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2.xml"/><Relationship Id="rId3" Type="http://schemas.openxmlformats.org/officeDocument/2006/relationships/image" Target="../media/image25.tiff"/></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3.xml"/><Relationship Id="rId3" Type="http://schemas.openxmlformats.org/officeDocument/2006/relationships/image" Target="../media/image26.tiff"/></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tif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4.xml"/><Relationship Id="rId3" Type="http://schemas.openxmlformats.org/officeDocument/2006/relationships/hyperlink" Target="https://github.com/YangModels/yan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28.tiff"/><Relationship Id="rId4" Type="http://schemas.openxmlformats.org/officeDocument/2006/relationships/hyperlink" Target="https://tools.ietf.org/html/rfc4741" TargetMode="External"/><Relationship Id="rId5" Type="http://schemas.openxmlformats.org/officeDocument/2006/relationships/hyperlink" Target="https://tools.ietf.org/html/rfc6241" TargetMode="External"/><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 Id="rId3" Type="http://schemas.openxmlformats.org/officeDocument/2006/relationships/image" Target="../media/image29.tif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0.xml"/><Relationship Id="rId3" Type="http://schemas.openxmlformats.org/officeDocument/2006/relationships/image" Target="../media/image30.tif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3.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8.xml"/><Relationship Id="rId3" Type="http://schemas.openxmlformats.org/officeDocument/2006/relationships/image" Target="../media/image34.tiff"/></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hyperlink" Target="https://tools.ietf.org/html/rfc8040" TargetMode="Externa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 Id="rId3" Type="http://schemas.openxmlformats.org/officeDocument/2006/relationships/image" Target="../media/image35.tif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 Id="rId3" Type="http://schemas.openxmlformats.org/officeDocument/2006/relationships/image" Target="../media/image36.tif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4.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7.xml"/><Relationship Id="rId3" Type="http://schemas.openxmlformats.org/officeDocument/2006/relationships/image" Target="../media/image37.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56.xml.rels><?xml version="1.0" encoding="UTF-8" standalone="yes"?>
<Relationships xmlns="http://schemas.openxmlformats.org/package/2006/relationships"><Relationship Id="rId3" Type="http://schemas.openxmlformats.org/officeDocument/2006/relationships/hyperlink" Target="https://github.com/CiscoDevNet/NX-SDK" TargetMode="External"/><Relationship Id="rId4" Type="http://schemas.openxmlformats.org/officeDocument/2006/relationships/hyperlink" Target="https://devnetsandbox.cisco.com/" TargetMode="External"/><Relationship Id="rId5" Type="http://schemas.openxmlformats.org/officeDocument/2006/relationships/hyperlink" Target="https://www.cisco.com/c/en/us/td/docs/switches/datacenter/nexus9000/sw/7-x/nx-osv/configuration/guide/b_NX-OSv_9000/b_NX-OSv_chapter_01.html" TargetMode="External"/><Relationship Id="rId6" Type="http://schemas.openxmlformats.org/officeDocument/2006/relationships/hyperlink" Target="https://open-nxos-ip/" TargetMode="External"/><Relationship Id="rId7" Type="http://schemas.openxmlformats.org/officeDocument/2006/relationships/image" Target="../media/image38.png"/><Relationship Id="rId1" Type="http://schemas.openxmlformats.org/officeDocument/2006/relationships/slideLayout" Target="../slideLayouts/slideLayout5.xml"/><Relationship Id="rId2" Type="http://schemas.openxmlformats.org/officeDocument/2006/relationships/hyperlink" Target="https://developers.cisco.com/" TargetMode="Externa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2.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6624" y="1489433"/>
            <a:ext cx="6445175" cy="1249508"/>
          </a:xfrm>
        </p:spPr>
        <p:txBody>
          <a:bodyPr/>
          <a:lstStyle/>
          <a:p>
            <a:r>
              <a:rPr lang="en-US" dirty="0" smtClean="0"/>
              <a:t>Linux on </a:t>
            </a:r>
            <a:br>
              <a:rPr lang="en-US" dirty="0" smtClean="0"/>
            </a:br>
            <a:r>
              <a:rPr lang="en-US" dirty="0" smtClean="0"/>
              <a:t>Network Switch </a:t>
            </a:r>
            <a:br>
              <a:rPr lang="en-US" dirty="0" smtClean="0"/>
            </a:br>
            <a:r>
              <a:rPr lang="en-US" dirty="0" smtClean="0"/>
              <a:t>and Management</a:t>
            </a:r>
            <a:endParaRPr lang="en-US" dirty="0"/>
          </a:p>
        </p:txBody>
      </p:sp>
      <p:sp>
        <p:nvSpPr>
          <p:cNvPr id="25" name="Text Placeholder 24"/>
          <p:cNvSpPr>
            <a:spLocks noGrp="1"/>
          </p:cNvSpPr>
          <p:nvPr>
            <p:ph type="body" sz="quarter" idx="10"/>
          </p:nvPr>
        </p:nvSpPr>
        <p:spPr>
          <a:xfrm>
            <a:off x="352484" y="2952751"/>
            <a:ext cx="5503386" cy="863502"/>
          </a:xfrm>
        </p:spPr>
        <p:txBody>
          <a:bodyPr/>
          <a:lstStyle/>
          <a:p>
            <a:r>
              <a:rPr lang="en-US" dirty="0" err="1" smtClean="0"/>
              <a:t>Hyung</a:t>
            </a:r>
            <a:r>
              <a:rPr lang="en-US" dirty="0" smtClean="0"/>
              <a:t>-Soo Kim - </a:t>
            </a:r>
            <a:r>
              <a:rPr lang="en-US" dirty="0" err="1" smtClean="0"/>
              <a:t>Tetration</a:t>
            </a:r>
            <a:r>
              <a:rPr lang="en-US" dirty="0" smtClean="0"/>
              <a:t> CSE - Cisco Systems, </a:t>
            </a:r>
            <a:r>
              <a:rPr lang="en-US" dirty="0" err="1" smtClean="0"/>
              <a:t>Inc</a:t>
            </a:r>
            <a:r>
              <a:rPr lang="en-US" dirty="0" smtClean="0"/>
              <a:t> </a:t>
            </a:r>
          </a:p>
        </p:txBody>
      </p:sp>
    </p:spTree>
    <p:extLst>
      <p:ext uri="{BB962C8B-B14F-4D97-AF65-F5344CB8AC3E}">
        <p14:creationId xmlns:p14="http://schemas.microsoft.com/office/powerpoint/2010/main" val="3110498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96A97DD0-5BE7-4856-A2A9-C42C6688E607}" type="slidenum">
              <a:rPr lang="en-US" smtClean="0"/>
              <a:pPr/>
              <a:t>2</a:t>
            </a:fld>
            <a:endParaRPr lang="en-US" dirty="0"/>
          </a:p>
        </p:txBody>
      </p:sp>
      <p:sp>
        <p:nvSpPr>
          <p:cNvPr id="3" name="Content Placeholder 2"/>
          <p:cNvSpPr>
            <a:spLocks noGrp="1"/>
          </p:cNvSpPr>
          <p:nvPr>
            <p:ph type="body" sz="quarter" idx="10"/>
          </p:nvPr>
        </p:nvSpPr>
        <p:spPr/>
        <p:txBody>
          <a:bodyPr/>
          <a:lstStyle/>
          <a:p>
            <a:r>
              <a:rPr lang="en-US" dirty="0" smtClean="0"/>
              <a:t>Linux on Network Switches</a:t>
            </a:r>
          </a:p>
          <a:p>
            <a:r>
              <a:rPr lang="en-US" dirty="0" smtClean="0"/>
              <a:t>Introduction to NETCONF</a:t>
            </a:r>
          </a:p>
          <a:p>
            <a:r>
              <a:rPr lang="en-US" dirty="0" smtClean="0"/>
              <a:t>Introduction to RESTCONF</a:t>
            </a:r>
          </a:p>
          <a:p>
            <a:r>
              <a:rPr lang="en-US" dirty="0" smtClean="0"/>
              <a:t>Useful information</a:t>
            </a:r>
          </a:p>
        </p:txBody>
      </p:sp>
      <p:sp>
        <p:nvSpPr>
          <p:cNvPr id="10" name="Title 9"/>
          <p:cNvSpPr>
            <a:spLocks noGrp="1"/>
          </p:cNvSpPr>
          <p:nvPr>
            <p:ph type="title"/>
          </p:nvPr>
        </p:nvSpPr>
        <p:spPr/>
        <p:txBody>
          <a:bodyPr/>
          <a:lstStyle/>
          <a:p>
            <a:r>
              <a:rPr lang="en-US" smtClean="0"/>
              <a:t>Agenda</a:t>
            </a:r>
            <a:endParaRPr lang="en-US" dirty="0"/>
          </a:p>
        </p:txBody>
      </p:sp>
    </p:spTree>
    <p:extLst>
      <p:ext uri="{BB962C8B-B14F-4D97-AF65-F5344CB8AC3E}">
        <p14:creationId xmlns:p14="http://schemas.microsoft.com/office/powerpoint/2010/main" val="1445218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Linux on Network Switch</a:t>
            </a:r>
            <a:endParaRPr lang="en-US" dirty="0"/>
          </a:p>
        </p:txBody>
      </p:sp>
      <p:sp>
        <p:nvSpPr>
          <p:cNvPr id="3" name="Slide Number Placeholder 2"/>
          <p:cNvSpPr>
            <a:spLocks noGrp="1"/>
          </p:cNvSpPr>
          <p:nvPr>
            <p:ph type="sldNum" sz="quarter" idx="4"/>
          </p:nvPr>
        </p:nvSpPr>
        <p:spPr/>
        <p:txBody>
          <a:bodyPr/>
          <a:lstStyle/>
          <a:p>
            <a:fld id="{96A97DD0-5BE7-4856-A2A9-C42C6688E607}" type="slidenum">
              <a:rPr lang="en-US" smtClean="0"/>
              <a:pPr/>
              <a:t>3</a:t>
            </a:fld>
            <a:endParaRPr lang="en-US" dirty="0"/>
          </a:p>
        </p:txBody>
      </p:sp>
    </p:spTree>
    <p:extLst>
      <p:ext uri="{BB962C8B-B14F-4D97-AF65-F5344CB8AC3E}">
        <p14:creationId xmlns:p14="http://schemas.microsoft.com/office/powerpoint/2010/main" val="195403568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a:xfrm>
            <a:off x="352925" y="0"/>
            <a:ext cx="8513064" cy="765432"/>
          </a:xfrm>
        </p:spPr>
        <p:txBody>
          <a:bodyPr anchor="ctr"/>
          <a:lstStyle/>
          <a:p>
            <a:r>
              <a:rPr kumimoji="1" lang="en-US" altLang="ko-KR" dirty="0" smtClean="0"/>
              <a:t>Open NX-OS Linux </a:t>
            </a:r>
            <a:endParaRPr kumimoji="1" lang="ko-KR" altLang="en-US" dirty="0"/>
          </a:p>
        </p:txBody>
      </p:sp>
      <p:sp>
        <p:nvSpPr>
          <p:cNvPr id="6" name="내용 개체 틀 5"/>
          <p:cNvSpPr>
            <a:spLocks noGrp="1"/>
          </p:cNvSpPr>
          <p:nvPr>
            <p:ph sz="quarter" idx="11"/>
          </p:nvPr>
        </p:nvSpPr>
        <p:spPr/>
        <p:txBody>
          <a:bodyPr/>
          <a:lstStyle/>
          <a:p>
            <a:r>
              <a:rPr kumimoji="1" lang="en-US" altLang="ko-KR" dirty="0" smtClean="0"/>
              <a:t>Kernel 3.4 </a:t>
            </a:r>
          </a:p>
          <a:p>
            <a:pPr lvl="1"/>
            <a:r>
              <a:rPr kumimoji="1" lang="en-US" altLang="ko-KR" dirty="0" smtClean="0"/>
              <a:t>64bit Linux 3.4 kernel </a:t>
            </a:r>
          </a:p>
          <a:p>
            <a:r>
              <a:rPr kumimoji="1" lang="en-US" altLang="ko-KR" dirty="0" smtClean="0"/>
              <a:t>Kernel Stack </a:t>
            </a:r>
          </a:p>
          <a:p>
            <a:pPr lvl="1"/>
            <a:r>
              <a:rPr kumimoji="1" lang="en-US" altLang="ko-KR" dirty="0" smtClean="0"/>
              <a:t>Move from custom-built </a:t>
            </a:r>
            <a:r>
              <a:rPr kumimoji="1" lang="en-US" altLang="ko-KR" dirty="0" err="1" smtClean="0"/>
              <a:t>userspace</a:t>
            </a:r>
            <a:r>
              <a:rPr kumimoji="1" lang="en-US" altLang="ko-KR" dirty="0" smtClean="0"/>
              <a:t> stack(</a:t>
            </a:r>
            <a:r>
              <a:rPr kumimoji="1" lang="en-US" altLang="ko-KR" dirty="0" err="1" smtClean="0"/>
              <a:t>NetStack</a:t>
            </a:r>
            <a:r>
              <a:rPr kumimoji="1" lang="en-US" altLang="ko-KR" dirty="0" smtClean="0"/>
              <a:t>) to Native Linux Networking Stack</a:t>
            </a:r>
          </a:p>
          <a:p>
            <a:pPr lvl="1"/>
            <a:r>
              <a:rPr kumimoji="1" lang="en-US" altLang="ko-KR" dirty="0" smtClean="0"/>
              <a:t>Physical, port-channel, </a:t>
            </a:r>
            <a:r>
              <a:rPr kumimoji="1" lang="en-US" altLang="ko-KR" dirty="0" err="1" smtClean="0"/>
              <a:t>vPC</a:t>
            </a:r>
            <a:r>
              <a:rPr kumimoji="1" lang="en-US" altLang="ko-KR" dirty="0" smtClean="0"/>
              <a:t>, VLAN and logical interface mapped to Kernel</a:t>
            </a:r>
          </a:p>
          <a:p>
            <a:pPr lvl="1"/>
            <a:r>
              <a:rPr kumimoji="1" lang="en-US" altLang="ko-KR" dirty="0" smtClean="0"/>
              <a:t>VRF mapped to Linux namespace</a:t>
            </a:r>
          </a:p>
          <a:p>
            <a:r>
              <a:rPr kumimoji="1" lang="en-US" altLang="ko-KR" dirty="0" smtClean="0"/>
              <a:t>Open Package Management</a:t>
            </a:r>
          </a:p>
          <a:p>
            <a:pPr lvl="1"/>
            <a:r>
              <a:rPr kumimoji="1" lang="en-US" altLang="ko-KR" dirty="0" smtClean="0"/>
              <a:t>Support RPM &amp; custom-developed software installation </a:t>
            </a:r>
          </a:p>
          <a:p>
            <a:r>
              <a:rPr kumimoji="1" lang="en-US" altLang="ko-KR" dirty="0" smtClean="0"/>
              <a:t>Container Support</a:t>
            </a:r>
          </a:p>
          <a:p>
            <a:pPr lvl="1"/>
            <a:r>
              <a:rPr kumimoji="1" lang="en-US" altLang="ko-KR" dirty="0" smtClean="0"/>
              <a:t>Centos 7 based LXC support named </a:t>
            </a:r>
            <a:r>
              <a:rPr kumimoji="1" lang="en-US" altLang="ko-KR" dirty="0" err="1" smtClean="0"/>
              <a:t>GuestShell</a:t>
            </a:r>
            <a:r>
              <a:rPr kumimoji="1" lang="en-US" altLang="ko-KR" dirty="0" smtClean="0"/>
              <a:t> </a:t>
            </a:r>
          </a:p>
          <a:p>
            <a:pPr lvl="1"/>
            <a:endParaRPr kumimoji="1" lang="ko-KR" altLang="en-US" dirty="0"/>
          </a:p>
        </p:txBody>
      </p:sp>
      <p:sp>
        <p:nvSpPr>
          <p:cNvPr id="2" name="슬라이드 번호 개체 틀 1"/>
          <p:cNvSpPr>
            <a:spLocks noGrp="1"/>
          </p:cNvSpPr>
          <p:nvPr>
            <p:ph type="sldNum" sz="quarter" idx="4"/>
          </p:nvPr>
        </p:nvSpPr>
        <p:spPr/>
        <p:txBody>
          <a:bodyPr/>
          <a:lstStyle/>
          <a:p>
            <a:fld id="{96A97DD0-5BE7-4856-A2A9-C42C6688E607}" type="slidenum">
              <a:rPr lang="uk-UA" smtClean="0"/>
              <a:pPr/>
              <a:t>4</a:t>
            </a:fld>
            <a:endParaRPr lang="uk-UA" dirty="0"/>
          </a:p>
        </p:txBody>
      </p:sp>
    </p:spTree>
    <p:extLst>
      <p:ext uri="{BB962C8B-B14F-4D97-AF65-F5344CB8AC3E}">
        <p14:creationId xmlns:p14="http://schemas.microsoft.com/office/powerpoint/2010/main" val="1159331868"/>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42498" y="0"/>
            <a:ext cx="8513064" cy="765432"/>
          </a:xfrm>
        </p:spPr>
        <p:txBody>
          <a:bodyPr anchor="ctr"/>
          <a:lstStyle/>
          <a:p>
            <a:r>
              <a:rPr kumimoji="1" lang="en-US" altLang="ko-KR" dirty="0" smtClean="0"/>
              <a:t>Benefit from Linux Kernel Stack </a:t>
            </a:r>
            <a:endParaRPr kumimoji="1" lang="ko-KR" altLang="en-US" dirty="0"/>
          </a:p>
        </p:txBody>
      </p:sp>
      <p:sp>
        <p:nvSpPr>
          <p:cNvPr id="3" name="내용 개체 틀 2"/>
          <p:cNvSpPr>
            <a:spLocks noGrp="1"/>
          </p:cNvSpPr>
          <p:nvPr>
            <p:ph sz="quarter" idx="11"/>
          </p:nvPr>
        </p:nvSpPr>
        <p:spPr/>
        <p:txBody>
          <a:bodyPr/>
          <a:lstStyle/>
          <a:p>
            <a:r>
              <a:rPr kumimoji="1" lang="en-US" altLang="ko-KR" dirty="0" smtClean="0"/>
              <a:t>Linux utilities for interface management</a:t>
            </a:r>
          </a:p>
          <a:p>
            <a:pPr lvl="1"/>
            <a:r>
              <a:rPr kumimoji="1" lang="en-US" altLang="ko-KR" dirty="0" err="1"/>
              <a:t>i</a:t>
            </a:r>
            <a:r>
              <a:rPr kumimoji="1" lang="en-US" altLang="ko-KR" dirty="0" err="1" smtClean="0"/>
              <a:t>fconfig</a:t>
            </a:r>
            <a:r>
              <a:rPr kumimoji="1" lang="en-US" altLang="ko-KR" dirty="0" smtClean="0"/>
              <a:t>, </a:t>
            </a:r>
            <a:r>
              <a:rPr kumimoji="1" lang="en-US" altLang="ko-KR" dirty="0" err="1" smtClean="0"/>
              <a:t>ip</a:t>
            </a:r>
            <a:r>
              <a:rPr kumimoji="1" lang="en-US" altLang="ko-KR" dirty="0" smtClean="0"/>
              <a:t>, </a:t>
            </a:r>
            <a:r>
              <a:rPr kumimoji="1" lang="en-US" altLang="ko-KR" dirty="0" err="1" smtClean="0"/>
              <a:t>ethtool</a:t>
            </a:r>
            <a:r>
              <a:rPr kumimoji="1" lang="en-US" altLang="ko-KR" dirty="0" smtClean="0"/>
              <a:t> </a:t>
            </a:r>
          </a:p>
          <a:p>
            <a:r>
              <a:rPr kumimoji="1" lang="en-US" altLang="ko-KR" dirty="0" smtClean="0"/>
              <a:t>Linux tools for troubleshooting</a:t>
            </a:r>
          </a:p>
          <a:p>
            <a:pPr lvl="1"/>
            <a:r>
              <a:rPr kumimoji="1" lang="en-US" altLang="ko-KR" dirty="0" smtClean="0"/>
              <a:t>Leverage tools like </a:t>
            </a:r>
            <a:r>
              <a:rPr kumimoji="1" lang="en-US" altLang="ko-KR" dirty="0" err="1" smtClean="0"/>
              <a:t>tcpdump</a:t>
            </a:r>
            <a:r>
              <a:rPr kumimoji="1" lang="en-US" altLang="ko-KR" dirty="0" smtClean="0"/>
              <a:t>, ping and traceroutes</a:t>
            </a:r>
          </a:p>
          <a:p>
            <a:r>
              <a:rPr kumimoji="1" lang="en-US" altLang="ko-KR" dirty="0" smtClean="0"/>
              <a:t>VRF capabilities with Namespace</a:t>
            </a:r>
          </a:p>
          <a:p>
            <a:pPr lvl="1"/>
            <a:r>
              <a:rPr kumimoji="1" lang="en-US" altLang="ko-KR" dirty="0" smtClean="0"/>
              <a:t>Same name from VRF creation mapped to Namespace </a:t>
            </a:r>
          </a:p>
          <a:p>
            <a:r>
              <a:rPr kumimoji="1" lang="en-US" altLang="ko-KR" dirty="0" smtClean="0"/>
              <a:t>Linux socket communication</a:t>
            </a:r>
          </a:p>
          <a:p>
            <a:pPr lvl="1"/>
            <a:r>
              <a:rPr kumimoji="1" lang="en-US" altLang="ko-KR" dirty="0" smtClean="0"/>
              <a:t>Custom-developed application use standard Linux socket </a:t>
            </a:r>
            <a:endParaRPr kumimoji="1" lang="ko-KR" altLang="en-US" dirty="0"/>
          </a:p>
        </p:txBody>
      </p:sp>
      <p:sp>
        <p:nvSpPr>
          <p:cNvPr id="4" name="슬라이드 번호 개체 틀 3"/>
          <p:cNvSpPr>
            <a:spLocks noGrp="1"/>
          </p:cNvSpPr>
          <p:nvPr>
            <p:ph type="sldNum" sz="quarter" idx="4"/>
          </p:nvPr>
        </p:nvSpPr>
        <p:spPr/>
        <p:txBody>
          <a:bodyPr/>
          <a:lstStyle/>
          <a:p>
            <a:fld id="{96A97DD0-5BE7-4856-A2A9-C42C6688E607}" type="slidenum">
              <a:rPr lang="uk-UA" smtClean="0"/>
              <a:pPr/>
              <a:t>5</a:t>
            </a:fld>
            <a:endParaRPr lang="uk-UA" dirty="0"/>
          </a:p>
        </p:txBody>
      </p:sp>
    </p:spTree>
    <p:extLst>
      <p:ext uri="{BB962C8B-B14F-4D97-AF65-F5344CB8AC3E}">
        <p14:creationId xmlns:p14="http://schemas.microsoft.com/office/powerpoint/2010/main" val="720551991"/>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4"/>
          </p:nvPr>
        </p:nvSpPr>
        <p:spPr/>
        <p:txBody>
          <a:bodyPr/>
          <a:lstStyle/>
          <a:p>
            <a:fld id="{96A97DD0-5BE7-4856-A2A9-C42C6688E607}" type="slidenum">
              <a:rPr lang="uk-UA" smtClean="0"/>
              <a:pPr/>
              <a:t>6</a:t>
            </a:fld>
            <a:endParaRPr lang="uk-UA" dirty="0"/>
          </a:p>
        </p:txBody>
      </p:sp>
      <p:sp>
        <p:nvSpPr>
          <p:cNvPr id="2" name="제목 1"/>
          <p:cNvSpPr>
            <a:spLocks noGrp="1"/>
          </p:cNvSpPr>
          <p:nvPr>
            <p:ph type="title"/>
          </p:nvPr>
        </p:nvSpPr>
        <p:spPr>
          <a:xfrm>
            <a:off x="315468" y="0"/>
            <a:ext cx="8513064" cy="765432"/>
          </a:xfrm>
        </p:spPr>
        <p:txBody>
          <a:bodyPr anchor="ctr"/>
          <a:lstStyle/>
          <a:p>
            <a:r>
              <a:rPr kumimoji="1" lang="en-US" altLang="ko-KR" dirty="0" smtClean="0"/>
              <a:t>Architecture of Open NXOS</a:t>
            </a:r>
            <a:endParaRPr kumimoji="1" lang="ko-KR" altLang="en-US" dirty="0"/>
          </a:p>
        </p:txBody>
      </p:sp>
      <p:pic>
        <p:nvPicPr>
          <p:cNvPr id="1025" name="Picture 1" descr="age26image1975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199" y="666750"/>
            <a:ext cx="6552985" cy="42182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0325655"/>
      </p:ext>
    </p:extLst>
  </p:cSld>
  <p:clrMapOvr>
    <a:masterClrMapping/>
  </p:clrMapOvr>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내용 개체 틀 14"/>
          <p:cNvPicPr>
            <a:picLocks noGrp="1" noChangeAspect="1"/>
          </p:cNvPicPr>
          <p:nvPr>
            <p:ph sz="quarter" idx="11"/>
          </p:nvPr>
        </p:nvPicPr>
        <p:blipFill>
          <a:blip r:embed="rId2">
            <a:extLst>
              <a:ext uri="{28A0092B-C50C-407E-A947-70E740481C1C}">
                <a14:useLocalDpi xmlns:a14="http://schemas.microsoft.com/office/drawing/2010/main" val="0"/>
              </a:ext>
            </a:extLst>
          </a:blip>
          <a:stretch>
            <a:fillRect/>
          </a:stretch>
        </p:blipFill>
        <p:spPr>
          <a:xfrm>
            <a:off x="457200" y="943536"/>
            <a:ext cx="7775038" cy="3533214"/>
          </a:xfrm>
        </p:spPr>
      </p:pic>
      <p:sp>
        <p:nvSpPr>
          <p:cNvPr id="2" name="제목 1"/>
          <p:cNvSpPr>
            <a:spLocks noGrp="1"/>
          </p:cNvSpPr>
          <p:nvPr>
            <p:ph type="title"/>
          </p:nvPr>
        </p:nvSpPr>
        <p:spPr>
          <a:xfrm>
            <a:off x="315468" y="0"/>
            <a:ext cx="8513064" cy="765432"/>
          </a:xfrm>
        </p:spPr>
        <p:txBody>
          <a:bodyPr anchor="ctr"/>
          <a:lstStyle/>
          <a:p>
            <a:r>
              <a:rPr kumimoji="1" lang="en-US" altLang="ko-KR" dirty="0" smtClean="0"/>
              <a:t>Native Bash-Shell</a:t>
            </a:r>
            <a:endParaRPr kumimoji="1" lang="ko-KR" altLang="en-US" dirty="0"/>
          </a:p>
        </p:txBody>
      </p:sp>
      <p:sp>
        <p:nvSpPr>
          <p:cNvPr id="4" name="슬라이드 번호 개체 틀 3"/>
          <p:cNvSpPr>
            <a:spLocks noGrp="1"/>
          </p:cNvSpPr>
          <p:nvPr>
            <p:ph type="sldNum" sz="quarter" idx="4"/>
          </p:nvPr>
        </p:nvSpPr>
        <p:spPr/>
        <p:txBody>
          <a:bodyPr/>
          <a:lstStyle/>
          <a:p>
            <a:fld id="{96A97DD0-5BE7-4856-A2A9-C42C6688E607}" type="slidenum">
              <a:rPr lang="uk-UA" smtClean="0"/>
              <a:pPr/>
              <a:t>7</a:t>
            </a:fld>
            <a:endParaRPr lang="uk-UA" dirty="0"/>
          </a:p>
        </p:txBody>
      </p:sp>
      <p:sp>
        <p:nvSpPr>
          <p:cNvPr id="8" name="Rectangle 26"/>
          <p:cNvSpPr/>
          <p:nvPr/>
        </p:nvSpPr>
        <p:spPr>
          <a:xfrm>
            <a:off x="1447800" y="1428750"/>
            <a:ext cx="1828800"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0" name="Rectangle 26"/>
          <p:cNvSpPr/>
          <p:nvPr/>
        </p:nvSpPr>
        <p:spPr>
          <a:xfrm>
            <a:off x="457200" y="2142564"/>
            <a:ext cx="6477000" cy="81018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6" name="Rectangle 26"/>
          <p:cNvSpPr/>
          <p:nvPr/>
        </p:nvSpPr>
        <p:spPr>
          <a:xfrm>
            <a:off x="457200" y="3437964"/>
            <a:ext cx="5963653" cy="42918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20965457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0" grpId="0" animBg="1"/>
      <p:bldP spid="1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4"/>
          </p:nvPr>
        </p:nvSpPr>
        <p:spPr/>
        <p:txBody>
          <a:bodyPr/>
          <a:lstStyle/>
          <a:p>
            <a:fld id="{96A97DD0-5BE7-4856-A2A9-C42C6688E607}" type="slidenum">
              <a:rPr lang="uk-UA" smtClean="0"/>
              <a:pPr/>
              <a:t>8</a:t>
            </a:fld>
            <a:endParaRPr lang="uk-UA" dirty="0"/>
          </a:p>
        </p:txBody>
      </p:sp>
      <p:sp>
        <p:nvSpPr>
          <p:cNvPr id="5" name="제목 4"/>
          <p:cNvSpPr>
            <a:spLocks noGrp="1"/>
          </p:cNvSpPr>
          <p:nvPr>
            <p:ph type="title"/>
          </p:nvPr>
        </p:nvSpPr>
        <p:spPr>
          <a:xfrm>
            <a:off x="315468" y="12602"/>
            <a:ext cx="8513064" cy="765432"/>
          </a:xfrm>
        </p:spPr>
        <p:txBody>
          <a:bodyPr anchor="ctr"/>
          <a:lstStyle/>
          <a:p>
            <a:r>
              <a:rPr kumimoji="1" lang="en-US" altLang="ko-KR"/>
              <a:t>VRF and Linux Namespace </a:t>
            </a:r>
            <a:r>
              <a:rPr kumimoji="1" lang="en-US" altLang="ko-KR" smtClean="0"/>
              <a:t>(1/2</a:t>
            </a:r>
            <a:r>
              <a:rPr kumimoji="1" lang="en-US" altLang="ko-KR"/>
              <a:t>)</a:t>
            </a:r>
            <a:endParaRPr kumimoji="1" lang="ko-KR" altLang="en-US" dirty="0"/>
          </a:p>
        </p:txBody>
      </p:sp>
      <p:pic>
        <p:nvPicPr>
          <p:cNvPr id="6" name="그림 5"/>
          <p:cNvPicPr>
            <a:picLocks noChangeAspect="1"/>
          </p:cNvPicPr>
          <p:nvPr/>
        </p:nvPicPr>
        <p:blipFill rotWithShape="1">
          <a:blip r:embed="rId2">
            <a:extLst>
              <a:ext uri="{28A0092B-C50C-407E-A947-70E740481C1C}">
                <a14:useLocalDpi xmlns:a14="http://schemas.microsoft.com/office/drawing/2010/main" val="0"/>
              </a:ext>
            </a:extLst>
          </a:blip>
          <a:srcRect r="4934"/>
          <a:stretch/>
        </p:blipFill>
        <p:spPr>
          <a:xfrm>
            <a:off x="457201" y="1036638"/>
            <a:ext cx="8267700" cy="1881042"/>
          </a:xfrm>
          <a:prstGeom prst="rect">
            <a:avLst/>
          </a:prstGeom>
        </p:spPr>
      </p:pic>
      <p:pic>
        <p:nvPicPr>
          <p:cNvPr id="7" name="그림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41600" y="3562350"/>
            <a:ext cx="3860800" cy="1104900"/>
          </a:xfrm>
          <a:prstGeom prst="rect">
            <a:avLst/>
          </a:prstGeom>
        </p:spPr>
      </p:pic>
      <p:sp>
        <p:nvSpPr>
          <p:cNvPr id="8" name="Rectangle 26"/>
          <p:cNvSpPr/>
          <p:nvPr/>
        </p:nvSpPr>
        <p:spPr>
          <a:xfrm>
            <a:off x="457201" y="1428750"/>
            <a:ext cx="5638799" cy="12954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9" name="Rectangle 26"/>
          <p:cNvSpPr/>
          <p:nvPr/>
        </p:nvSpPr>
        <p:spPr>
          <a:xfrm>
            <a:off x="2641600" y="4035962"/>
            <a:ext cx="3860799" cy="36458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45097562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4"/>
          </p:nvPr>
        </p:nvSpPr>
        <p:spPr/>
        <p:txBody>
          <a:bodyPr/>
          <a:lstStyle/>
          <a:p>
            <a:fld id="{96A97DD0-5BE7-4856-A2A9-C42C6688E607}" type="slidenum">
              <a:rPr lang="uk-UA" smtClean="0"/>
              <a:pPr/>
              <a:t>9</a:t>
            </a:fld>
            <a:endParaRPr lang="uk-UA" dirty="0"/>
          </a:p>
        </p:txBody>
      </p:sp>
      <p:sp>
        <p:nvSpPr>
          <p:cNvPr id="3" name="제목 2"/>
          <p:cNvSpPr>
            <a:spLocks noGrp="1"/>
          </p:cNvSpPr>
          <p:nvPr>
            <p:ph type="title"/>
          </p:nvPr>
        </p:nvSpPr>
        <p:spPr>
          <a:xfrm>
            <a:off x="315468" y="0"/>
            <a:ext cx="8513064" cy="765432"/>
          </a:xfrm>
        </p:spPr>
        <p:txBody>
          <a:bodyPr anchor="ctr"/>
          <a:lstStyle/>
          <a:p>
            <a:r>
              <a:rPr kumimoji="1" lang="en-US" altLang="ko-KR" dirty="0" smtClean="0"/>
              <a:t>VRF and Linux Namespace (2/2)</a:t>
            </a:r>
            <a:endParaRPr kumimoji="1" lang="ko-KR" altLang="en-US" dirty="0"/>
          </a:p>
        </p:txBody>
      </p:sp>
      <p:pic>
        <p:nvPicPr>
          <p:cNvPr id="4" name="그림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696732"/>
            <a:ext cx="7124700" cy="4256958"/>
          </a:xfrm>
          <a:prstGeom prst="rect">
            <a:avLst/>
          </a:prstGeom>
        </p:spPr>
      </p:pic>
      <p:sp>
        <p:nvSpPr>
          <p:cNvPr id="5" name="Rectangle 26"/>
          <p:cNvSpPr/>
          <p:nvPr/>
        </p:nvSpPr>
        <p:spPr>
          <a:xfrm>
            <a:off x="1219200" y="895350"/>
            <a:ext cx="1828800"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nvGrpSpPr>
          <p:cNvPr id="8" name="그룹 7"/>
          <p:cNvGrpSpPr/>
          <p:nvPr/>
        </p:nvGrpSpPr>
        <p:grpSpPr>
          <a:xfrm>
            <a:off x="762000" y="1551344"/>
            <a:ext cx="4648200" cy="715607"/>
            <a:chOff x="762000" y="1551344"/>
            <a:chExt cx="4648200" cy="715607"/>
          </a:xfrm>
        </p:grpSpPr>
        <p:sp>
          <p:nvSpPr>
            <p:cNvPr id="6" name="Rectangle 26"/>
            <p:cNvSpPr/>
            <p:nvPr/>
          </p:nvSpPr>
          <p:spPr>
            <a:xfrm>
              <a:off x="1219200" y="1551344"/>
              <a:ext cx="2819400" cy="23123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7" name="Rectangle 26"/>
            <p:cNvSpPr/>
            <p:nvPr/>
          </p:nvSpPr>
          <p:spPr>
            <a:xfrm>
              <a:off x="762000" y="2038351"/>
              <a:ext cx="4648200"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sp>
        <p:nvSpPr>
          <p:cNvPr id="9" name="Rectangle 26"/>
          <p:cNvSpPr/>
          <p:nvPr/>
        </p:nvSpPr>
        <p:spPr>
          <a:xfrm>
            <a:off x="465406" y="3055501"/>
            <a:ext cx="1828800"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168777090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9"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352925" y="-22482"/>
            <a:ext cx="8513064" cy="765432"/>
          </a:xfrm>
        </p:spPr>
        <p:txBody>
          <a:bodyPr/>
          <a:lstStyle/>
          <a:p>
            <a:r>
              <a:rPr lang="en-US" altLang="en-US" dirty="0"/>
              <a:t>Guest Shell</a:t>
            </a:r>
          </a:p>
        </p:txBody>
      </p:sp>
      <p:sp>
        <p:nvSpPr>
          <p:cNvPr id="75778" name="TextBox 2"/>
          <p:cNvSpPr txBox="1">
            <a:spLocks noChangeArrowheads="1"/>
          </p:cNvSpPr>
          <p:nvPr/>
        </p:nvSpPr>
        <p:spPr bwMode="auto">
          <a:xfrm>
            <a:off x="9690100" y="1323975"/>
            <a:ext cx="138113" cy="2841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endParaRPr lang="en-US" altLang="en-US" sz="1400">
              <a:solidFill>
                <a:srgbClr val="0096D6"/>
              </a:solidFill>
            </a:endParaRPr>
          </a:p>
        </p:txBody>
      </p:sp>
      <p:sp>
        <p:nvSpPr>
          <p:cNvPr id="59" name="Rectangle 58"/>
          <p:cNvSpPr/>
          <p:nvPr/>
        </p:nvSpPr>
        <p:spPr>
          <a:xfrm>
            <a:off x="4130233" y="2120895"/>
            <a:ext cx="4608228" cy="2228850"/>
          </a:xfrm>
          <a:prstGeom prst="rect">
            <a:avLst/>
          </a:prstGeom>
          <a:solidFill>
            <a:schemeClr val="bg1">
              <a:lumMod val="50000"/>
            </a:schemeClr>
          </a:solidFill>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p>
            <a:pPr algn="ctr">
              <a:defRPr/>
            </a:pPr>
            <a:endParaRPr lang="en-US" dirty="0">
              <a:solidFill>
                <a:srgbClr val="FFFFFF"/>
              </a:solidFill>
            </a:endParaRPr>
          </a:p>
        </p:txBody>
      </p:sp>
      <p:sp>
        <p:nvSpPr>
          <p:cNvPr id="24" name="Rectangle 23"/>
          <p:cNvSpPr>
            <a:spLocks noChangeArrowheads="1"/>
          </p:cNvSpPr>
          <p:nvPr/>
        </p:nvSpPr>
        <p:spPr bwMode="auto">
          <a:xfrm>
            <a:off x="5756275" y="2252663"/>
            <a:ext cx="2776538" cy="1838325"/>
          </a:xfrm>
          <a:prstGeom prst="rect">
            <a:avLst/>
          </a:prstGeom>
          <a:solidFill>
            <a:srgbClr val="FFECB7"/>
          </a:solidFill>
          <a:ln w="38100">
            <a:solidFill>
              <a:srgbClr val="000000"/>
            </a:solidFill>
            <a:prstDash val="dash"/>
            <a:miter lim="800000"/>
            <a:headEnd/>
            <a:tailEnd/>
          </a:ln>
          <a:effectLst>
            <a:outerShdw blurRad="76200" dist="50800" dir="5400000" algn="ctr" rotWithShape="0">
              <a:srgbClr val="808080">
                <a:alpha val="26999"/>
              </a:srgbClr>
            </a:outerShdw>
          </a:effectLst>
        </p:spPr>
        <p:txBody>
          <a:bodyPr lIns="68681" tIns="34340" rIns="68681" bIns="34340" anchor="ctr"/>
          <a:lstStyle/>
          <a:p>
            <a:pPr algn="ctr">
              <a:defRPr/>
            </a:pPr>
            <a:endParaRPr lang="en-US" dirty="0">
              <a:solidFill>
                <a:srgbClr val="000000"/>
              </a:solidFill>
              <a:latin typeface="Arial"/>
              <a:ea typeface="+mn-ea"/>
            </a:endParaRPr>
          </a:p>
        </p:txBody>
      </p:sp>
      <p:sp>
        <p:nvSpPr>
          <p:cNvPr id="52" name="Rounded Rectangle 51"/>
          <p:cNvSpPr/>
          <p:nvPr/>
        </p:nvSpPr>
        <p:spPr>
          <a:xfrm>
            <a:off x="7627720" y="2547499"/>
            <a:ext cx="815828" cy="418349"/>
          </a:xfrm>
          <a:prstGeom prst="roundRect">
            <a:avLst/>
          </a:prstGeom>
          <a:solidFill>
            <a:srgbClr val="FFFFFF"/>
          </a:solidFill>
          <a:ln>
            <a:solidFill>
              <a:srgbClr val="FFFFFF"/>
            </a:solid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p>
            <a:pPr algn="ctr">
              <a:defRPr/>
            </a:pPr>
            <a:endParaRPr lang="en-US" sz="800" dirty="0">
              <a:solidFill>
                <a:srgbClr val="000000"/>
              </a:solidFill>
            </a:endParaRPr>
          </a:p>
        </p:txBody>
      </p:sp>
      <p:sp>
        <p:nvSpPr>
          <p:cNvPr id="51" name="Rounded Rectangle 50"/>
          <p:cNvSpPr/>
          <p:nvPr/>
        </p:nvSpPr>
        <p:spPr>
          <a:xfrm>
            <a:off x="6740846" y="2555351"/>
            <a:ext cx="815828" cy="418349"/>
          </a:xfrm>
          <a:prstGeom prst="roundRect">
            <a:avLst/>
          </a:prstGeom>
          <a:solidFill>
            <a:srgbClr val="FFFFFF"/>
          </a:solidFill>
          <a:ln w="19050">
            <a:solidFill>
              <a:srgbClr val="FFFFFF"/>
            </a:solidFill>
            <a:prstDash val="dash"/>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p>
            <a:pPr algn="ctr">
              <a:defRPr/>
            </a:pPr>
            <a:endParaRPr lang="en-US" sz="800" dirty="0">
              <a:solidFill>
                <a:srgbClr val="000000"/>
              </a:solidFill>
            </a:endParaRPr>
          </a:p>
        </p:txBody>
      </p:sp>
      <p:sp>
        <p:nvSpPr>
          <p:cNvPr id="32" name="Rounded Rectangle 31"/>
          <p:cNvSpPr/>
          <p:nvPr/>
        </p:nvSpPr>
        <p:spPr>
          <a:xfrm>
            <a:off x="4320606" y="2255603"/>
            <a:ext cx="922737" cy="320874"/>
          </a:xfrm>
          <a:prstGeom prst="roundRect">
            <a:avLst/>
          </a:prstGeom>
          <a:solidFill>
            <a:schemeClr val="bg1">
              <a:lumMod val="75000"/>
            </a:schemeClr>
          </a:solidFill>
          <a:ln>
            <a:solidFill>
              <a:schemeClr val="bg1"/>
            </a:solid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p>
            <a:pPr algn="ctr">
              <a:defRPr/>
            </a:pPr>
            <a:endParaRPr lang="en-US" sz="900" dirty="0">
              <a:solidFill>
                <a:srgbClr val="000000"/>
              </a:solidFill>
            </a:endParaRPr>
          </a:p>
          <a:p>
            <a:pPr algn="ctr">
              <a:defRPr/>
            </a:pPr>
            <a:endParaRPr lang="en-US" sz="900" dirty="0">
              <a:solidFill>
                <a:srgbClr val="000000"/>
              </a:solidFill>
            </a:endParaRPr>
          </a:p>
          <a:p>
            <a:pPr algn="ctr">
              <a:defRPr/>
            </a:pPr>
            <a:endParaRPr lang="en-US" sz="900" dirty="0">
              <a:solidFill>
                <a:srgbClr val="000000"/>
              </a:solidFill>
            </a:endParaRPr>
          </a:p>
          <a:p>
            <a:pPr algn="ctr">
              <a:defRPr/>
            </a:pPr>
            <a:endParaRPr lang="en-US" sz="900" dirty="0">
              <a:solidFill>
                <a:srgbClr val="000000"/>
              </a:solidFill>
            </a:endParaRPr>
          </a:p>
          <a:p>
            <a:pPr algn="ctr">
              <a:defRPr/>
            </a:pPr>
            <a:endParaRPr lang="en-US" sz="900" dirty="0">
              <a:solidFill>
                <a:srgbClr val="000000"/>
              </a:solidFill>
            </a:endParaRPr>
          </a:p>
          <a:p>
            <a:pPr algn="ctr">
              <a:defRPr/>
            </a:pPr>
            <a:endParaRPr lang="en-US" sz="900" dirty="0">
              <a:solidFill>
                <a:srgbClr val="000000"/>
              </a:solidFill>
            </a:endParaRPr>
          </a:p>
        </p:txBody>
      </p:sp>
      <p:sp>
        <p:nvSpPr>
          <p:cNvPr id="35" name="TextBox 34"/>
          <p:cNvSpPr txBox="1"/>
          <p:nvPr/>
        </p:nvSpPr>
        <p:spPr>
          <a:xfrm>
            <a:off x="5945188" y="2279650"/>
            <a:ext cx="2409825" cy="254000"/>
          </a:xfrm>
          <a:prstGeom prst="rect">
            <a:avLst/>
          </a:prstGeom>
          <a:noFill/>
        </p:spPr>
        <p:txBody>
          <a:bodyPr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200">
                <a:solidFill>
                  <a:srgbClr val="000000"/>
                </a:solidFill>
                <a:effectLst>
                  <a:outerShdw blurRad="38100" dist="38100" dir="2700000" algn="tl">
                    <a:srgbClr val="C0C0C0"/>
                  </a:outerShdw>
                </a:effectLst>
              </a:rPr>
              <a:t>GUEST SHELL   </a:t>
            </a:r>
          </a:p>
        </p:txBody>
      </p:sp>
      <p:sp>
        <p:nvSpPr>
          <p:cNvPr id="22" name="Rounded Rectangle 21"/>
          <p:cNvSpPr/>
          <p:nvPr/>
        </p:nvSpPr>
        <p:spPr>
          <a:xfrm>
            <a:off x="6731738" y="3111346"/>
            <a:ext cx="819688" cy="520854"/>
          </a:xfrm>
          <a:prstGeom prst="roundRect">
            <a:avLst/>
          </a:prstGeom>
          <a:solidFill>
            <a:schemeClr val="accent1">
              <a:lumMod val="40000"/>
              <a:lumOff val="60000"/>
            </a:schemeClr>
          </a:solidFill>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Open Source Packages</a:t>
            </a:r>
          </a:p>
        </p:txBody>
      </p:sp>
      <p:sp>
        <p:nvSpPr>
          <p:cNvPr id="6" name="Rounded Rectangle 5"/>
          <p:cNvSpPr/>
          <p:nvPr/>
        </p:nvSpPr>
        <p:spPr>
          <a:xfrm>
            <a:off x="5847197" y="2563321"/>
            <a:ext cx="815828" cy="418349"/>
          </a:xfrm>
          <a:prstGeom prst="roundRect">
            <a:avLst/>
          </a:prstGeom>
          <a:solidFill>
            <a:srgbClr val="FFFFFF"/>
          </a:solidFill>
          <a:ln>
            <a:solidFill>
              <a:srgbClr val="FFFFFF"/>
            </a:solid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p>
            <a:pPr algn="ctr">
              <a:defRPr/>
            </a:pPr>
            <a:endParaRPr lang="en-US" sz="800" dirty="0">
              <a:solidFill>
                <a:srgbClr val="000000"/>
              </a:solidFill>
            </a:endParaRPr>
          </a:p>
        </p:txBody>
      </p:sp>
      <p:pic>
        <p:nvPicPr>
          <p:cNvPr id="75799" name="Picture 4" descr="Python"/>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889625" y="2592388"/>
            <a:ext cx="731838" cy="247650"/>
          </a:xfrm>
          <a:prstGeom prst="rect">
            <a:avLst/>
          </a:prstGeom>
          <a:solidFill>
            <a:schemeClr val="bg1"/>
          </a:solidFill>
          <a:ln>
            <a:noFill/>
          </a:ln>
          <a:extLst>
            <a:ext uri="{91240B29-F687-4f45-9708-019B960494DF}">
              <a14:hiddenLine xmlns="" xmlns:a14="http://schemas.microsoft.com/office/drawing/2010/main" w="9525">
                <a:solidFill>
                  <a:srgbClr val="000000"/>
                </a:solidFill>
                <a:miter lim="800000"/>
                <a:headEnd/>
                <a:tailEnd/>
              </a14:hiddenLine>
            </a:ext>
          </a:extLst>
        </p:spPr>
      </p:pic>
      <p:sp>
        <p:nvSpPr>
          <p:cNvPr id="8" name="Rectangle 7"/>
          <p:cNvSpPr/>
          <p:nvPr/>
        </p:nvSpPr>
        <p:spPr>
          <a:xfrm>
            <a:off x="6076950" y="2787650"/>
            <a:ext cx="371475" cy="192088"/>
          </a:xfrm>
          <a:prstGeom prst="rect">
            <a:avLst/>
          </a:prstGeom>
        </p:spPr>
        <p:txBody>
          <a:bodyPr wrap="none" lIns="68681" tIns="34340" rIns="68681" bIns="34340">
            <a:spAutoFit/>
          </a:bodyPr>
          <a:lstStyle/>
          <a:p>
            <a:pPr algn="ctr">
              <a:defRPr/>
            </a:pPr>
            <a:r>
              <a:rPr lang="en-US" sz="800" dirty="0">
                <a:solidFill>
                  <a:srgbClr val="000000"/>
                </a:solidFill>
                <a:effectLst>
                  <a:outerShdw blurRad="50800" dist="38100" dir="2700000" algn="tl" rotWithShape="0">
                    <a:prstClr val="black">
                      <a:alpha val="40000"/>
                    </a:prstClr>
                  </a:outerShdw>
                </a:effectLst>
                <a:latin typeface="Arial"/>
                <a:ea typeface="MS PGothic" charset="0"/>
                <a:cs typeface="MS PGothic" charset="0"/>
              </a:rPr>
              <a:t>Apps</a:t>
            </a:r>
            <a:endParaRPr lang="en-US" dirty="0">
              <a:solidFill>
                <a:srgbClr val="0096D6"/>
              </a:solidFill>
              <a:effectLst>
                <a:outerShdw blurRad="50800" dist="38100" dir="2700000" algn="tl" rotWithShape="0">
                  <a:prstClr val="black">
                    <a:alpha val="40000"/>
                  </a:prstClr>
                </a:outerShdw>
              </a:effectLst>
              <a:ea typeface="MS PGothic" charset="0"/>
              <a:cs typeface="MS PGothic" charset="0"/>
            </a:endParaRPr>
          </a:p>
        </p:txBody>
      </p:sp>
      <p:sp>
        <p:nvSpPr>
          <p:cNvPr id="47" name="Rectangle 46"/>
          <p:cNvSpPr/>
          <p:nvPr/>
        </p:nvSpPr>
        <p:spPr>
          <a:xfrm>
            <a:off x="7134225" y="2662238"/>
            <a:ext cx="371475" cy="192087"/>
          </a:xfrm>
          <a:prstGeom prst="rect">
            <a:avLst/>
          </a:prstGeom>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Apps</a:t>
            </a:r>
          </a:p>
        </p:txBody>
      </p:sp>
      <p:pic>
        <p:nvPicPr>
          <p:cNvPr id="75802" name="Picture 1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38950" y="2584450"/>
            <a:ext cx="241300" cy="338138"/>
          </a:xfrm>
          <a:prstGeom prst="rect">
            <a:avLst/>
          </a:prstGeom>
          <a:solidFill>
            <a:schemeClr val="bg1"/>
          </a:solidFill>
          <a:ln>
            <a:noFill/>
          </a:ln>
          <a:extLst>
            <a:ext uri="{91240B29-F687-4f45-9708-019B960494DF}">
              <a14:hiddenLine xmlns="" xmlns:a14="http://schemas.microsoft.com/office/drawing/2010/main" w="9525">
                <a:solidFill>
                  <a:schemeClr val="tx1"/>
                </a:solidFill>
                <a:miter lim="800000"/>
                <a:headEnd/>
                <a:tailEnd/>
              </a14:hiddenLine>
            </a:ext>
          </a:extLst>
        </p:spPr>
      </p:pic>
      <p:sp>
        <p:nvSpPr>
          <p:cNvPr id="14" name="Left-Right Arrow 13"/>
          <p:cNvSpPr/>
          <p:nvPr/>
        </p:nvSpPr>
        <p:spPr>
          <a:xfrm>
            <a:off x="5243340" y="2246390"/>
            <a:ext cx="503301" cy="339301"/>
          </a:xfrm>
          <a:prstGeom prst="leftRightArrow">
            <a:avLst/>
          </a:prstGeom>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003">
            <a:schemeClr val="lt1"/>
          </a:fillRef>
          <a:effectRef idx="0">
            <a:schemeClr val="accent1"/>
          </a:effectRef>
          <a:fontRef idx="minor">
            <a:schemeClr val="lt1"/>
          </a:fontRef>
        </p:style>
        <p:txBody>
          <a:bodyPr lIns="68681" tIns="34340" rIns="68681" bIns="34340" anchor="ctr"/>
          <a:lstStyle/>
          <a:p>
            <a:pPr algn="ctr">
              <a:defRPr/>
            </a:pPr>
            <a:endParaRPr lang="en-US" dirty="0">
              <a:solidFill>
                <a:srgbClr val="FFFFFF"/>
              </a:solidFill>
            </a:endParaRPr>
          </a:p>
        </p:txBody>
      </p:sp>
      <p:sp>
        <p:nvSpPr>
          <p:cNvPr id="15" name="TextBox 14"/>
          <p:cNvSpPr txBox="1"/>
          <p:nvPr/>
        </p:nvSpPr>
        <p:spPr>
          <a:xfrm>
            <a:off x="4425950" y="2319338"/>
            <a:ext cx="715963" cy="207962"/>
          </a:xfrm>
          <a:prstGeom prst="rect">
            <a:avLst/>
          </a:prstGeom>
          <a:noFill/>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900">
                <a:solidFill>
                  <a:srgbClr val="000000"/>
                </a:solidFill>
                <a:effectLst>
                  <a:outerShdw blurRad="38100" dist="38100" dir="2700000" algn="tl">
                    <a:srgbClr val="C0C0C0"/>
                  </a:outerShdw>
                </a:effectLst>
              </a:rPr>
              <a:t>NX-OS CLI</a:t>
            </a:r>
          </a:p>
        </p:txBody>
      </p:sp>
      <p:sp>
        <p:nvSpPr>
          <p:cNvPr id="57" name="Rounded Rectangle 56"/>
          <p:cNvSpPr/>
          <p:nvPr/>
        </p:nvSpPr>
        <p:spPr>
          <a:xfrm>
            <a:off x="5852901" y="3111347"/>
            <a:ext cx="819688" cy="493484"/>
          </a:xfrm>
          <a:prstGeom prst="roundRect">
            <a:avLst/>
          </a:prstGeom>
          <a:solidFill>
            <a:srgbClr val="92D050"/>
          </a:solidFill>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Python enabled CentOS 7.0 rootfs</a:t>
            </a:r>
          </a:p>
        </p:txBody>
      </p:sp>
      <p:grpSp>
        <p:nvGrpSpPr>
          <p:cNvPr id="75810" name="Group 57"/>
          <p:cNvGrpSpPr>
            <a:grpSpLocks/>
          </p:cNvGrpSpPr>
          <p:nvPr/>
        </p:nvGrpSpPr>
        <p:grpSpPr bwMode="auto">
          <a:xfrm>
            <a:off x="6157913" y="3614738"/>
            <a:ext cx="2092325" cy="361950"/>
            <a:chOff x="4907192" y="3510231"/>
            <a:chExt cx="3432696" cy="586400"/>
          </a:xfrm>
        </p:grpSpPr>
        <p:pic>
          <p:nvPicPr>
            <p:cNvPr id="75840" name="Picture 2" descr="http://swis.swan.ac.uk/linux/sec-tux.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7192" y="3510231"/>
              <a:ext cx="586400" cy="5864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16" name="TextBox 15"/>
            <p:cNvSpPr txBox="1"/>
            <p:nvPr/>
          </p:nvSpPr>
          <p:spPr>
            <a:xfrm>
              <a:off x="5305676" y="3713413"/>
              <a:ext cx="3034212" cy="349782"/>
            </a:xfrm>
            <a:prstGeom prst="rect">
              <a:avLst/>
            </a:prstGeom>
            <a:noFill/>
          </p:spPr>
          <p:txBody>
            <a:bodyPr>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Secure Linux Container (sLXC)</a:t>
              </a:r>
            </a:p>
          </p:txBody>
        </p:sp>
      </p:grpSp>
      <p:sp>
        <p:nvSpPr>
          <p:cNvPr id="61" name="Left-Right Arrow 60"/>
          <p:cNvSpPr/>
          <p:nvPr/>
        </p:nvSpPr>
        <p:spPr>
          <a:xfrm>
            <a:off x="5243340" y="3037902"/>
            <a:ext cx="503301" cy="339301"/>
          </a:xfrm>
          <a:prstGeom prst="leftRightArrow">
            <a:avLst/>
          </a:prstGeom>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003">
            <a:schemeClr val="lt1"/>
          </a:fillRef>
          <a:effectRef idx="0">
            <a:schemeClr val="accent1"/>
          </a:effectRef>
          <a:fontRef idx="minor">
            <a:schemeClr val="lt1"/>
          </a:fontRef>
        </p:style>
        <p:txBody>
          <a:bodyPr lIns="68681" tIns="34340" rIns="68681" bIns="34340" anchor="ctr"/>
          <a:lstStyle/>
          <a:p>
            <a:pPr algn="ctr">
              <a:defRPr/>
            </a:pPr>
            <a:endParaRPr lang="en-US" dirty="0">
              <a:solidFill>
                <a:srgbClr val="FFFFFF"/>
              </a:solidFill>
            </a:endParaRPr>
          </a:p>
        </p:txBody>
      </p:sp>
      <p:sp>
        <p:nvSpPr>
          <p:cNvPr id="63" name="TextBox 62"/>
          <p:cNvSpPr txBox="1"/>
          <p:nvPr/>
        </p:nvSpPr>
        <p:spPr>
          <a:xfrm>
            <a:off x="4295775" y="3976688"/>
            <a:ext cx="1049338" cy="300037"/>
          </a:xfrm>
          <a:prstGeom prst="rect">
            <a:avLst/>
          </a:prstGeom>
          <a:noFill/>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500">
                <a:solidFill>
                  <a:srgbClr val="FFFFFF"/>
                </a:solidFill>
                <a:effectLst>
                  <a:outerShdw blurRad="38100" dist="38100" dir="2700000" algn="tl">
                    <a:srgbClr val="C0C0C0"/>
                  </a:outerShdw>
                </a:effectLst>
              </a:rPr>
              <a:t>N9K / N3K</a:t>
            </a:r>
          </a:p>
        </p:txBody>
      </p:sp>
      <p:grpSp>
        <p:nvGrpSpPr>
          <p:cNvPr id="75815" name="Group 1030"/>
          <p:cNvGrpSpPr>
            <a:grpSpLocks/>
          </p:cNvGrpSpPr>
          <p:nvPr/>
        </p:nvGrpSpPr>
        <p:grpSpPr bwMode="auto">
          <a:xfrm>
            <a:off x="5751513" y="1025525"/>
            <a:ext cx="2673350" cy="2260600"/>
            <a:chOff x="3805128" y="1020730"/>
            <a:chExt cx="2867001" cy="2392255"/>
          </a:xfrm>
        </p:grpSpPr>
        <p:sp>
          <p:nvSpPr>
            <p:cNvPr id="161" name="Circular Arrow 160"/>
            <p:cNvSpPr>
              <a:spLocks/>
            </p:cNvSpPr>
            <p:nvPr/>
          </p:nvSpPr>
          <p:spPr bwMode="auto">
            <a:xfrm flipH="1">
              <a:off x="5020709" y="1318082"/>
              <a:ext cx="1651420" cy="2094903"/>
            </a:xfrm>
            <a:custGeom>
              <a:avLst/>
              <a:gdLst>
                <a:gd name="T0" fmla="*/ 891429 w 1651420"/>
                <a:gd name="T1" fmla="*/ 107128 h 2094903"/>
                <a:gd name="T2" fmla="*/ 1530610 w 1651420"/>
                <a:gd name="T3" fmla="*/ 840330 h 2094903"/>
                <a:gd name="T4" fmla="*/ 1632346 w 1651420"/>
                <a:gd name="T5" fmla="*/ 840330 h 2094903"/>
                <a:gd name="T6" fmla="*/ 1444993 w 1651420"/>
                <a:gd name="T7" fmla="*/ 1047451 h 2094903"/>
                <a:gd name="T8" fmla="*/ 1219491 w 1651420"/>
                <a:gd name="T9" fmla="*/ 840330 h 2094903"/>
                <a:gd name="T10" fmla="*/ 1321027 w 1651420"/>
                <a:gd name="T11" fmla="*/ 840330 h 2094903"/>
                <a:gd name="T12" fmla="*/ 877020 w 1651420"/>
                <a:gd name="T13" fmla="*/ 313297 h 2094903"/>
                <a:gd name="T14" fmla="*/ 891429 w 1651420"/>
                <a:gd name="T15" fmla="*/ 107128 h 2094903"/>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51420" h="2094903">
                  <a:moveTo>
                    <a:pt x="891429" y="107128"/>
                  </a:moveTo>
                  <a:cubicBezTo>
                    <a:pt x="1203645" y="144398"/>
                    <a:pt x="1461839" y="440572"/>
                    <a:pt x="1530610" y="840330"/>
                  </a:cubicBezTo>
                  <a:lnTo>
                    <a:pt x="1632346" y="840330"/>
                  </a:lnTo>
                  <a:lnTo>
                    <a:pt x="1444993" y="1047451"/>
                  </a:lnTo>
                  <a:lnTo>
                    <a:pt x="1219491" y="840330"/>
                  </a:lnTo>
                  <a:lnTo>
                    <a:pt x="1321027" y="840330"/>
                  </a:lnTo>
                  <a:cubicBezTo>
                    <a:pt x="1261979" y="551705"/>
                    <a:pt x="1086317" y="343196"/>
                    <a:pt x="877020" y="313297"/>
                  </a:cubicBezTo>
                  <a:lnTo>
                    <a:pt x="891429" y="107128"/>
                  </a:lnTo>
                  <a:close/>
                </a:path>
              </a:pathLst>
            </a:custGeom>
            <a:solidFill>
              <a:srgbClr val="D9D9D9"/>
            </a:solidFill>
            <a:ln>
              <a:noFill/>
            </a:ln>
            <a:effectLst>
              <a:outerShdw blurRad="76200" dist="50800" dir="5400000" algn="ctr" rotWithShape="0">
                <a:srgbClr val="000000">
                  <a:alpha val="26999"/>
                </a:srgbClr>
              </a:outerShdw>
            </a:effectLst>
            <a:extLst>
              <a:ext uri="{91240B29-F687-4f45-9708-019B960494DF}">
                <a14:hiddenLine xmlns="" xmlns:a14="http://schemas.microsoft.com/office/drawing/2010/main" w="25400" cap="flat" cmpd="sng">
                  <a:solidFill>
                    <a:srgbClr val="000000"/>
                  </a:solidFill>
                  <a:prstDash val="solid"/>
                  <a:round/>
                  <a:headEnd/>
                  <a:tailEnd/>
                </a14:hiddenLine>
              </a:ext>
            </a:extLst>
          </p:spPr>
          <p:txBody>
            <a:bodyPr anchor="ctr"/>
            <a:lstStyle/>
            <a:p>
              <a:endParaRPr lang="en-GB"/>
            </a:p>
          </p:txBody>
        </p:sp>
        <p:sp>
          <p:nvSpPr>
            <p:cNvPr id="160" name="Circular Arrow 159"/>
            <p:cNvSpPr>
              <a:spLocks/>
            </p:cNvSpPr>
            <p:nvPr/>
          </p:nvSpPr>
          <p:spPr bwMode="auto">
            <a:xfrm>
              <a:off x="3805128" y="1306322"/>
              <a:ext cx="1651420" cy="2094904"/>
            </a:xfrm>
            <a:custGeom>
              <a:avLst/>
              <a:gdLst>
                <a:gd name="T0" fmla="*/ 891429 w 1651420"/>
                <a:gd name="T1" fmla="*/ 107128 h 2094904"/>
                <a:gd name="T2" fmla="*/ 1530610 w 1651420"/>
                <a:gd name="T3" fmla="*/ 840330 h 2094904"/>
                <a:gd name="T4" fmla="*/ 1632346 w 1651420"/>
                <a:gd name="T5" fmla="*/ 840330 h 2094904"/>
                <a:gd name="T6" fmla="*/ 1444993 w 1651420"/>
                <a:gd name="T7" fmla="*/ 1047452 h 2094904"/>
                <a:gd name="T8" fmla="*/ 1219491 w 1651420"/>
                <a:gd name="T9" fmla="*/ 840330 h 2094904"/>
                <a:gd name="T10" fmla="*/ 1321027 w 1651420"/>
                <a:gd name="T11" fmla="*/ 840330 h 2094904"/>
                <a:gd name="T12" fmla="*/ 877020 w 1651420"/>
                <a:gd name="T13" fmla="*/ 313296 h 2094904"/>
                <a:gd name="T14" fmla="*/ 891429 w 1651420"/>
                <a:gd name="T15" fmla="*/ 107128 h 2094904"/>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651420" h="2094904">
                  <a:moveTo>
                    <a:pt x="891429" y="107128"/>
                  </a:moveTo>
                  <a:cubicBezTo>
                    <a:pt x="1203645" y="144398"/>
                    <a:pt x="1461839" y="440572"/>
                    <a:pt x="1530610" y="840330"/>
                  </a:cubicBezTo>
                  <a:lnTo>
                    <a:pt x="1632346" y="840330"/>
                  </a:lnTo>
                  <a:lnTo>
                    <a:pt x="1444993" y="1047452"/>
                  </a:lnTo>
                  <a:lnTo>
                    <a:pt x="1219491" y="840330"/>
                  </a:lnTo>
                  <a:lnTo>
                    <a:pt x="1321027" y="840330"/>
                  </a:lnTo>
                  <a:cubicBezTo>
                    <a:pt x="1261979" y="551705"/>
                    <a:pt x="1086317" y="343195"/>
                    <a:pt x="877020" y="313296"/>
                  </a:cubicBezTo>
                  <a:lnTo>
                    <a:pt x="891429" y="107128"/>
                  </a:lnTo>
                  <a:close/>
                </a:path>
              </a:pathLst>
            </a:custGeom>
            <a:solidFill>
              <a:srgbClr val="D9D9D9"/>
            </a:solidFill>
            <a:ln>
              <a:noFill/>
            </a:ln>
            <a:effectLst>
              <a:outerShdw blurRad="76200" dist="50800" dir="5400000" algn="ctr" rotWithShape="0">
                <a:srgbClr val="000000">
                  <a:alpha val="26999"/>
                </a:srgbClr>
              </a:outerShdw>
            </a:effectLst>
            <a:extLst>
              <a:ext uri="{91240B29-F687-4f45-9708-019B960494DF}">
                <a14:hiddenLine xmlns="" xmlns:a14="http://schemas.microsoft.com/office/drawing/2010/main" w="25400" cap="flat" cmpd="sng">
                  <a:solidFill>
                    <a:srgbClr val="000000"/>
                  </a:solidFill>
                  <a:prstDash val="solid"/>
                  <a:round/>
                  <a:headEnd/>
                  <a:tailEnd/>
                </a14:hiddenLine>
              </a:ext>
            </a:extLst>
          </p:spPr>
          <p:txBody>
            <a:bodyPr anchor="ctr"/>
            <a:lstStyle/>
            <a:p>
              <a:endParaRPr lang="en-GB"/>
            </a:p>
          </p:txBody>
        </p:sp>
        <p:sp>
          <p:nvSpPr>
            <p:cNvPr id="1028" name="Down Arrow 1027"/>
            <p:cNvSpPr>
              <a:spLocks noChangeArrowheads="1"/>
            </p:cNvSpPr>
            <p:nvPr/>
          </p:nvSpPr>
          <p:spPr bwMode="auto">
            <a:xfrm>
              <a:off x="5017304" y="1020730"/>
              <a:ext cx="456269" cy="1359084"/>
            </a:xfrm>
            <a:prstGeom prst="downArrow">
              <a:avLst>
                <a:gd name="adj1" fmla="val 50000"/>
                <a:gd name="adj2" fmla="val 50003"/>
              </a:avLst>
            </a:prstGeom>
            <a:solidFill>
              <a:srgbClr val="D9D9D9"/>
            </a:solidFill>
            <a:ln>
              <a:noFill/>
            </a:ln>
            <a:effectLst>
              <a:outerShdw blurRad="76200" dist="50800" dir="5400000" algn="ctr" rotWithShape="0">
                <a:srgbClr val="808080">
                  <a:alpha val="26999"/>
                </a:srgbClr>
              </a:outerShdw>
            </a:effectLst>
            <a:extLst>
              <a:ext uri="{91240B29-F687-4f45-9708-019B960494DF}">
                <a14:hiddenLine xmlns="" xmlns:a14="http://schemas.microsoft.com/office/drawing/2010/main" w="25400">
                  <a:solidFill>
                    <a:srgbClr val="000000"/>
                  </a:solidFill>
                  <a:miter lim="800000"/>
                  <a:headEnd/>
                  <a:tailEnd/>
                </a14:hiddenLine>
              </a:ext>
            </a:extLst>
          </p:spPr>
          <p:txBody>
            <a:bodyPr anchor="ctr"/>
            <a:lstStyle/>
            <a:p>
              <a:pPr algn="ctr">
                <a:defRPr/>
              </a:pPr>
              <a:endParaRPr lang="en-US" dirty="0">
                <a:solidFill>
                  <a:srgbClr val="0096D6"/>
                </a:solidFill>
                <a:latin typeface="Arial"/>
                <a:ea typeface="+mn-ea"/>
              </a:endParaRPr>
            </a:p>
          </p:txBody>
        </p:sp>
        <p:pic>
          <p:nvPicPr>
            <p:cNvPr id="75838" name="Picture 28" descr="Androgynous Person"/>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4856065" y="1031517"/>
              <a:ext cx="754521" cy="87208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95" name="TextBox 94"/>
            <p:cNvSpPr txBox="1"/>
            <p:nvPr/>
          </p:nvSpPr>
          <p:spPr>
            <a:xfrm>
              <a:off x="4673710" y="1903598"/>
              <a:ext cx="1092847" cy="390819"/>
            </a:xfrm>
            <a:prstGeom prst="rect">
              <a:avLst/>
            </a:prstGeom>
            <a:noFill/>
          </p:spPr>
          <p:txBody>
            <a:bodyPr wrap="none">
              <a:spAutoFit/>
            </a:bodyPr>
            <a:lstStyle/>
            <a:p>
              <a:pPr algn="ctr">
                <a:defRPr/>
              </a:pPr>
              <a:r>
                <a:rPr lang="en-US" sz="1800" dirty="0" err="1">
                  <a:solidFill>
                    <a:srgbClr val="000000"/>
                  </a:solidFill>
                  <a:effectLst>
                    <a:glow rad="101600">
                      <a:srgbClr val="FFFFFF"/>
                    </a:glow>
                  </a:effectLst>
                  <a:ea typeface="MS PGothic" charset="0"/>
                  <a:cs typeface="MS PGothic" charset="0"/>
                </a:rPr>
                <a:t>DevOps</a:t>
              </a:r>
              <a:endParaRPr lang="en-US" sz="1800" dirty="0">
                <a:solidFill>
                  <a:srgbClr val="000000"/>
                </a:solidFill>
                <a:effectLst>
                  <a:glow rad="101600">
                    <a:srgbClr val="FFFFFF"/>
                  </a:glow>
                </a:effectLst>
                <a:ea typeface="MS PGothic" charset="0"/>
                <a:cs typeface="MS PGothic" charset="0"/>
              </a:endParaRPr>
            </a:p>
          </p:txBody>
        </p:sp>
      </p:grpSp>
      <p:sp>
        <p:nvSpPr>
          <p:cNvPr id="157" name="TextBox 156"/>
          <p:cNvSpPr txBox="1"/>
          <p:nvPr/>
        </p:nvSpPr>
        <p:spPr>
          <a:xfrm>
            <a:off x="5456238" y="1254125"/>
            <a:ext cx="1230312" cy="438150"/>
          </a:xfrm>
          <a:prstGeom prst="rect">
            <a:avLst/>
          </a:prstGeom>
          <a:noFill/>
        </p:spPr>
        <p:txBody>
          <a:bodyPr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1200">
                <a:solidFill>
                  <a:srgbClr val="000000"/>
                </a:solidFill>
                <a:effectLst>
                  <a:outerShdw blurRad="38100" dist="38100" dir="2700000" algn="tl">
                    <a:srgbClr val="C0C0C0"/>
                  </a:outerShdw>
                </a:effectLst>
              </a:rPr>
              <a:t>3</a:t>
            </a:r>
            <a:r>
              <a:rPr lang="en-US" altLang="en-US" sz="1200" baseline="30000">
                <a:solidFill>
                  <a:srgbClr val="000000"/>
                </a:solidFill>
                <a:effectLst>
                  <a:outerShdw blurRad="38100" dist="38100" dir="2700000" algn="tl">
                    <a:srgbClr val="C0C0C0"/>
                  </a:outerShdw>
                </a:effectLst>
              </a:rPr>
              <a:t>rd</a:t>
            </a:r>
            <a:r>
              <a:rPr lang="en-US" altLang="en-US" sz="1200">
                <a:solidFill>
                  <a:srgbClr val="000000"/>
                </a:solidFill>
                <a:effectLst>
                  <a:outerShdw blurRad="38100" dist="38100" dir="2700000" algn="tl">
                    <a:srgbClr val="C0C0C0"/>
                  </a:outerShdw>
                </a:effectLst>
              </a:rPr>
              <a:t> Party</a:t>
            </a:r>
          </a:p>
          <a:p>
            <a:pPr algn="ctr"/>
            <a:r>
              <a:rPr lang="en-US" altLang="en-US" sz="1200">
                <a:solidFill>
                  <a:srgbClr val="000000"/>
                </a:solidFill>
                <a:effectLst>
                  <a:outerShdw blurRad="38100" dist="38100" dir="2700000" algn="tl">
                    <a:srgbClr val="C0C0C0"/>
                  </a:outerShdw>
                </a:effectLst>
              </a:rPr>
              <a:t>Apps</a:t>
            </a:r>
          </a:p>
        </p:txBody>
      </p:sp>
      <p:grpSp>
        <p:nvGrpSpPr>
          <p:cNvPr id="127" name="Group 21"/>
          <p:cNvGrpSpPr>
            <a:grpSpLocks noChangeAspect="1"/>
          </p:cNvGrpSpPr>
          <p:nvPr/>
        </p:nvGrpSpPr>
        <p:grpSpPr bwMode="auto">
          <a:xfrm>
            <a:off x="5366963" y="1165202"/>
            <a:ext cx="1262961" cy="593702"/>
            <a:chOff x="1980" y="2642"/>
            <a:chExt cx="744" cy="450"/>
          </a:xfrm>
          <a:noFill/>
          <a:effectLst>
            <a:glow rad="101600">
              <a:schemeClr val="bg1">
                <a:lumMod val="65000"/>
                <a:alpha val="40000"/>
              </a:schemeClr>
            </a:glow>
          </a:effectLst>
        </p:grpSpPr>
        <p:sp>
          <p:nvSpPr>
            <p:cNvPr id="128" name="AutoShape 20"/>
            <p:cNvSpPr>
              <a:spLocks noChangeAspect="1" noChangeArrowheads="1" noTextEdit="1"/>
            </p:cNvSpPr>
            <p:nvPr/>
          </p:nvSpPr>
          <p:spPr bwMode="auto">
            <a:xfrm>
              <a:off x="1980" y="2642"/>
              <a:ext cx="744" cy="450"/>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pPr algn="ctr">
                <a:defRPr/>
              </a:pPr>
              <a:endParaRPr lang="en-US">
                <a:solidFill>
                  <a:srgbClr val="0096D6"/>
                </a:solidFill>
                <a:ea typeface="MS PGothic" charset="0"/>
                <a:cs typeface="MS PGothic" charset="0"/>
              </a:endParaRPr>
            </a:p>
          </p:txBody>
        </p:sp>
        <p:grpSp>
          <p:nvGrpSpPr>
            <p:cNvPr id="129" name="Group 31"/>
            <p:cNvGrpSpPr>
              <a:grpSpLocks/>
            </p:cNvGrpSpPr>
            <p:nvPr/>
          </p:nvGrpSpPr>
          <p:grpSpPr bwMode="auto">
            <a:xfrm>
              <a:off x="1984" y="2647"/>
              <a:ext cx="735" cy="440"/>
              <a:chOff x="1984" y="2647"/>
              <a:chExt cx="735" cy="440"/>
            </a:xfrm>
            <a:grpFill/>
          </p:grpSpPr>
          <p:sp>
            <p:nvSpPr>
              <p:cNvPr id="147" name="Oval 22"/>
              <p:cNvSpPr>
                <a:spLocks noChangeArrowheads="1"/>
              </p:cNvSpPr>
              <p:nvPr/>
            </p:nvSpPr>
            <p:spPr bwMode="auto">
              <a:xfrm>
                <a:off x="2235" y="2647"/>
                <a:ext cx="320" cy="182"/>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8" name="Oval 23"/>
              <p:cNvSpPr>
                <a:spLocks noChangeArrowheads="1"/>
              </p:cNvSpPr>
              <p:nvPr/>
            </p:nvSpPr>
            <p:spPr bwMode="auto">
              <a:xfrm>
                <a:off x="2058" y="2695"/>
                <a:ext cx="246" cy="182"/>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9" name="Oval 24"/>
              <p:cNvSpPr>
                <a:spLocks noChangeArrowheads="1"/>
              </p:cNvSpPr>
              <p:nvPr/>
            </p:nvSpPr>
            <p:spPr bwMode="auto">
              <a:xfrm>
                <a:off x="1984" y="2804"/>
                <a:ext cx="165" cy="149"/>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0" name="Oval 25"/>
              <p:cNvSpPr>
                <a:spLocks noChangeArrowheads="1"/>
              </p:cNvSpPr>
              <p:nvPr/>
            </p:nvSpPr>
            <p:spPr bwMode="auto">
              <a:xfrm>
                <a:off x="2033" y="2870"/>
                <a:ext cx="250" cy="160"/>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1" name="Oval 26"/>
              <p:cNvSpPr>
                <a:spLocks noChangeArrowheads="1"/>
              </p:cNvSpPr>
              <p:nvPr/>
            </p:nvSpPr>
            <p:spPr bwMode="auto">
              <a:xfrm>
                <a:off x="2210" y="2896"/>
                <a:ext cx="372" cy="191"/>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2" name="Oval 27"/>
              <p:cNvSpPr>
                <a:spLocks noChangeArrowheads="1"/>
              </p:cNvSpPr>
              <p:nvPr/>
            </p:nvSpPr>
            <p:spPr bwMode="auto">
              <a:xfrm>
                <a:off x="2446" y="2700"/>
                <a:ext cx="239" cy="143"/>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3" name="Oval 28"/>
              <p:cNvSpPr>
                <a:spLocks noChangeArrowheads="1"/>
              </p:cNvSpPr>
              <p:nvPr/>
            </p:nvSpPr>
            <p:spPr bwMode="auto">
              <a:xfrm>
                <a:off x="2482" y="2792"/>
                <a:ext cx="237" cy="143"/>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4" name="Oval 29"/>
              <p:cNvSpPr>
                <a:spLocks noChangeArrowheads="1"/>
              </p:cNvSpPr>
              <p:nvPr/>
            </p:nvSpPr>
            <p:spPr bwMode="auto">
              <a:xfrm>
                <a:off x="2461" y="2822"/>
                <a:ext cx="235" cy="235"/>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55" name="Oval 30"/>
              <p:cNvSpPr>
                <a:spLocks noChangeArrowheads="1"/>
              </p:cNvSpPr>
              <p:nvPr/>
            </p:nvSpPr>
            <p:spPr bwMode="auto">
              <a:xfrm>
                <a:off x="2117" y="2751"/>
                <a:ext cx="477" cy="235"/>
              </a:xfrm>
              <a:prstGeom prst="ellipse">
                <a:avLst/>
              </a:pr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grpSp>
        <p:grpSp>
          <p:nvGrpSpPr>
            <p:cNvPr id="130" name="Group 48"/>
            <p:cNvGrpSpPr>
              <a:grpSpLocks/>
            </p:cNvGrpSpPr>
            <p:nvPr/>
          </p:nvGrpSpPr>
          <p:grpSpPr bwMode="auto">
            <a:xfrm>
              <a:off x="1982" y="2644"/>
              <a:ext cx="738" cy="444"/>
              <a:chOff x="1982" y="2644"/>
              <a:chExt cx="738" cy="444"/>
            </a:xfrm>
            <a:grpFill/>
          </p:grpSpPr>
          <p:sp>
            <p:nvSpPr>
              <p:cNvPr id="131" name="Freeform 32"/>
              <p:cNvSpPr>
                <a:spLocks/>
              </p:cNvSpPr>
              <p:nvPr/>
            </p:nvSpPr>
            <p:spPr bwMode="auto">
              <a:xfrm>
                <a:off x="2242" y="2644"/>
                <a:ext cx="304" cy="93"/>
              </a:xfrm>
              <a:custGeom>
                <a:avLst/>
                <a:gdLst>
                  <a:gd name="T0" fmla="*/ 171 w 171"/>
                  <a:gd name="T1" fmla="*/ 33 h 53"/>
                  <a:gd name="T2" fmla="*/ 87 w 171"/>
                  <a:gd name="T3" fmla="*/ 1 h 53"/>
                  <a:gd name="T4" fmla="*/ 0 w 171"/>
                  <a:gd name="T5" fmla="*/ 36 h 53"/>
                  <a:gd name="T6" fmla="*/ 87 w 171"/>
                  <a:gd name="T7" fmla="*/ 53 h 53"/>
                  <a:gd name="T8" fmla="*/ 171 w 171"/>
                  <a:gd name="T9" fmla="*/ 33 h 53"/>
                </a:gdLst>
                <a:ahLst/>
                <a:cxnLst>
                  <a:cxn ang="0">
                    <a:pos x="T0" y="T1"/>
                  </a:cxn>
                  <a:cxn ang="0">
                    <a:pos x="T2" y="T3"/>
                  </a:cxn>
                  <a:cxn ang="0">
                    <a:pos x="T4" y="T5"/>
                  </a:cxn>
                  <a:cxn ang="0">
                    <a:pos x="T6" y="T7"/>
                  </a:cxn>
                  <a:cxn ang="0">
                    <a:pos x="T8" y="T9"/>
                  </a:cxn>
                </a:cxnLst>
                <a:rect l="0" t="0" r="r" b="b"/>
                <a:pathLst>
                  <a:path w="171" h="53">
                    <a:moveTo>
                      <a:pt x="171" y="33"/>
                    </a:moveTo>
                    <a:cubicBezTo>
                      <a:pt x="157" y="13"/>
                      <a:pt x="124" y="1"/>
                      <a:pt x="87" y="1"/>
                    </a:cubicBezTo>
                    <a:cubicBezTo>
                      <a:pt x="47" y="0"/>
                      <a:pt x="13" y="15"/>
                      <a:pt x="0" y="36"/>
                    </a:cubicBezTo>
                    <a:lnTo>
                      <a:pt x="87" y="53"/>
                    </a:lnTo>
                    <a:lnTo>
                      <a:pt x="171" y="3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32" name="Arc 33"/>
              <p:cNvSpPr>
                <a:spLocks/>
              </p:cNvSpPr>
              <p:nvPr/>
            </p:nvSpPr>
            <p:spPr bwMode="auto">
              <a:xfrm>
                <a:off x="2246" y="2648"/>
                <a:ext cx="298" cy="90"/>
              </a:xfrm>
              <a:custGeom>
                <a:avLst/>
                <a:gdLst>
                  <a:gd name="G0" fmla="+- 20454 0 0"/>
                  <a:gd name="G1" fmla="+- 21600 0 0"/>
                  <a:gd name="G2" fmla="+- 21600 0 0"/>
                  <a:gd name="T0" fmla="*/ 0 w 40401"/>
                  <a:gd name="T1" fmla="*/ 14657 h 21600"/>
                  <a:gd name="T2" fmla="*/ 40401 w 40401"/>
                  <a:gd name="T3" fmla="*/ 13313 h 21600"/>
                  <a:gd name="T4" fmla="*/ 20454 w 40401"/>
                  <a:gd name="T5" fmla="*/ 21600 h 21600"/>
                </a:gdLst>
                <a:ahLst/>
                <a:cxnLst>
                  <a:cxn ang="0">
                    <a:pos x="T0" y="T1"/>
                  </a:cxn>
                  <a:cxn ang="0">
                    <a:pos x="T2" y="T3"/>
                  </a:cxn>
                  <a:cxn ang="0">
                    <a:pos x="T4" y="T5"/>
                  </a:cxn>
                </a:cxnLst>
                <a:rect l="0" t="0" r="r" b="b"/>
                <a:pathLst>
                  <a:path w="40401" h="21600" fill="none" extrusionOk="0">
                    <a:moveTo>
                      <a:pt x="0" y="14657"/>
                    </a:moveTo>
                    <a:cubicBezTo>
                      <a:pt x="2974" y="5894"/>
                      <a:pt x="11200" y="-1"/>
                      <a:pt x="20454" y="0"/>
                    </a:cubicBezTo>
                    <a:cubicBezTo>
                      <a:pt x="29182" y="0"/>
                      <a:pt x="37052" y="5252"/>
                      <a:pt x="40401" y="13312"/>
                    </a:cubicBezTo>
                  </a:path>
                  <a:path w="40401" h="21600" stroke="0" extrusionOk="0">
                    <a:moveTo>
                      <a:pt x="0" y="14657"/>
                    </a:moveTo>
                    <a:cubicBezTo>
                      <a:pt x="2974" y="5894"/>
                      <a:pt x="11200" y="-1"/>
                      <a:pt x="20454" y="0"/>
                    </a:cubicBezTo>
                    <a:cubicBezTo>
                      <a:pt x="29182" y="0"/>
                      <a:pt x="37052" y="5252"/>
                      <a:pt x="40401" y="13312"/>
                    </a:cubicBezTo>
                    <a:lnTo>
                      <a:pt x="20454" y="21600"/>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33" name="Freeform 34"/>
              <p:cNvSpPr>
                <a:spLocks/>
              </p:cNvSpPr>
              <p:nvPr/>
            </p:nvSpPr>
            <p:spPr bwMode="auto">
              <a:xfrm>
                <a:off x="2057" y="2693"/>
                <a:ext cx="190" cy="111"/>
              </a:xfrm>
              <a:custGeom>
                <a:avLst/>
                <a:gdLst>
                  <a:gd name="T0" fmla="*/ 107 w 107"/>
                  <a:gd name="T1" fmla="*/ 7 h 63"/>
                  <a:gd name="T2" fmla="*/ 70 w 107"/>
                  <a:gd name="T3" fmla="*/ 0 h 63"/>
                  <a:gd name="T4" fmla="*/ 1 w 107"/>
                  <a:gd name="T5" fmla="*/ 52 h 63"/>
                  <a:gd name="T6" fmla="*/ 2 w 107"/>
                  <a:gd name="T7" fmla="*/ 63 h 63"/>
                  <a:gd name="T8" fmla="*/ 70 w 107"/>
                  <a:gd name="T9" fmla="*/ 52 h 63"/>
                  <a:gd name="T10" fmla="*/ 107 w 107"/>
                  <a:gd name="T11" fmla="*/ 7 h 63"/>
                </a:gdLst>
                <a:ahLst/>
                <a:cxnLst>
                  <a:cxn ang="0">
                    <a:pos x="T0" y="T1"/>
                  </a:cxn>
                  <a:cxn ang="0">
                    <a:pos x="T2" y="T3"/>
                  </a:cxn>
                  <a:cxn ang="0">
                    <a:pos x="T4" y="T5"/>
                  </a:cxn>
                  <a:cxn ang="0">
                    <a:pos x="T6" y="T7"/>
                  </a:cxn>
                  <a:cxn ang="0">
                    <a:pos x="T8" y="T9"/>
                  </a:cxn>
                  <a:cxn ang="0">
                    <a:pos x="T10" y="T11"/>
                  </a:cxn>
                </a:cxnLst>
                <a:rect l="0" t="0" r="r" b="b"/>
                <a:pathLst>
                  <a:path w="107" h="63">
                    <a:moveTo>
                      <a:pt x="107" y="7"/>
                    </a:moveTo>
                    <a:cubicBezTo>
                      <a:pt x="96" y="2"/>
                      <a:pt x="83" y="0"/>
                      <a:pt x="70" y="0"/>
                    </a:cubicBezTo>
                    <a:cubicBezTo>
                      <a:pt x="32" y="0"/>
                      <a:pt x="1" y="23"/>
                      <a:pt x="1" y="52"/>
                    </a:cubicBezTo>
                    <a:cubicBezTo>
                      <a:pt x="0" y="55"/>
                      <a:pt x="1" y="59"/>
                      <a:pt x="2" y="63"/>
                    </a:cubicBezTo>
                    <a:lnTo>
                      <a:pt x="70" y="52"/>
                    </a:lnTo>
                    <a:lnTo>
                      <a:pt x="107" y="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34" name="Arc 35"/>
              <p:cNvSpPr>
                <a:spLocks/>
              </p:cNvSpPr>
              <p:nvPr/>
            </p:nvSpPr>
            <p:spPr bwMode="auto">
              <a:xfrm>
                <a:off x="2060" y="2695"/>
                <a:ext cx="186" cy="109"/>
              </a:xfrm>
              <a:custGeom>
                <a:avLst/>
                <a:gdLst>
                  <a:gd name="G0" fmla="+- 21600 0 0"/>
                  <a:gd name="G1" fmla="+- 21600 0 0"/>
                  <a:gd name="G2" fmla="+- 21600 0 0"/>
                  <a:gd name="T0" fmla="*/ 496 w 33017"/>
                  <a:gd name="T1" fmla="*/ 26203 h 26203"/>
                  <a:gd name="T2" fmla="*/ 33017 w 33017"/>
                  <a:gd name="T3" fmla="*/ 3264 h 26203"/>
                  <a:gd name="T4" fmla="*/ 21600 w 33017"/>
                  <a:gd name="T5" fmla="*/ 21600 h 26203"/>
                </a:gdLst>
                <a:ahLst/>
                <a:cxnLst>
                  <a:cxn ang="0">
                    <a:pos x="T0" y="T1"/>
                  </a:cxn>
                  <a:cxn ang="0">
                    <a:pos x="T2" y="T3"/>
                  </a:cxn>
                  <a:cxn ang="0">
                    <a:pos x="T4" y="T5"/>
                  </a:cxn>
                </a:cxnLst>
                <a:rect l="0" t="0" r="r" b="b"/>
                <a:pathLst>
                  <a:path w="33017" h="26203" fill="none" extrusionOk="0">
                    <a:moveTo>
                      <a:pt x="496" y="26202"/>
                    </a:moveTo>
                    <a:cubicBezTo>
                      <a:pt x="166" y="24690"/>
                      <a:pt x="0" y="23147"/>
                      <a:pt x="0" y="21600"/>
                    </a:cubicBezTo>
                    <a:cubicBezTo>
                      <a:pt x="0" y="9670"/>
                      <a:pt x="9670" y="0"/>
                      <a:pt x="21600" y="0"/>
                    </a:cubicBezTo>
                    <a:cubicBezTo>
                      <a:pt x="25635" y="-1"/>
                      <a:pt x="29591" y="1130"/>
                      <a:pt x="33017" y="3263"/>
                    </a:cubicBezTo>
                  </a:path>
                  <a:path w="33017" h="26203" stroke="0" extrusionOk="0">
                    <a:moveTo>
                      <a:pt x="496" y="26202"/>
                    </a:moveTo>
                    <a:cubicBezTo>
                      <a:pt x="166" y="24690"/>
                      <a:pt x="0" y="23147"/>
                      <a:pt x="0" y="21600"/>
                    </a:cubicBezTo>
                    <a:cubicBezTo>
                      <a:pt x="0" y="9670"/>
                      <a:pt x="9670" y="0"/>
                      <a:pt x="21600" y="0"/>
                    </a:cubicBezTo>
                    <a:cubicBezTo>
                      <a:pt x="25635" y="-1"/>
                      <a:pt x="29591" y="1130"/>
                      <a:pt x="33017" y="3263"/>
                    </a:cubicBezTo>
                    <a:lnTo>
                      <a:pt x="21600" y="21600"/>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35" name="Freeform 36"/>
              <p:cNvSpPr>
                <a:spLocks/>
              </p:cNvSpPr>
              <p:nvPr/>
            </p:nvSpPr>
            <p:spPr bwMode="auto">
              <a:xfrm>
                <a:off x="2032" y="2944"/>
                <a:ext cx="190" cy="88"/>
              </a:xfrm>
              <a:custGeom>
                <a:avLst/>
                <a:gdLst>
                  <a:gd name="T0" fmla="*/ 0 w 107"/>
                  <a:gd name="T1" fmla="*/ 0 h 50"/>
                  <a:gd name="T2" fmla="*/ 0 w 107"/>
                  <a:gd name="T3" fmla="*/ 2 h 50"/>
                  <a:gd name="T4" fmla="*/ 72 w 107"/>
                  <a:gd name="T5" fmla="*/ 50 h 50"/>
                  <a:gd name="T6" fmla="*/ 107 w 107"/>
                  <a:gd name="T7" fmla="*/ 44 h 50"/>
                  <a:gd name="T8" fmla="*/ 72 w 107"/>
                  <a:gd name="T9" fmla="*/ 3 h 50"/>
                  <a:gd name="T10" fmla="*/ 0 w 107"/>
                  <a:gd name="T11" fmla="*/ 0 h 50"/>
                </a:gdLst>
                <a:ahLst/>
                <a:cxnLst>
                  <a:cxn ang="0">
                    <a:pos x="T0" y="T1"/>
                  </a:cxn>
                  <a:cxn ang="0">
                    <a:pos x="T2" y="T3"/>
                  </a:cxn>
                  <a:cxn ang="0">
                    <a:pos x="T4" y="T5"/>
                  </a:cxn>
                  <a:cxn ang="0">
                    <a:pos x="T6" y="T7"/>
                  </a:cxn>
                  <a:cxn ang="0">
                    <a:pos x="T8" y="T9"/>
                  </a:cxn>
                  <a:cxn ang="0">
                    <a:pos x="T10" y="T11"/>
                  </a:cxn>
                </a:cxnLst>
                <a:rect l="0" t="0" r="r" b="b"/>
                <a:pathLst>
                  <a:path w="107" h="50">
                    <a:moveTo>
                      <a:pt x="0" y="0"/>
                    </a:moveTo>
                    <a:cubicBezTo>
                      <a:pt x="0" y="1"/>
                      <a:pt x="0" y="2"/>
                      <a:pt x="0" y="2"/>
                    </a:cubicBezTo>
                    <a:cubicBezTo>
                      <a:pt x="0" y="28"/>
                      <a:pt x="32" y="50"/>
                      <a:pt x="72" y="50"/>
                    </a:cubicBezTo>
                    <a:cubicBezTo>
                      <a:pt x="84" y="50"/>
                      <a:pt x="96" y="47"/>
                      <a:pt x="107" y="44"/>
                    </a:cubicBezTo>
                    <a:lnTo>
                      <a:pt x="72" y="3"/>
                    </a:lnTo>
                    <a:lnTo>
                      <a:pt x="0"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36" name="Arc 37"/>
              <p:cNvSpPr>
                <a:spLocks/>
              </p:cNvSpPr>
              <p:nvPr/>
            </p:nvSpPr>
            <p:spPr bwMode="auto">
              <a:xfrm>
                <a:off x="2034" y="2945"/>
                <a:ext cx="187" cy="85"/>
              </a:xfrm>
              <a:custGeom>
                <a:avLst/>
                <a:gdLst>
                  <a:gd name="G0" fmla="+- 21600 0 0"/>
                  <a:gd name="G1" fmla="+- 954 0 0"/>
                  <a:gd name="G2" fmla="+- 21600 0 0"/>
                  <a:gd name="T0" fmla="*/ 32038 w 32038"/>
                  <a:gd name="T1" fmla="*/ 19865 h 22554"/>
                  <a:gd name="T2" fmla="*/ 21 w 32038"/>
                  <a:gd name="T3" fmla="*/ 0 h 22554"/>
                  <a:gd name="T4" fmla="*/ 21600 w 32038"/>
                  <a:gd name="T5" fmla="*/ 954 h 22554"/>
                </a:gdLst>
                <a:ahLst/>
                <a:cxnLst>
                  <a:cxn ang="0">
                    <a:pos x="T0" y="T1"/>
                  </a:cxn>
                  <a:cxn ang="0">
                    <a:pos x="T2" y="T3"/>
                  </a:cxn>
                  <a:cxn ang="0">
                    <a:pos x="T4" y="T5"/>
                  </a:cxn>
                </a:cxnLst>
                <a:rect l="0" t="0" r="r" b="b"/>
                <a:pathLst>
                  <a:path w="32038" h="22554" fill="none" extrusionOk="0">
                    <a:moveTo>
                      <a:pt x="32037" y="19864"/>
                    </a:moveTo>
                    <a:cubicBezTo>
                      <a:pt x="28841" y="21628"/>
                      <a:pt x="25250" y="22553"/>
                      <a:pt x="21600" y="22554"/>
                    </a:cubicBezTo>
                    <a:cubicBezTo>
                      <a:pt x="9670" y="22554"/>
                      <a:pt x="0" y="12883"/>
                      <a:pt x="0" y="954"/>
                    </a:cubicBezTo>
                    <a:cubicBezTo>
                      <a:pt x="-1" y="635"/>
                      <a:pt x="7" y="317"/>
                      <a:pt x="21" y="0"/>
                    </a:cubicBezTo>
                  </a:path>
                  <a:path w="32038" h="22554" stroke="0" extrusionOk="0">
                    <a:moveTo>
                      <a:pt x="32037" y="19864"/>
                    </a:moveTo>
                    <a:cubicBezTo>
                      <a:pt x="28841" y="21628"/>
                      <a:pt x="25250" y="22553"/>
                      <a:pt x="21600" y="22554"/>
                    </a:cubicBezTo>
                    <a:cubicBezTo>
                      <a:pt x="9670" y="22554"/>
                      <a:pt x="0" y="12883"/>
                      <a:pt x="0" y="954"/>
                    </a:cubicBezTo>
                    <a:cubicBezTo>
                      <a:pt x="-1" y="635"/>
                      <a:pt x="7" y="317"/>
                      <a:pt x="21" y="0"/>
                    </a:cubicBezTo>
                    <a:lnTo>
                      <a:pt x="21600" y="954"/>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37" name="Freeform 38"/>
              <p:cNvSpPr>
                <a:spLocks/>
              </p:cNvSpPr>
              <p:nvPr/>
            </p:nvSpPr>
            <p:spPr bwMode="auto">
              <a:xfrm>
                <a:off x="2542" y="2697"/>
                <a:ext cx="145" cy="107"/>
              </a:xfrm>
              <a:custGeom>
                <a:avLst/>
                <a:gdLst>
                  <a:gd name="T0" fmla="*/ 72 w 81"/>
                  <a:gd name="T1" fmla="*/ 61 h 61"/>
                  <a:gd name="T2" fmla="*/ 81 w 81"/>
                  <a:gd name="T3" fmla="*/ 41 h 61"/>
                  <a:gd name="T4" fmla="*/ 14 w 81"/>
                  <a:gd name="T5" fmla="*/ 1 h 61"/>
                  <a:gd name="T6" fmla="*/ 0 w 81"/>
                  <a:gd name="T7" fmla="*/ 1 h 61"/>
                  <a:gd name="T8" fmla="*/ 14 w 81"/>
                  <a:gd name="T9" fmla="*/ 41 h 61"/>
                  <a:gd name="T10" fmla="*/ 72 w 81"/>
                  <a:gd name="T11" fmla="*/ 61 h 61"/>
                </a:gdLst>
                <a:ahLst/>
                <a:cxnLst>
                  <a:cxn ang="0">
                    <a:pos x="T0" y="T1"/>
                  </a:cxn>
                  <a:cxn ang="0">
                    <a:pos x="T2" y="T3"/>
                  </a:cxn>
                  <a:cxn ang="0">
                    <a:pos x="T4" y="T5"/>
                  </a:cxn>
                  <a:cxn ang="0">
                    <a:pos x="T6" y="T7"/>
                  </a:cxn>
                  <a:cxn ang="0">
                    <a:pos x="T8" y="T9"/>
                  </a:cxn>
                  <a:cxn ang="0">
                    <a:pos x="T10" y="T11"/>
                  </a:cxn>
                </a:cxnLst>
                <a:rect l="0" t="0" r="r" b="b"/>
                <a:pathLst>
                  <a:path w="81" h="61">
                    <a:moveTo>
                      <a:pt x="72" y="61"/>
                    </a:moveTo>
                    <a:cubicBezTo>
                      <a:pt x="77" y="55"/>
                      <a:pt x="81" y="48"/>
                      <a:pt x="81" y="41"/>
                    </a:cubicBezTo>
                    <a:cubicBezTo>
                      <a:pt x="81" y="19"/>
                      <a:pt x="51" y="1"/>
                      <a:pt x="14" y="1"/>
                    </a:cubicBezTo>
                    <a:cubicBezTo>
                      <a:pt x="9" y="0"/>
                      <a:pt x="4" y="1"/>
                      <a:pt x="0" y="1"/>
                    </a:cubicBezTo>
                    <a:lnTo>
                      <a:pt x="14" y="41"/>
                    </a:lnTo>
                    <a:lnTo>
                      <a:pt x="72" y="6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38" name="Arc 39"/>
              <p:cNvSpPr>
                <a:spLocks/>
              </p:cNvSpPr>
              <p:nvPr/>
            </p:nvSpPr>
            <p:spPr bwMode="auto">
              <a:xfrm>
                <a:off x="2544" y="2700"/>
                <a:ext cx="141" cy="104"/>
              </a:xfrm>
              <a:custGeom>
                <a:avLst/>
                <a:gdLst>
                  <a:gd name="G0" fmla="+- 4373 0 0"/>
                  <a:gd name="G1" fmla="+- 21600 0 0"/>
                  <a:gd name="G2" fmla="+- 21600 0 0"/>
                  <a:gd name="T0" fmla="*/ 0 w 25973"/>
                  <a:gd name="T1" fmla="*/ 447 h 32468"/>
                  <a:gd name="T2" fmla="*/ 23040 w 25973"/>
                  <a:gd name="T3" fmla="*/ 32468 h 32468"/>
                  <a:gd name="T4" fmla="*/ 4373 w 25973"/>
                  <a:gd name="T5" fmla="*/ 21600 h 32468"/>
                </a:gdLst>
                <a:ahLst/>
                <a:cxnLst>
                  <a:cxn ang="0">
                    <a:pos x="T0" y="T1"/>
                  </a:cxn>
                  <a:cxn ang="0">
                    <a:pos x="T2" y="T3"/>
                  </a:cxn>
                  <a:cxn ang="0">
                    <a:pos x="T4" y="T5"/>
                  </a:cxn>
                </a:cxnLst>
                <a:rect l="0" t="0" r="r" b="b"/>
                <a:pathLst>
                  <a:path w="25973" h="32468" fill="none" extrusionOk="0">
                    <a:moveTo>
                      <a:pt x="0" y="447"/>
                    </a:moveTo>
                    <a:cubicBezTo>
                      <a:pt x="1438" y="149"/>
                      <a:pt x="2903" y="-1"/>
                      <a:pt x="4373" y="0"/>
                    </a:cubicBezTo>
                    <a:cubicBezTo>
                      <a:pt x="16302" y="0"/>
                      <a:pt x="25973" y="9670"/>
                      <a:pt x="25973" y="21600"/>
                    </a:cubicBezTo>
                    <a:cubicBezTo>
                      <a:pt x="25973" y="25418"/>
                      <a:pt x="24960" y="29168"/>
                      <a:pt x="23039" y="32467"/>
                    </a:cubicBezTo>
                  </a:path>
                  <a:path w="25973" h="32468" stroke="0" extrusionOk="0">
                    <a:moveTo>
                      <a:pt x="0" y="447"/>
                    </a:moveTo>
                    <a:cubicBezTo>
                      <a:pt x="1438" y="149"/>
                      <a:pt x="2903" y="-1"/>
                      <a:pt x="4373" y="0"/>
                    </a:cubicBezTo>
                    <a:cubicBezTo>
                      <a:pt x="16302" y="0"/>
                      <a:pt x="25973" y="9670"/>
                      <a:pt x="25973" y="21600"/>
                    </a:cubicBezTo>
                    <a:cubicBezTo>
                      <a:pt x="25973" y="25418"/>
                      <a:pt x="24960" y="29168"/>
                      <a:pt x="23039" y="32467"/>
                    </a:cubicBezTo>
                    <a:lnTo>
                      <a:pt x="4373" y="21600"/>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39" name="Freeform 40"/>
              <p:cNvSpPr>
                <a:spLocks/>
              </p:cNvSpPr>
              <p:nvPr/>
            </p:nvSpPr>
            <p:spPr bwMode="auto">
              <a:xfrm>
                <a:off x="2583" y="2803"/>
                <a:ext cx="137" cy="105"/>
              </a:xfrm>
              <a:custGeom>
                <a:avLst/>
                <a:gdLst>
                  <a:gd name="T0" fmla="*/ 62 w 77"/>
                  <a:gd name="T1" fmla="*/ 60 h 60"/>
                  <a:gd name="T2" fmla="*/ 77 w 77"/>
                  <a:gd name="T3" fmla="*/ 35 h 60"/>
                  <a:gd name="T4" fmla="*/ 48 w 77"/>
                  <a:gd name="T5" fmla="*/ 0 h 60"/>
                  <a:gd name="T6" fmla="*/ 0 w 77"/>
                  <a:gd name="T7" fmla="*/ 35 h 60"/>
                  <a:gd name="T8" fmla="*/ 62 w 77"/>
                  <a:gd name="T9" fmla="*/ 60 h 60"/>
                </a:gdLst>
                <a:ahLst/>
                <a:cxnLst>
                  <a:cxn ang="0">
                    <a:pos x="T0" y="T1"/>
                  </a:cxn>
                  <a:cxn ang="0">
                    <a:pos x="T2" y="T3"/>
                  </a:cxn>
                  <a:cxn ang="0">
                    <a:pos x="T4" y="T5"/>
                  </a:cxn>
                  <a:cxn ang="0">
                    <a:pos x="T6" y="T7"/>
                  </a:cxn>
                  <a:cxn ang="0">
                    <a:pos x="T8" y="T9"/>
                  </a:cxn>
                </a:cxnLst>
                <a:rect l="0" t="0" r="r" b="b"/>
                <a:pathLst>
                  <a:path w="77" h="60">
                    <a:moveTo>
                      <a:pt x="62" y="60"/>
                    </a:moveTo>
                    <a:cubicBezTo>
                      <a:pt x="71" y="53"/>
                      <a:pt x="77" y="44"/>
                      <a:pt x="77" y="35"/>
                    </a:cubicBezTo>
                    <a:cubicBezTo>
                      <a:pt x="77" y="21"/>
                      <a:pt x="66" y="9"/>
                      <a:pt x="48" y="0"/>
                    </a:cubicBezTo>
                    <a:lnTo>
                      <a:pt x="0" y="35"/>
                    </a:lnTo>
                    <a:lnTo>
                      <a:pt x="62" y="6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0" name="Arc 41"/>
              <p:cNvSpPr>
                <a:spLocks/>
              </p:cNvSpPr>
              <p:nvPr/>
            </p:nvSpPr>
            <p:spPr bwMode="auto">
              <a:xfrm>
                <a:off x="2583" y="2806"/>
                <a:ext cx="135" cy="103"/>
              </a:xfrm>
              <a:custGeom>
                <a:avLst/>
                <a:gdLst>
                  <a:gd name="G0" fmla="+- 0 0 0"/>
                  <a:gd name="G1" fmla="+- 16901 0 0"/>
                  <a:gd name="G2" fmla="+- 21600 0 0"/>
                  <a:gd name="T0" fmla="*/ 13451 w 21600"/>
                  <a:gd name="T1" fmla="*/ 0 h 29582"/>
                  <a:gd name="T2" fmla="*/ 17486 w 21600"/>
                  <a:gd name="T3" fmla="*/ 29582 h 29582"/>
                  <a:gd name="T4" fmla="*/ 0 w 21600"/>
                  <a:gd name="T5" fmla="*/ 16901 h 29582"/>
                </a:gdLst>
                <a:ahLst/>
                <a:cxnLst>
                  <a:cxn ang="0">
                    <a:pos x="T0" y="T1"/>
                  </a:cxn>
                  <a:cxn ang="0">
                    <a:pos x="T2" y="T3"/>
                  </a:cxn>
                  <a:cxn ang="0">
                    <a:pos x="T4" y="T5"/>
                  </a:cxn>
                </a:cxnLst>
                <a:rect l="0" t="0" r="r" b="b"/>
                <a:pathLst>
                  <a:path w="21600" h="29582" fill="none" extrusionOk="0">
                    <a:moveTo>
                      <a:pt x="13450" y="0"/>
                    </a:moveTo>
                    <a:cubicBezTo>
                      <a:pt x="18599" y="4098"/>
                      <a:pt x="21600" y="10320"/>
                      <a:pt x="21600" y="16901"/>
                    </a:cubicBezTo>
                    <a:cubicBezTo>
                      <a:pt x="21600" y="21456"/>
                      <a:pt x="20160" y="25894"/>
                      <a:pt x="17485" y="29581"/>
                    </a:cubicBezTo>
                  </a:path>
                  <a:path w="21600" h="29582" stroke="0" extrusionOk="0">
                    <a:moveTo>
                      <a:pt x="13450" y="0"/>
                    </a:moveTo>
                    <a:cubicBezTo>
                      <a:pt x="18599" y="4098"/>
                      <a:pt x="21600" y="10320"/>
                      <a:pt x="21600" y="16901"/>
                    </a:cubicBezTo>
                    <a:cubicBezTo>
                      <a:pt x="21600" y="21456"/>
                      <a:pt x="20160" y="25894"/>
                      <a:pt x="17485" y="29581"/>
                    </a:cubicBezTo>
                    <a:lnTo>
                      <a:pt x="0" y="16901"/>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41" name="Freeform 42"/>
              <p:cNvSpPr>
                <a:spLocks/>
              </p:cNvSpPr>
              <p:nvPr/>
            </p:nvSpPr>
            <p:spPr bwMode="auto">
              <a:xfrm>
                <a:off x="2537" y="2907"/>
                <a:ext cx="162" cy="153"/>
              </a:xfrm>
              <a:custGeom>
                <a:avLst/>
                <a:gdLst>
                  <a:gd name="T0" fmla="*/ 0 w 91"/>
                  <a:gd name="T1" fmla="*/ 83 h 87"/>
                  <a:gd name="T2" fmla="*/ 23 w 91"/>
                  <a:gd name="T3" fmla="*/ 87 h 87"/>
                  <a:gd name="T4" fmla="*/ 91 w 91"/>
                  <a:gd name="T5" fmla="*/ 20 h 87"/>
                  <a:gd name="T6" fmla="*/ 88 w 91"/>
                  <a:gd name="T7" fmla="*/ 0 h 87"/>
                  <a:gd name="T8" fmla="*/ 23 w 91"/>
                  <a:gd name="T9" fmla="*/ 20 h 87"/>
                  <a:gd name="T10" fmla="*/ 0 w 91"/>
                  <a:gd name="T11" fmla="*/ 83 h 87"/>
                </a:gdLst>
                <a:ahLst/>
                <a:cxnLst>
                  <a:cxn ang="0">
                    <a:pos x="T0" y="T1"/>
                  </a:cxn>
                  <a:cxn ang="0">
                    <a:pos x="T2" y="T3"/>
                  </a:cxn>
                  <a:cxn ang="0">
                    <a:pos x="T4" y="T5"/>
                  </a:cxn>
                  <a:cxn ang="0">
                    <a:pos x="T6" y="T7"/>
                  </a:cxn>
                  <a:cxn ang="0">
                    <a:pos x="T8" y="T9"/>
                  </a:cxn>
                  <a:cxn ang="0">
                    <a:pos x="T10" y="T11"/>
                  </a:cxn>
                </a:cxnLst>
                <a:rect l="0" t="0" r="r" b="b"/>
                <a:pathLst>
                  <a:path w="91" h="87">
                    <a:moveTo>
                      <a:pt x="0" y="83"/>
                    </a:moveTo>
                    <a:cubicBezTo>
                      <a:pt x="8" y="85"/>
                      <a:pt x="15" y="87"/>
                      <a:pt x="23" y="87"/>
                    </a:cubicBezTo>
                    <a:cubicBezTo>
                      <a:pt x="60" y="87"/>
                      <a:pt x="91" y="57"/>
                      <a:pt x="91" y="20"/>
                    </a:cubicBezTo>
                    <a:cubicBezTo>
                      <a:pt x="91" y="13"/>
                      <a:pt x="90" y="7"/>
                      <a:pt x="88" y="0"/>
                    </a:cubicBezTo>
                    <a:lnTo>
                      <a:pt x="23" y="20"/>
                    </a:lnTo>
                    <a:lnTo>
                      <a:pt x="0" y="8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2" name="Arc 43"/>
              <p:cNvSpPr>
                <a:spLocks/>
              </p:cNvSpPr>
              <p:nvPr/>
            </p:nvSpPr>
            <p:spPr bwMode="auto">
              <a:xfrm>
                <a:off x="2539" y="2909"/>
                <a:ext cx="158" cy="149"/>
              </a:xfrm>
              <a:custGeom>
                <a:avLst/>
                <a:gdLst>
                  <a:gd name="G0" fmla="+- 7008 0 0"/>
                  <a:gd name="G1" fmla="+- 6158 0 0"/>
                  <a:gd name="G2" fmla="+- 21600 0 0"/>
                  <a:gd name="T0" fmla="*/ 27712 w 28608"/>
                  <a:gd name="T1" fmla="*/ 0 h 27758"/>
                  <a:gd name="T2" fmla="*/ 0 w 28608"/>
                  <a:gd name="T3" fmla="*/ 26590 h 27758"/>
                  <a:gd name="T4" fmla="*/ 7008 w 28608"/>
                  <a:gd name="T5" fmla="*/ 6158 h 27758"/>
                </a:gdLst>
                <a:ahLst/>
                <a:cxnLst>
                  <a:cxn ang="0">
                    <a:pos x="T0" y="T1"/>
                  </a:cxn>
                  <a:cxn ang="0">
                    <a:pos x="T2" y="T3"/>
                  </a:cxn>
                  <a:cxn ang="0">
                    <a:pos x="T4" y="T5"/>
                  </a:cxn>
                </a:cxnLst>
                <a:rect l="0" t="0" r="r" b="b"/>
                <a:pathLst>
                  <a:path w="28608" h="27758" fill="none" extrusionOk="0">
                    <a:moveTo>
                      <a:pt x="27711" y="0"/>
                    </a:moveTo>
                    <a:cubicBezTo>
                      <a:pt x="28306" y="1998"/>
                      <a:pt x="28608" y="4072"/>
                      <a:pt x="28608" y="6158"/>
                    </a:cubicBezTo>
                    <a:cubicBezTo>
                      <a:pt x="28608" y="18087"/>
                      <a:pt x="18937" y="27758"/>
                      <a:pt x="7008" y="27758"/>
                    </a:cubicBezTo>
                    <a:cubicBezTo>
                      <a:pt x="4623" y="27758"/>
                      <a:pt x="2255" y="27363"/>
                      <a:pt x="0" y="26589"/>
                    </a:cubicBezTo>
                  </a:path>
                  <a:path w="28608" h="27758" stroke="0" extrusionOk="0">
                    <a:moveTo>
                      <a:pt x="27711" y="0"/>
                    </a:moveTo>
                    <a:cubicBezTo>
                      <a:pt x="28306" y="1998"/>
                      <a:pt x="28608" y="4072"/>
                      <a:pt x="28608" y="6158"/>
                    </a:cubicBezTo>
                    <a:cubicBezTo>
                      <a:pt x="28608" y="18087"/>
                      <a:pt x="18937" y="27758"/>
                      <a:pt x="7008" y="27758"/>
                    </a:cubicBezTo>
                    <a:cubicBezTo>
                      <a:pt x="4623" y="27758"/>
                      <a:pt x="2255" y="27363"/>
                      <a:pt x="0" y="26589"/>
                    </a:cubicBezTo>
                    <a:lnTo>
                      <a:pt x="7008" y="6158"/>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43" name="Freeform 44"/>
              <p:cNvSpPr>
                <a:spLocks/>
              </p:cNvSpPr>
              <p:nvPr/>
            </p:nvSpPr>
            <p:spPr bwMode="auto">
              <a:xfrm>
                <a:off x="1982" y="2803"/>
                <a:ext cx="89" cy="144"/>
              </a:xfrm>
              <a:custGeom>
                <a:avLst/>
                <a:gdLst>
                  <a:gd name="T0" fmla="*/ 47 w 50"/>
                  <a:gd name="T1" fmla="*/ 0 h 82"/>
                  <a:gd name="T2" fmla="*/ 1 w 50"/>
                  <a:gd name="T3" fmla="*/ 42 h 82"/>
                  <a:gd name="T4" fmla="*/ 30 w 50"/>
                  <a:gd name="T5" fmla="*/ 82 h 82"/>
                  <a:gd name="T6" fmla="*/ 50 w 50"/>
                  <a:gd name="T7" fmla="*/ 43 h 82"/>
                  <a:gd name="T8" fmla="*/ 47 w 50"/>
                  <a:gd name="T9" fmla="*/ 0 h 82"/>
                </a:gdLst>
                <a:ahLst/>
                <a:cxnLst>
                  <a:cxn ang="0">
                    <a:pos x="T0" y="T1"/>
                  </a:cxn>
                  <a:cxn ang="0">
                    <a:pos x="T2" y="T3"/>
                  </a:cxn>
                  <a:cxn ang="0">
                    <a:pos x="T4" y="T5"/>
                  </a:cxn>
                  <a:cxn ang="0">
                    <a:pos x="T6" y="T7"/>
                  </a:cxn>
                  <a:cxn ang="0">
                    <a:pos x="T8" y="T9"/>
                  </a:cxn>
                </a:cxnLst>
                <a:rect l="0" t="0" r="r" b="b"/>
                <a:pathLst>
                  <a:path w="50" h="82">
                    <a:moveTo>
                      <a:pt x="47" y="0"/>
                    </a:moveTo>
                    <a:cubicBezTo>
                      <a:pt x="21" y="1"/>
                      <a:pt x="1" y="20"/>
                      <a:pt x="1" y="42"/>
                    </a:cubicBezTo>
                    <a:cubicBezTo>
                      <a:pt x="0" y="59"/>
                      <a:pt x="12" y="75"/>
                      <a:pt x="30" y="82"/>
                    </a:cubicBezTo>
                    <a:lnTo>
                      <a:pt x="50" y="43"/>
                    </a:lnTo>
                    <a:lnTo>
                      <a:pt x="47"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4" name="Arc 45"/>
              <p:cNvSpPr>
                <a:spLocks/>
              </p:cNvSpPr>
              <p:nvPr/>
            </p:nvSpPr>
            <p:spPr bwMode="auto">
              <a:xfrm>
                <a:off x="1986" y="2806"/>
                <a:ext cx="85" cy="141"/>
              </a:xfrm>
              <a:custGeom>
                <a:avLst/>
                <a:gdLst>
                  <a:gd name="G0" fmla="+- 21600 0 0"/>
                  <a:gd name="G1" fmla="+- 21558 0 0"/>
                  <a:gd name="G2" fmla="+- 21600 0 0"/>
                  <a:gd name="T0" fmla="*/ 12873 w 21600"/>
                  <a:gd name="T1" fmla="*/ 41317 h 41317"/>
                  <a:gd name="T2" fmla="*/ 20251 w 21600"/>
                  <a:gd name="T3" fmla="*/ 0 h 41317"/>
                  <a:gd name="T4" fmla="*/ 21600 w 21600"/>
                  <a:gd name="T5" fmla="*/ 21558 h 41317"/>
                </a:gdLst>
                <a:ahLst/>
                <a:cxnLst>
                  <a:cxn ang="0">
                    <a:pos x="T0" y="T1"/>
                  </a:cxn>
                  <a:cxn ang="0">
                    <a:pos x="T2" y="T3"/>
                  </a:cxn>
                  <a:cxn ang="0">
                    <a:pos x="T4" y="T5"/>
                  </a:cxn>
                </a:cxnLst>
                <a:rect l="0" t="0" r="r" b="b"/>
                <a:pathLst>
                  <a:path w="21600" h="41317" fill="none" extrusionOk="0">
                    <a:moveTo>
                      <a:pt x="12873" y="41316"/>
                    </a:moveTo>
                    <a:cubicBezTo>
                      <a:pt x="5048" y="37860"/>
                      <a:pt x="0" y="30112"/>
                      <a:pt x="0" y="21558"/>
                    </a:cubicBezTo>
                    <a:cubicBezTo>
                      <a:pt x="-1" y="10152"/>
                      <a:pt x="8867" y="712"/>
                      <a:pt x="20251" y="0"/>
                    </a:cubicBezTo>
                  </a:path>
                  <a:path w="21600" h="41317" stroke="0" extrusionOk="0">
                    <a:moveTo>
                      <a:pt x="12873" y="41316"/>
                    </a:moveTo>
                    <a:cubicBezTo>
                      <a:pt x="5048" y="37860"/>
                      <a:pt x="0" y="30112"/>
                      <a:pt x="0" y="21558"/>
                    </a:cubicBezTo>
                    <a:cubicBezTo>
                      <a:pt x="-1" y="10152"/>
                      <a:pt x="8867" y="712"/>
                      <a:pt x="20251" y="0"/>
                    </a:cubicBezTo>
                    <a:lnTo>
                      <a:pt x="21600" y="21558"/>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sp>
            <p:nvSpPr>
              <p:cNvPr id="145" name="Freeform 46"/>
              <p:cNvSpPr>
                <a:spLocks/>
              </p:cNvSpPr>
              <p:nvPr/>
            </p:nvSpPr>
            <p:spPr bwMode="auto">
              <a:xfrm>
                <a:off x="2215" y="3000"/>
                <a:ext cx="327" cy="88"/>
              </a:xfrm>
              <a:custGeom>
                <a:avLst/>
                <a:gdLst>
                  <a:gd name="T0" fmla="*/ 0 w 184"/>
                  <a:gd name="T1" fmla="*/ 10 h 50"/>
                  <a:gd name="T2" fmla="*/ 100 w 184"/>
                  <a:gd name="T3" fmla="*/ 50 h 50"/>
                  <a:gd name="T4" fmla="*/ 184 w 184"/>
                  <a:gd name="T5" fmla="*/ 28 h 50"/>
                  <a:gd name="T6" fmla="*/ 100 w 184"/>
                  <a:gd name="T7" fmla="*/ 0 h 50"/>
                  <a:gd name="T8" fmla="*/ 0 w 184"/>
                  <a:gd name="T9" fmla="*/ 10 h 50"/>
                </a:gdLst>
                <a:ahLst/>
                <a:cxnLst>
                  <a:cxn ang="0">
                    <a:pos x="T0" y="T1"/>
                  </a:cxn>
                  <a:cxn ang="0">
                    <a:pos x="T2" y="T3"/>
                  </a:cxn>
                  <a:cxn ang="0">
                    <a:pos x="T4" y="T5"/>
                  </a:cxn>
                  <a:cxn ang="0">
                    <a:pos x="T6" y="T7"/>
                  </a:cxn>
                  <a:cxn ang="0">
                    <a:pos x="T8" y="T9"/>
                  </a:cxn>
                </a:cxnLst>
                <a:rect l="0" t="0" r="r" b="b"/>
                <a:pathLst>
                  <a:path w="184" h="50">
                    <a:moveTo>
                      <a:pt x="0" y="10"/>
                    </a:moveTo>
                    <a:cubicBezTo>
                      <a:pt x="9" y="33"/>
                      <a:pt x="51" y="50"/>
                      <a:pt x="100" y="50"/>
                    </a:cubicBezTo>
                    <a:cubicBezTo>
                      <a:pt x="134" y="49"/>
                      <a:pt x="165" y="41"/>
                      <a:pt x="184" y="28"/>
                    </a:cubicBezTo>
                    <a:lnTo>
                      <a:pt x="100" y="0"/>
                    </a:lnTo>
                    <a:lnTo>
                      <a:pt x="0" y="1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pPr algn="ctr">
                  <a:defRPr/>
                </a:pPr>
                <a:endParaRPr lang="en-US">
                  <a:solidFill>
                    <a:srgbClr val="0096D6"/>
                  </a:solidFill>
                  <a:ea typeface="MS PGothic" charset="0"/>
                  <a:cs typeface="MS PGothic" charset="0"/>
                </a:endParaRPr>
              </a:p>
            </p:txBody>
          </p:sp>
          <p:sp>
            <p:nvSpPr>
              <p:cNvPr id="146" name="Arc 47"/>
              <p:cNvSpPr>
                <a:spLocks/>
              </p:cNvSpPr>
              <p:nvPr/>
            </p:nvSpPr>
            <p:spPr bwMode="auto">
              <a:xfrm>
                <a:off x="2217" y="3000"/>
                <a:ext cx="323" cy="86"/>
              </a:xfrm>
              <a:custGeom>
                <a:avLst/>
                <a:gdLst>
                  <a:gd name="G0" fmla="+- 21124 0 0"/>
                  <a:gd name="G1" fmla="+- 0 0 0"/>
                  <a:gd name="G2" fmla="+- 21600 0 0"/>
                  <a:gd name="T0" fmla="*/ 38704 w 38704"/>
                  <a:gd name="T1" fmla="*/ 12550 h 21600"/>
                  <a:gd name="T2" fmla="*/ 0 w 38704"/>
                  <a:gd name="T3" fmla="*/ 4509 h 21600"/>
                  <a:gd name="T4" fmla="*/ 21124 w 38704"/>
                  <a:gd name="T5" fmla="*/ 0 h 21600"/>
                </a:gdLst>
                <a:ahLst/>
                <a:cxnLst>
                  <a:cxn ang="0">
                    <a:pos x="T0" y="T1"/>
                  </a:cxn>
                  <a:cxn ang="0">
                    <a:pos x="T2" y="T3"/>
                  </a:cxn>
                  <a:cxn ang="0">
                    <a:pos x="T4" y="T5"/>
                  </a:cxn>
                </a:cxnLst>
                <a:rect l="0" t="0" r="r" b="b"/>
                <a:pathLst>
                  <a:path w="38704" h="21600" fill="none" extrusionOk="0">
                    <a:moveTo>
                      <a:pt x="38704" y="12550"/>
                    </a:moveTo>
                    <a:cubicBezTo>
                      <a:pt x="34649" y="18229"/>
                      <a:pt x="28101" y="21599"/>
                      <a:pt x="21124" y="21600"/>
                    </a:cubicBezTo>
                    <a:cubicBezTo>
                      <a:pt x="10932" y="21600"/>
                      <a:pt x="2127" y="14476"/>
                      <a:pt x="-1" y="4509"/>
                    </a:cubicBezTo>
                  </a:path>
                  <a:path w="38704" h="21600" stroke="0" extrusionOk="0">
                    <a:moveTo>
                      <a:pt x="38704" y="12550"/>
                    </a:moveTo>
                    <a:cubicBezTo>
                      <a:pt x="34649" y="18229"/>
                      <a:pt x="28101" y="21599"/>
                      <a:pt x="21124" y="21600"/>
                    </a:cubicBezTo>
                    <a:cubicBezTo>
                      <a:pt x="10932" y="21600"/>
                      <a:pt x="2127" y="14476"/>
                      <a:pt x="-1" y="4509"/>
                    </a:cubicBezTo>
                    <a:lnTo>
                      <a:pt x="21124" y="0"/>
                    </a:lnTo>
                    <a:close/>
                  </a:path>
                </a:pathLst>
              </a:custGeom>
              <a:grpFill/>
              <a:ln w="6350">
                <a:solidFill>
                  <a:srgbClr val="6C8F93"/>
                </a:solidFill>
                <a:prstDash val="solid"/>
                <a:round/>
                <a:headEnd/>
                <a:tailEnd/>
              </a:ln>
              <a:extLst/>
            </p:spPr>
            <p:txBody>
              <a:bodyPr/>
              <a:lstStyle/>
              <a:p>
                <a:pPr algn="ctr">
                  <a:defRPr/>
                </a:pPr>
                <a:endParaRPr lang="en-US">
                  <a:solidFill>
                    <a:srgbClr val="0096D6"/>
                  </a:solidFill>
                  <a:ea typeface="MS PGothic" charset="0"/>
                  <a:cs typeface="MS PGothic" charset="0"/>
                </a:endParaRPr>
              </a:p>
            </p:txBody>
          </p:sp>
        </p:grpSp>
      </p:grpSp>
      <p:sp>
        <p:nvSpPr>
          <p:cNvPr id="1033" name="Flowchart: Magnetic Disk 1032"/>
          <p:cNvSpPr>
            <a:spLocks noChangeArrowheads="1"/>
          </p:cNvSpPr>
          <p:nvPr/>
        </p:nvSpPr>
        <p:spPr bwMode="auto">
          <a:xfrm>
            <a:off x="4319588" y="3005138"/>
            <a:ext cx="923925" cy="422275"/>
          </a:xfrm>
          <a:prstGeom prst="flowChartMagneticDisk">
            <a:avLst/>
          </a:prstGeom>
          <a:solidFill>
            <a:srgbClr val="D9D9D9"/>
          </a:solidFill>
          <a:ln w="6350">
            <a:solidFill>
              <a:srgbClr val="000000"/>
            </a:solidFill>
            <a:round/>
            <a:headEnd/>
            <a:tailEnd/>
          </a:ln>
          <a:effectLst>
            <a:outerShdw blurRad="76200" dist="50800" dir="5400000" algn="ctr" rotWithShape="0">
              <a:srgbClr val="808080">
                <a:alpha val="26999"/>
              </a:srgbClr>
            </a:outerShdw>
          </a:effectLst>
        </p:spPr>
        <p:txBody>
          <a:bodyPr lIns="68681" tIns="34340" rIns="68681" bIns="34340" anchor="ctr"/>
          <a:lstStyle/>
          <a:p>
            <a:pPr algn="ctr">
              <a:defRPr/>
            </a:pPr>
            <a:endParaRPr lang="en-US" dirty="0">
              <a:solidFill>
                <a:srgbClr val="FFFFFF"/>
              </a:solidFill>
              <a:latin typeface="Arial"/>
              <a:ea typeface="+mn-ea"/>
            </a:endParaRPr>
          </a:p>
        </p:txBody>
      </p:sp>
      <p:sp>
        <p:nvSpPr>
          <p:cNvPr id="168" name="TextBox 167"/>
          <p:cNvSpPr txBox="1"/>
          <p:nvPr/>
        </p:nvSpPr>
        <p:spPr>
          <a:xfrm>
            <a:off x="4468813" y="3151188"/>
            <a:ext cx="639762" cy="207962"/>
          </a:xfrm>
          <a:prstGeom prst="rect">
            <a:avLst/>
          </a:prstGeom>
          <a:noFill/>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900">
                <a:solidFill>
                  <a:srgbClr val="000000"/>
                </a:solidFill>
                <a:effectLst>
                  <a:outerShdw blurRad="38100" dist="38100" dir="2700000" algn="tl">
                    <a:srgbClr val="C0C0C0"/>
                  </a:outerShdw>
                </a:effectLst>
              </a:rPr>
              <a:t>bootflash:</a:t>
            </a:r>
          </a:p>
        </p:txBody>
      </p:sp>
      <p:sp>
        <p:nvSpPr>
          <p:cNvPr id="50" name="Rectangle 49"/>
          <p:cNvSpPr/>
          <p:nvPr/>
        </p:nvSpPr>
        <p:spPr>
          <a:xfrm>
            <a:off x="8005763" y="2643188"/>
            <a:ext cx="371475" cy="192087"/>
          </a:xfrm>
          <a:prstGeom prst="rect">
            <a:avLst/>
          </a:prstGeom>
        </p:spPr>
        <p:txBody>
          <a:bodyPr wrap="non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Apps</a:t>
            </a:r>
          </a:p>
        </p:txBody>
      </p:sp>
      <p:pic>
        <p:nvPicPr>
          <p:cNvPr id="75823" name="Picture 4" descr="http://png-2.findicons.com/files/icons/2711/free_icons_for_windows8_metro/512/64bit.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8278813" y="3805238"/>
            <a:ext cx="198437" cy="198437"/>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75824" name="Rectangle 175"/>
          <p:cNvSpPr>
            <a:spLocks noChangeArrowheads="1"/>
          </p:cNvSpPr>
          <p:nvPr/>
        </p:nvSpPr>
        <p:spPr bwMode="auto">
          <a:xfrm>
            <a:off x="450402" y="1574605"/>
            <a:ext cx="3464494" cy="191601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lIns="68681" tIns="34340" rIns="68681" bIns="34340">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sz="2000" dirty="0">
                <a:solidFill>
                  <a:srgbClr val="39393B"/>
                </a:solidFill>
              </a:rPr>
              <a:t>It’s an open Linux environment, decoupled from NX-OS</a:t>
            </a:r>
            <a:r>
              <a:rPr lang="en-US" altLang="en-US" sz="2000" dirty="0" smtClean="0">
                <a:solidFill>
                  <a:srgbClr val="39393B"/>
                </a:solidFill>
              </a:rPr>
              <a:t>.</a:t>
            </a:r>
          </a:p>
          <a:p>
            <a:endParaRPr lang="en-US" altLang="en-US" sz="2000" dirty="0">
              <a:solidFill>
                <a:srgbClr val="39393B"/>
              </a:solidFill>
            </a:endParaRPr>
          </a:p>
          <a:p>
            <a:r>
              <a:rPr lang="en-US" altLang="en-US" sz="2000" dirty="0">
                <a:solidFill>
                  <a:srgbClr val="39393B"/>
                </a:solidFill>
              </a:rPr>
              <a:t>64-bit CentOS </a:t>
            </a:r>
            <a:r>
              <a:rPr lang="en-US" altLang="en-US" sz="2000" dirty="0" smtClean="0">
                <a:solidFill>
                  <a:srgbClr val="39393B"/>
                </a:solidFill>
              </a:rPr>
              <a:t>7.</a:t>
            </a:r>
            <a:r>
              <a:rPr lang="en-US" altLang="en-US" sz="2000" dirty="0">
                <a:solidFill>
                  <a:srgbClr val="39393B"/>
                </a:solidFill>
              </a:rPr>
              <a:t/>
            </a:r>
            <a:br>
              <a:rPr lang="en-US" altLang="en-US" sz="2000" dirty="0">
                <a:solidFill>
                  <a:srgbClr val="39393B"/>
                </a:solidFill>
              </a:rPr>
            </a:br>
            <a:endParaRPr lang="en-US" altLang="en-US" sz="2000" dirty="0">
              <a:solidFill>
                <a:srgbClr val="39393B"/>
              </a:solidFill>
            </a:endParaRPr>
          </a:p>
        </p:txBody>
      </p:sp>
      <p:sp>
        <p:nvSpPr>
          <p:cNvPr id="156" name="Rounded Rectangle 155"/>
          <p:cNvSpPr/>
          <p:nvPr/>
        </p:nvSpPr>
        <p:spPr>
          <a:xfrm>
            <a:off x="7629204" y="3119424"/>
            <a:ext cx="819688" cy="519126"/>
          </a:xfrm>
          <a:prstGeom prst="roundRect">
            <a:avLst/>
          </a:prstGeom>
          <a:solidFill>
            <a:schemeClr val="accent1">
              <a:lumMod val="40000"/>
              <a:lumOff val="60000"/>
            </a:schemeClr>
          </a:solidFill>
          <a:ln>
            <a:noFill/>
          </a:ln>
          <a:effectLst>
            <a:outerShdw blurRad="76200" dist="50800" dir="5400000" algn="ctr" rotWithShape="0">
              <a:srgbClr val="000000">
                <a:alpha val="27000"/>
              </a:srgbClr>
            </a:outerShdw>
          </a:effectLst>
          <a:scene3d>
            <a:camera prst="orthographicFront"/>
            <a:lightRig rig="threePt" dir="t"/>
          </a:scene3d>
          <a:sp3d>
            <a:bevelT/>
          </a:sp3d>
        </p:spPr>
        <p:style>
          <a:lnRef idx="2">
            <a:schemeClr val="accent1">
              <a:shade val="50000"/>
            </a:schemeClr>
          </a:lnRef>
          <a:fillRef idx="1">
            <a:schemeClr val="accent1"/>
          </a:fillRef>
          <a:effectRef idx="0">
            <a:schemeClr val="accent1"/>
          </a:effectRef>
          <a:fontRef idx="minor">
            <a:schemeClr val="lt1"/>
          </a:fontRef>
        </p:style>
        <p:txBody>
          <a:bodyPr lIns="68681" tIns="34340" rIns="68681" bIns="34340" anchor="ct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gn="ctr"/>
            <a:r>
              <a:rPr lang="en-US" altLang="en-US" sz="800">
                <a:solidFill>
                  <a:srgbClr val="000000"/>
                </a:solidFill>
                <a:effectLst>
                  <a:outerShdw blurRad="38100" dist="38100" dir="2700000" algn="tl">
                    <a:srgbClr val="C0C0C0"/>
                  </a:outerShdw>
                </a:effectLst>
              </a:rPr>
              <a:t>Cisco Packages</a:t>
            </a:r>
          </a:p>
        </p:txBody>
      </p:sp>
      <p:pic>
        <p:nvPicPr>
          <p:cNvPr id="75833" name="Picture 3"/>
          <p:cNvPicPr>
            <a:picLocks noChangeAspect="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7762875" y="2611438"/>
            <a:ext cx="228600" cy="2286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pic>
        <p:nvPicPr>
          <p:cNvPr id="75834" name="Picture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357938" y="3976688"/>
            <a:ext cx="1690687" cy="242887"/>
          </a:xfrm>
          <a:prstGeom prst="rect">
            <a:avLst/>
          </a:prstGeom>
          <a:solidFill>
            <a:schemeClr val="bg1"/>
          </a:solidFill>
          <a:ln>
            <a:noFill/>
          </a:ln>
          <a:extLst>
            <a:ext uri="{91240B29-F687-4f45-9708-019B960494DF}">
              <a14:hiddenLine xmlns="" xmlns:a14="http://schemas.microsoft.com/office/drawing/2010/main" w="9525">
                <a:solidFill>
                  <a:schemeClr val="tx1"/>
                </a:solidFill>
                <a:miter lim="800000"/>
                <a:headEnd/>
                <a:tailEnd/>
              </a14:hiddenLine>
            </a:ext>
          </a:extLst>
        </p:spPr>
      </p:pic>
      <p:sp>
        <p:nvSpPr>
          <p:cNvPr id="3" name="Slide Number Placeholder 2"/>
          <p:cNvSpPr>
            <a:spLocks noGrp="1"/>
          </p:cNvSpPr>
          <p:nvPr>
            <p:ph type="sldNum" sz="quarter" idx="4"/>
          </p:nvPr>
        </p:nvSpPr>
        <p:spPr/>
        <p:txBody>
          <a:bodyPr/>
          <a:lstStyle/>
          <a:p>
            <a:fld id="{96A97DD0-5BE7-4856-A2A9-C42C6688E607}" type="slidenum">
              <a:rPr lang="en-US" smtClean="0"/>
              <a:pPr/>
              <a:t>10</a:t>
            </a:fld>
            <a:endParaRPr lang="en-US" dirty="0"/>
          </a:p>
        </p:txBody>
      </p:sp>
    </p:spTree>
    <p:extLst>
      <p:ext uri="{BB962C8B-B14F-4D97-AF65-F5344CB8AC3E}">
        <p14:creationId xmlns:p14="http://schemas.microsoft.com/office/powerpoint/2010/main" val="75662310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Title 1"/>
          <p:cNvSpPr>
            <a:spLocks noGrp="1"/>
          </p:cNvSpPr>
          <p:nvPr>
            <p:ph type="title"/>
          </p:nvPr>
        </p:nvSpPr>
        <p:spPr>
          <a:xfrm>
            <a:off x="352925" y="-19050"/>
            <a:ext cx="8513064" cy="765432"/>
          </a:xfrm>
        </p:spPr>
        <p:txBody>
          <a:bodyPr anchor="ctr"/>
          <a:lstStyle/>
          <a:p>
            <a:r>
              <a:rPr lang="en-US" altLang="en-US" dirty="0"/>
              <a:t>Richly Populated Repositories for 3rd Party Apps</a:t>
            </a:r>
          </a:p>
        </p:txBody>
      </p:sp>
      <p:sp>
        <p:nvSpPr>
          <p:cNvPr id="3" name="Slide Number Placeholder 2"/>
          <p:cNvSpPr>
            <a:spLocks noGrp="1"/>
          </p:cNvSpPr>
          <p:nvPr>
            <p:ph type="sldNum" sz="quarter" idx="4"/>
          </p:nvPr>
        </p:nvSpPr>
        <p:spPr/>
        <p:txBody>
          <a:bodyPr/>
          <a:lstStyle/>
          <a:p>
            <a:fld id="{96A97DD0-5BE7-4856-A2A9-C42C6688E607}" type="slidenum">
              <a:rPr lang="en-US" smtClean="0"/>
              <a:pPr/>
              <a:t>11</a:t>
            </a:fld>
            <a:endParaRPr lang="en-US" dirty="0"/>
          </a:p>
        </p:txBody>
      </p:sp>
      <p:pic>
        <p:nvPicPr>
          <p:cNvPr id="6" name="그림 5"/>
          <p:cNvPicPr>
            <a:picLocks noChangeAspect="1"/>
          </p:cNvPicPr>
          <p:nvPr/>
        </p:nvPicPr>
        <p:blipFill rotWithShape="1">
          <a:blip r:embed="rId3">
            <a:extLst>
              <a:ext uri="{28A0092B-C50C-407E-A947-70E740481C1C}">
                <a14:useLocalDpi xmlns:a14="http://schemas.microsoft.com/office/drawing/2010/main" val="0"/>
              </a:ext>
            </a:extLst>
          </a:blip>
          <a:srcRect b="28376"/>
          <a:stretch/>
        </p:blipFill>
        <p:spPr>
          <a:xfrm>
            <a:off x="457200" y="873376"/>
            <a:ext cx="6739844" cy="3679574"/>
          </a:xfrm>
          <a:prstGeom prst="rect">
            <a:avLst/>
          </a:prstGeom>
        </p:spPr>
      </p:pic>
      <p:sp>
        <p:nvSpPr>
          <p:cNvPr id="9" name="Rectangle 26"/>
          <p:cNvSpPr/>
          <p:nvPr/>
        </p:nvSpPr>
        <p:spPr>
          <a:xfrm>
            <a:off x="2819400" y="2114550"/>
            <a:ext cx="2522378" cy="3048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텍스트 상자 7"/>
          <p:cNvSpPr txBox="1"/>
          <p:nvPr/>
        </p:nvSpPr>
        <p:spPr>
          <a:xfrm flipH="1">
            <a:off x="5562600" y="1785693"/>
            <a:ext cx="2417342" cy="738664"/>
          </a:xfrm>
          <a:prstGeom prst="rect">
            <a:avLst/>
          </a:prstGeom>
          <a:noFill/>
        </p:spPr>
        <p:txBody>
          <a:bodyPr wrap="square" rtlCol="0">
            <a:spAutoFit/>
          </a:bodyPr>
          <a:lstStyle/>
          <a:p>
            <a:pPr>
              <a:spcBef>
                <a:spcPts val="600"/>
              </a:spcBef>
            </a:pPr>
            <a:r>
              <a:rPr kumimoji="1" lang="en-US" altLang="ko-KR" sz="1400" b="1" dirty="0" err="1" smtClean="0">
                <a:solidFill>
                  <a:srgbClr val="FF0000"/>
                </a:solidFill>
              </a:rPr>
              <a:t>chvrf</a:t>
            </a:r>
            <a:r>
              <a:rPr kumimoji="1" lang="en-US" altLang="ko-KR" sz="1400" b="1" dirty="0" smtClean="0">
                <a:solidFill>
                  <a:srgbClr val="FF0000"/>
                </a:solidFill>
              </a:rPr>
              <a:t> </a:t>
            </a:r>
            <a:r>
              <a:rPr kumimoji="1" lang="en-US" altLang="ko-KR" sz="1400" b="1" dirty="0" smtClean="0">
                <a:solidFill>
                  <a:srgbClr val="FFC000"/>
                </a:solidFill>
              </a:rPr>
              <a:t>utility used to select VRF ( i.e. network namespace)</a:t>
            </a:r>
            <a:endParaRPr kumimoji="1" lang="ko-KR" altLang="en-US" sz="1400" b="1" dirty="0" err="1" smtClean="0">
              <a:solidFill>
                <a:srgbClr val="FFC000"/>
              </a:solidFill>
            </a:endParaRPr>
          </a:p>
        </p:txBody>
      </p:sp>
    </p:spTree>
    <p:extLst>
      <p:ext uri="{BB962C8B-B14F-4D97-AF65-F5344CB8AC3E}">
        <p14:creationId xmlns:p14="http://schemas.microsoft.com/office/powerpoint/2010/main" val="81806599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슬라이드 번호 개체 틀 3"/>
          <p:cNvSpPr>
            <a:spLocks noGrp="1"/>
          </p:cNvSpPr>
          <p:nvPr>
            <p:ph type="sldNum" sz="quarter" idx="4"/>
          </p:nvPr>
        </p:nvSpPr>
        <p:spPr/>
        <p:txBody>
          <a:bodyPr/>
          <a:lstStyle/>
          <a:p>
            <a:fld id="{96A97DD0-5BE7-4856-A2A9-C42C6688E607}" type="slidenum">
              <a:rPr lang="uk-UA" smtClean="0"/>
              <a:pPr/>
              <a:t>12</a:t>
            </a:fld>
            <a:endParaRPr lang="uk-UA" dirty="0"/>
          </a:p>
        </p:txBody>
      </p:sp>
      <p:sp>
        <p:nvSpPr>
          <p:cNvPr id="5" name="제목 4"/>
          <p:cNvSpPr>
            <a:spLocks noGrp="1"/>
          </p:cNvSpPr>
          <p:nvPr>
            <p:ph type="title"/>
          </p:nvPr>
        </p:nvSpPr>
        <p:spPr>
          <a:xfrm>
            <a:off x="315468" y="0"/>
            <a:ext cx="8513064" cy="765432"/>
          </a:xfrm>
        </p:spPr>
        <p:txBody>
          <a:bodyPr anchor="ctr"/>
          <a:lstStyle/>
          <a:p>
            <a:r>
              <a:rPr kumimoji="1" lang="en-US" altLang="ko-KR" dirty="0" smtClean="0"/>
              <a:t>Install 3</a:t>
            </a:r>
            <a:r>
              <a:rPr kumimoji="1" lang="en-US" altLang="ko-KR" baseline="30000" dirty="0" smtClean="0"/>
              <a:t>rd</a:t>
            </a:r>
            <a:r>
              <a:rPr kumimoji="1" lang="en-US" altLang="ko-KR" dirty="0" smtClean="0"/>
              <a:t> party package via YUM </a:t>
            </a:r>
            <a:endParaRPr kumimoji="1" lang="ko-KR" altLang="en-US" dirty="0"/>
          </a:p>
        </p:txBody>
      </p:sp>
      <p:pic>
        <p:nvPicPr>
          <p:cNvPr id="6" name="그림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870744"/>
            <a:ext cx="6878514" cy="3453606"/>
          </a:xfrm>
          <a:prstGeom prst="rect">
            <a:avLst/>
          </a:prstGeom>
        </p:spPr>
      </p:pic>
      <p:sp>
        <p:nvSpPr>
          <p:cNvPr id="7" name="Rectangle 26"/>
          <p:cNvSpPr/>
          <p:nvPr/>
        </p:nvSpPr>
        <p:spPr>
          <a:xfrm>
            <a:off x="2895600" y="846138"/>
            <a:ext cx="3962400" cy="3810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106896626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Title 1"/>
          <p:cNvSpPr>
            <a:spLocks noGrp="1"/>
          </p:cNvSpPr>
          <p:nvPr>
            <p:ph type="title"/>
          </p:nvPr>
        </p:nvSpPr>
        <p:spPr>
          <a:xfrm>
            <a:off x="352925" y="-19050"/>
            <a:ext cx="8513064" cy="765432"/>
          </a:xfrm>
        </p:spPr>
        <p:txBody>
          <a:bodyPr/>
          <a:lstStyle/>
          <a:p>
            <a:r>
              <a:rPr lang="en-US" altLang="en-US" dirty="0"/>
              <a:t>Linux Networking </a:t>
            </a:r>
            <a:r>
              <a:rPr lang="en-US" altLang="en-US" dirty="0" smtClean="0"/>
              <a:t>Is Possible </a:t>
            </a:r>
            <a:r>
              <a:rPr lang="en-US" altLang="en-US" dirty="0"/>
              <a:t>F</a:t>
            </a:r>
            <a:r>
              <a:rPr lang="en-US" altLang="en-US" dirty="0" smtClean="0"/>
              <a:t>rom </a:t>
            </a:r>
            <a:r>
              <a:rPr lang="en-US" altLang="en-US" dirty="0"/>
              <a:t>the Guest Shell</a:t>
            </a:r>
          </a:p>
        </p:txBody>
      </p:sp>
      <p:sp>
        <p:nvSpPr>
          <p:cNvPr id="96262" name="TextBox 1"/>
          <p:cNvSpPr txBox="1">
            <a:spLocks noChangeArrowheads="1"/>
          </p:cNvSpPr>
          <p:nvPr/>
        </p:nvSpPr>
        <p:spPr bwMode="auto">
          <a:xfrm>
            <a:off x="274760" y="3790950"/>
            <a:ext cx="8546873" cy="1320361"/>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MS PGothic" panose="020B0600070205080204" pitchFamily="34" charset="-128"/>
              </a:defRPr>
            </a:lvl1pPr>
            <a:lvl2pPr marL="742950" indent="-285750">
              <a:defRPr sz="2400">
                <a:solidFill>
                  <a:schemeClr val="tx1"/>
                </a:solidFill>
                <a:latin typeface="Arial" panose="020B0604020202020204" pitchFamily="34" charset="0"/>
                <a:ea typeface="MS PGothic" panose="020B0600070205080204" pitchFamily="34" charset="-128"/>
              </a:defRPr>
            </a:lvl2pPr>
            <a:lvl3pPr marL="1143000" indent="-228600">
              <a:defRPr sz="2400">
                <a:solidFill>
                  <a:schemeClr val="tx1"/>
                </a:solidFill>
                <a:latin typeface="Arial" panose="020B0604020202020204" pitchFamily="34" charset="0"/>
                <a:ea typeface="MS PGothic" panose="020B0600070205080204" pitchFamily="34" charset="-128"/>
              </a:defRPr>
            </a:lvl3pPr>
            <a:lvl4pPr marL="1600200" indent="-228600">
              <a:defRPr sz="2400">
                <a:solidFill>
                  <a:schemeClr val="tx1"/>
                </a:solidFill>
                <a:latin typeface="Arial" panose="020B0604020202020204" pitchFamily="34" charset="0"/>
                <a:ea typeface="MS PGothic" panose="020B0600070205080204" pitchFamily="34" charset="-128"/>
              </a:defRPr>
            </a:lvl4pPr>
            <a:lvl5pPr marL="2057400" indent="-228600">
              <a:defRPr sz="2400">
                <a:solidFill>
                  <a:schemeClr val="tx1"/>
                </a:solidFill>
                <a:latin typeface="Arial" panose="020B0604020202020204" pitchFamily="34" charset="0"/>
                <a:ea typeface="MS PGothic" panose="020B0600070205080204" pitchFamily="34" charset="-128"/>
              </a:defRPr>
            </a:lvl5pPr>
            <a:lvl6pPr marL="25146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72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a:lnSpc>
                <a:spcPct val="90000"/>
              </a:lnSpc>
              <a:spcBef>
                <a:spcPts val="600"/>
              </a:spcBef>
            </a:pPr>
            <a:r>
              <a:rPr lang="en-US" altLang="en-US" sz="1800" dirty="0">
                <a:solidFill>
                  <a:srgbClr val="39393B"/>
                </a:solidFill>
              </a:rPr>
              <a:t>Only read access is allowed from the guest shell. </a:t>
            </a:r>
          </a:p>
          <a:p>
            <a:pPr>
              <a:lnSpc>
                <a:spcPct val="90000"/>
              </a:lnSpc>
              <a:spcBef>
                <a:spcPts val="600"/>
              </a:spcBef>
            </a:pPr>
            <a:r>
              <a:rPr lang="en-US" altLang="en-US" sz="1800" dirty="0">
                <a:solidFill>
                  <a:srgbClr val="39393B"/>
                </a:solidFill>
              </a:rPr>
              <a:t>For write access (interface </a:t>
            </a:r>
            <a:r>
              <a:rPr lang="en-US" altLang="en-US" sz="1800" dirty="0" smtClean="0">
                <a:solidFill>
                  <a:srgbClr val="39393B"/>
                </a:solidFill>
              </a:rPr>
              <a:t>configuration)</a:t>
            </a:r>
          </a:p>
          <a:p>
            <a:pPr>
              <a:lnSpc>
                <a:spcPct val="90000"/>
              </a:lnSpc>
              <a:spcBef>
                <a:spcPts val="600"/>
              </a:spcBef>
            </a:pPr>
            <a:r>
              <a:rPr lang="en-US" altLang="en-US" sz="1800" dirty="0">
                <a:solidFill>
                  <a:srgbClr val="39393B"/>
                </a:solidFill>
              </a:rPr>
              <a:t> </a:t>
            </a:r>
            <a:r>
              <a:rPr lang="en-US" altLang="en-US" sz="1800" dirty="0" smtClean="0">
                <a:solidFill>
                  <a:srgbClr val="39393B"/>
                </a:solidFill>
              </a:rPr>
              <a:t> 1) use </a:t>
            </a:r>
            <a:r>
              <a:rPr lang="en-US" altLang="en-US" sz="1800" dirty="0">
                <a:solidFill>
                  <a:srgbClr val="39393B"/>
                </a:solidFill>
              </a:rPr>
              <a:t>the native shell</a:t>
            </a:r>
            <a:r>
              <a:rPr lang="en-US" altLang="en-US" sz="1800" dirty="0" smtClean="0">
                <a:solidFill>
                  <a:srgbClr val="39393B"/>
                </a:solidFill>
              </a:rPr>
              <a:t>.</a:t>
            </a:r>
          </a:p>
          <a:p>
            <a:pPr>
              <a:lnSpc>
                <a:spcPct val="90000"/>
              </a:lnSpc>
              <a:spcBef>
                <a:spcPts val="600"/>
              </a:spcBef>
            </a:pPr>
            <a:r>
              <a:rPr lang="en-US" altLang="en-US" sz="1800" dirty="0" smtClean="0">
                <a:solidFill>
                  <a:srgbClr val="39393B"/>
                </a:solidFill>
              </a:rPr>
              <a:t>  2) use </a:t>
            </a:r>
            <a:r>
              <a:rPr lang="en-US" altLang="en-US" sz="1800" dirty="0" err="1" smtClean="0">
                <a:solidFill>
                  <a:srgbClr val="FF0000"/>
                </a:solidFill>
              </a:rPr>
              <a:t>dohost</a:t>
            </a:r>
            <a:r>
              <a:rPr lang="en-US" altLang="en-US" sz="1800" dirty="0" smtClean="0">
                <a:solidFill>
                  <a:srgbClr val="FF0000"/>
                </a:solidFill>
              </a:rPr>
              <a:t> </a:t>
            </a:r>
            <a:r>
              <a:rPr lang="en-US" altLang="en-US" sz="1800" dirty="0" smtClean="0">
                <a:solidFill>
                  <a:srgbClr val="39393B"/>
                </a:solidFill>
              </a:rPr>
              <a:t>utility </a:t>
            </a:r>
            <a:endParaRPr lang="en-US" altLang="en-US" sz="1800" dirty="0">
              <a:solidFill>
                <a:srgbClr val="39393B"/>
              </a:solidFill>
            </a:endParaRPr>
          </a:p>
        </p:txBody>
      </p:sp>
      <p:sp>
        <p:nvSpPr>
          <p:cNvPr id="3" name="Slide Number Placeholder 2"/>
          <p:cNvSpPr>
            <a:spLocks noGrp="1"/>
          </p:cNvSpPr>
          <p:nvPr>
            <p:ph type="sldNum" sz="quarter" idx="4"/>
          </p:nvPr>
        </p:nvSpPr>
        <p:spPr/>
        <p:txBody>
          <a:bodyPr/>
          <a:lstStyle/>
          <a:p>
            <a:fld id="{96A97DD0-5BE7-4856-A2A9-C42C6688E607}" type="slidenum">
              <a:rPr lang="en-US" smtClean="0"/>
              <a:pPr/>
              <a:t>13</a:t>
            </a:fld>
            <a:endParaRPr lang="en-US" dirty="0"/>
          </a:p>
        </p:txBody>
      </p:sp>
      <p:pic>
        <p:nvPicPr>
          <p:cNvPr id="2" name="그림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9100" y="1060851"/>
            <a:ext cx="8386270" cy="2577699"/>
          </a:xfrm>
          <a:prstGeom prst="rect">
            <a:avLst/>
          </a:prstGeom>
        </p:spPr>
      </p:pic>
      <p:sp>
        <p:nvSpPr>
          <p:cNvPr id="7" name="Rectangle 26"/>
          <p:cNvSpPr/>
          <p:nvPr/>
        </p:nvSpPr>
        <p:spPr>
          <a:xfrm>
            <a:off x="509897" y="1657350"/>
            <a:ext cx="3757303"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Rectangle 26"/>
          <p:cNvSpPr/>
          <p:nvPr/>
        </p:nvSpPr>
        <p:spPr>
          <a:xfrm>
            <a:off x="2419028" y="1079991"/>
            <a:ext cx="3757303" cy="2286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645383728"/>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626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6262" grpId="0"/>
      <p:bldP spid="7" grpId="0" animBg="1"/>
      <p:bldP spid="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52925" y="53718"/>
            <a:ext cx="8513064" cy="765432"/>
          </a:xfrm>
        </p:spPr>
        <p:txBody>
          <a:bodyPr anchor="ctr"/>
          <a:lstStyle/>
          <a:p>
            <a:r>
              <a:rPr kumimoji="1" lang="en-US" altLang="ko-KR" dirty="0" smtClean="0"/>
              <a:t>Use </a:t>
            </a:r>
            <a:r>
              <a:rPr kumimoji="1" lang="en-US" altLang="ko-KR" dirty="0" err="1" smtClean="0"/>
              <a:t>dohost</a:t>
            </a:r>
            <a:r>
              <a:rPr kumimoji="1" lang="en-US" altLang="ko-KR" dirty="0" smtClean="0"/>
              <a:t> utility </a:t>
            </a:r>
            <a:endParaRPr kumimoji="1" lang="ko-KR" altLang="en-US" dirty="0"/>
          </a:p>
        </p:txBody>
      </p:sp>
      <p:sp>
        <p:nvSpPr>
          <p:cNvPr id="4" name="슬라이드 번호 개체 틀 3"/>
          <p:cNvSpPr>
            <a:spLocks noGrp="1"/>
          </p:cNvSpPr>
          <p:nvPr>
            <p:ph type="sldNum" sz="quarter" idx="4"/>
          </p:nvPr>
        </p:nvSpPr>
        <p:spPr/>
        <p:txBody>
          <a:bodyPr/>
          <a:lstStyle/>
          <a:p>
            <a:fld id="{96A97DD0-5BE7-4856-A2A9-C42C6688E607}" type="slidenum">
              <a:rPr lang="uk-UA" smtClean="0"/>
              <a:pPr/>
              <a:t>14</a:t>
            </a:fld>
            <a:endParaRPr lang="uk-UA" dirty="0"/>
          </a:p>
        </p:txBody>
      </p:sp>
      <p:pic>
        <p:nvPicPr>
          <p:cNvPr id="5" name="그림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1112169"/>
            <a:ext cx="8424660" cy="1611981"/>
          </a:xfrm>
          <a:prstGeom prst="rect">
            <a:avLst/>
          </a:prstGeom>
        </p:spPr>
      </p:pic>
      <p:sp>
        <p:nvSpPr>
          <p:cNvPr id="6" name="텍스트 상자 5"/>
          <p:cNvSpPr txBox="1"/>
          <p:nvPr/>
        </p:nvSpPr>
        <p:spPr>
          <a:xfrm>
            <a:off x="1219200" y="3105150"/>
            <a:ext cx="6683240" cy="424732"/>
          </a:xfrm>
          <a:prstGeom prst="rect">
            <a:avLst/>
          </a:prstGeom>
          <a:noFill/>
        </p:spPr>
        <p:txBody>
          <a:bodyPr wrap="none" rtlCol="0">
            <a:spAutoFit/>
          </a:bodyPr>
          <a:lstStyle/>
          <a:p>
            <a:pPr>
              <a:lnSpc>
                <a:spcPct val="90000"/>
              </a:lnSpc>
              <a:spcBef>
                <a:spcPts val="600"/>
              </a:spcBef>
            </a:pPr>
            <a:r>
              <a:rPr kumimoji="1" lang="en-US" altLang="ko-KR" sz="2400" b="1" dirty="0" smtClean="0"/>
              <a:t># </a:t>
            </a:r>
            <a:r>
              <a:rPr kumimoji="1" lang="en-US" altLang="ko-KR" sz="2400" b="1" dirty="0" err="1" smtClean="0">
                <a:solidFill>
                  <a:srgbClr val="FF0000"/>
                </a:solidFill>
              </a:rPr>
              <a:t>dohost</a:t>
            </a:r>
            <a:r>
              <a:rPr kumimoji="1" lang="en-US" altLang="ko-KR" sz="2400" b="1" dirty="0" smtClean="0"/>
              <a:t>  “CLI command for configuration “ </a:t>
            </a:r>
            <a:endParaRPr kumimoji="1" lang="ko-KR" altLang="en-US" sz="2400" b="1" dirty="0" err="1" smtClean="0"/>
          </a:p>
        </p:txBody>
      </p:sp>
      <p:sp>
        <p:nvSpPr>
          <p:cNvPr id="7" name="Rectangle 26"/>
          <p:cNvSpPr/>
          <p:nvPr/>
        </p:nvSpPr>
        <p:spPr>
          <a:xfrm>
            <a:off x="457200" y="1112169"/>
            <a:ext cx="8408789" cy="39278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Rectangle 26"/>
          <p:cNvSpPr/>
          <p:nvPr/>
        </p:nvSpPr>
        <p:spPr>
          <a:xfrm>
            <a:off x="735211" y="2321667"/>
            <a:ext cx="3608189" cy="25008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Tree>
    <p:extLst>
      <p:ext uri="{BB962C8B-B14F-4D97-AF65-F5344CB8AC3E}">
        <p14:creationId xmlns:p14="http://schemas.microsoft.com/office/powerpoint/2010/main" val="2044657454"/>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extBox 64"/>
          <p:cNvSpPr txBox="1">
            <a:spLocks noChangeArrowheads="1"/>
          </p:cNvSpPr>
          <p:nvPr/>
        </p:nvSpPr>
        <p:spPr bwMode="auto">
          <a:xfrm>
            <a:off x="3468688" y="4733925"/>
            <a:ext cx="201612" cy="346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7" tIns="34289" rIns="68577" bIns="34289">
            <a:spAutoFit/>
          </a:bodyPr>
          <a:lstStyle>
            <a:lvl1pPr defTabSz="455613">
              <a:defRPr sz="2400">
                <a:solidFill>
                  <a:schemeClr val="tx1"/>
                </a:solidFill>
                <a:latin typeface="Arial" panose="020B0604020202020204" pitchFamily="34" charset="0"/>
                <a:ea typeface="MS PGothic" panose="020B0600070205080204" pitchFamily="34" charset="-128"/>
              </a:defRPr>
            </a:lvl1pPr>
            <a:lvl2pPr marL="742950" indent="-285750" defTabSz="455613">
              <a:defRPr sz="2400">
                <a:solidFill>
                  <a:schemeClr val="tx1"/>
                </a:solidFill>
                <a:latin typeface="Arial" panose="020B0604020202020204" pitchFamily="34" charset="0"/>
                <a:ea typeface="MS PGothic" panose="020B0600070205080204" pitchFamily="34" charset="-128"/>
              </a:defRPr>
            </a:lvl2pPr>
            <a:lvl3pPr marL="1143000" indent="-228600" defTabSz="455613">
              <a:defRPr sz="2400">
                <a:solidFill>
                  <a:schemeClr val="tx1"/>
                </a:solidFill>
                <a:latin typeface="Arial" panose="020B0604020202020204" pitchFamily="34" charset="0"/>
                <a:ea typeface="MS PGothic" panose="020B0600070205080204" pitchFamily="34" charset="-128"/>
              </a:defRPr>
            </a:lvl3pPr>
            <a:lvl4pPr marL="1600200" indent="-228600" defTabSz="455613">
              <a:defRPr sz="2400">
                <a:solidFill>
                  <a:schemeClr val="tx1"/>
                </a:solidFill>
                <a:latin typeface="Arial" panose="020B0604020202020204" pitchFamily="34" charset="0"/>
                <a:ea typeface="MS PGothic" panose="020B0600070205080204" pitchFamily="34" charset="-128"/>
              </a:defRPr>
            </a:lvl4pPr>
            <a:lvl5pPr marL="2057400" indent="-228600" defTabSz="455613">
              <a:defRPr sz="2400">
                <a:solidFill>
                  <a:schemeClr val="tx1"/>
                </a:solidFill>
                <a:latin typeface="Arial" panose="020B0604020202020204" pitchFamily="34" charset="0"/>
                <a:ea typeface="MS PGothic" panose="020B0600070205080204" pitchFamily="34" charset="-128"/>
              </a:defRPr>
            </a:lvl5pPr>
            <a:lvl6pPr marL="25146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solidFill>
                  <a:srgbClr val="000000"/>
                </a:solidFill>
              </a:rPr>
              <a:t> </a:t>
            </a:r>
          </a:p>
        </p:txBody>
      </p:sp>
      <p:sp>
        <p:nvSpPr>
          <p:cNvPr id="90114" name="Title 3"/>
          <p:cNvSpPr>
            <a:spLocks noGrp="1"/>
          </p:cNvSpPr>
          <p:nvPr>
            <p:ph type="title"/>
          </p:nvPr>
        </p:nvSpPr>
        <p:spPr>
          <a:xfrm>
            <a:off x="352925" y="-19050"/>
            <a:ext cx="8513064" cy="765432"/>
          </a:xfrm>
        </p:spPr>
        <p:txBody>
          <a:bodyPr/>
          <a:lstStyle/>
          <a:p>
            <a:r>
              <a:rPr lang="en-US" altLang="en-US" dirty="0"/>
              <a:t>The Guest Shell is Secure</a:t>
            </a:r>
          </a:p>
        </p:txBody>
      </p:sp>
      <p:sp>
        <p:nvSpPr>
          <p:cNvPr id="7" name="Rectangle 2"/>
          <p:cNvSpPr>
            <a:spLocks noChangeArrowheads="1"/>
          </p:cNvSpPr>
          <p:nvPr/>
        </p:nvSpPr>
        <p:spPr bwMode="auto">
          <a:xfrm>
            <a:off x="260350" y="1086920"/>
            <a:ext cx="8629650" cy="279615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a:spAutoFit/>
          </a:bodyPr>
          <a:lstStyle/>
          <a:p>
            <a:pPr marL="285750" indent="-285750">
              <a:lnSpc>
                <a:spcPct val="120000"/>
              </a:lnSpc>
              <a:buFont typeface="Arial"/>
              <a:buChar char="•"/>
              <a:defRPr/>
            </a:pPr>
            <a:r>
              <a:rPr lang="en-US" sz="2100" dirty="0">
                <a:latin typeface="Arial" charset="0"/>
                <a:ea typeface="MS PGothic" charset="0"/>
                <a:cs typeface="MS PGothic" charset="0"/>
              </a:rPr>
              <a:t>Namespaces are separate, resource usage is controlled, access is controlled.</a:t>
            </a:r>
          </a:p>
          <a:p>
            <a:pPr marL="285750" indent="-285750">
              <a:lnSpc>
                <a:spcPct val="120000"/>
              </a:lnSpc>
              <a:buFont typeface="Arial"/>
              <a:buChar char="•"/>
              <a:defRPr/>
            </a:pPr>
            <a:r>
              <a:rPr lang="en-US" sz="2100" dirty="0">
                <a:latin typeface="Arial" charset="0"/>
                <a:ea typeface="MS PGothic" charset="0"/>
                <a:cs typeface="MS PGothic" charset="0"/>
              </a:rPr>
              <a:t>No visibility into Cisco proprietary software (cannot read, write, or execute NX-OS binaries). </a:t>
            </a:r>
          </a:p>
          <a:p>
            <a:pPr marL="285750" indent="-285750">
              <a:lnSpc>
                <a:spcPct val="120000"/>
              </a:lnSpc>
              <a:buFont typeface="Arial"/>
              <a:buChar char="•"/>
              <a:defRPr/>
            </a:pPr>
            <a:r>
              <a:rPr lang="en-US" sz="2100" dirty="0">
                <a:latin typeface="Arial" charset="0"/>
                <a:ea typeface="MS PGothic" charset="0"/>
                <a:cs typeface="MS PGothic" charset="0"/>
              </a:rPr>
              <a:t>No visibility into Cisco proprietary disk partitions. </a:t>
            </a:r>
          </a:p>
          <a:p>
            <a:pPr marL="285750" indent="-285750">
              <a:lnSpc>
                <a:spcPct val="120000"/>
              </a:lnSpc>
              <a:buFont typeface="Arial"/>
              <a:buChar char="•"/>
              <a:defRPr/>
            </a:pPr>
            <a:r>
              <a:rPr lang="en-US" sz="2100" dirty="0">
                <a:latin typeface="Arial" charset="0"/>
                <a:ea typeface="MS PGothic" charset="0"/>
                <a:cs typeface="MS PGothic" charset="0"/>
              </a:rPr>
              <a:t>No access to internal, Cisco proprietary drivers.</a:t>
            </a:r>
          </a:p>
          <a:p>
            <a:pPr marL="285750" indent="-285750">
              <a:lnSpc>
                <a:spcPct val="120000"/>
              </a:lnSpc>
              <a:buFont typeface="Arial"/>
              <a:buChar char="•"/>
              <a:defRPr/>
            </a:pPr>
            <a:r>
              <a:rPr lang="en-US" sz="2100" dirty="0">
                <a:latin typeface="Arial" charset="0"/>
                <a:ea typeface="MS PGothic" charset="0"/>
                <a:cs typeface="MS PGothic" charset="0"/>
              </a:rPr>
              <a:t>No ability to load kernel drivers.</a:t>
            </a:r>
          </a:p>
        </p:txBody>
      </p:sp>
      <p:sp>
        <p:nvSpPr>
          <p:cNvPr id="3" name="Slide Number Placeholder 2"/>
          <p:cNvSpPr>
            <a:spLocks noGrp="1"/>
          </p:cNvSpPr>
          <p:nvPr>
            <p:ph type="sldNum" sz="quarter" idx="4"/>
          </p:nvPr>
        </p:nvSpPr>
        <p:spPr/>
        <p:txBody>
          <a:bodyPr/>
          <a:lstStyle/>
          <a:p>
            <a:fld id="{96A97DD0-5BE7-4856-A2A9-C42C6688E607}" type="slidenum">
              <a:rPr lang="en-US" smtClean="0"/>
              <a:pPr/>
              <a:t>15</a:t>
            </a:fld>
            <a:endParaRPr lang="en-US" dirty="0"/>
          </a:p>
        </p:txBody>
      </p:sp>
    </p:spTree>
    <p:extLst>
      <p:ext uri="{BB962C8B-B14F-4D97-AF65-F5344CB8AC3E}">
        <p14:creationId xmlns:p14="http://schemas.microsoft.com/office/powerpoint/2010/main" val="18191511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Rectangle 39"/>
          <p:cNvSpPr/>
          <p:nvPr/>
        </p:nvSpPr>
        <p:spPr bwMode="auto">
          <a:xfrm>
            <a:off x="228600" y="4713706"/>
            <a:ext cx="8382000" cy="438150"/>
          </a:xfrm>
          <a:prstGeom prst="rect">
            <a:avLst/>
          </a:prstGeom>
          <a:solidFill>
            <a:schemeClr val="bg1"/>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smtClean="0">
              <a:solidFill>
                <a:schemeClr val="bg1"/>
              </a:solidFill>
              <a:ea typeface="Arial" pitchFamily="-107" charset="0"/>
              <a:cs typeface="Arial" pitchFamily="-107" charset="0"/>
              <a:sym typeface="Arial" pitchFamily="-107" charset="0"/>
            </a:endParaRPr>
          </a:p>
        </p:txBody>
      </p:sp>
      <p:sp>
        <p:nvSpPr>
          <p:cNvPr id="48" name="Rectangle 47"/>
          <p:cNvSpPr/>
          <p:nvPr/>
        </p:nvSpPr>
        <p:spPr bwMode="auto">
          <a:xfrm>
            <a:off x="457200" y="2961105"/>
            <a:ext cx="8382000" cy="1896645"/>
          </a:xfrm>
          <a:prstGeom prst="rect">
            <a:avLst/>
          </a:prstGeom>
          <a:solidFill>
            <a:schemeClr val="accent6"/>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smtClean="0">
              <a:solidFill>
                <a:schemeClr val="accent3"/>
              </a:solidFill>
              <a:ea typeface="Arial" pitchFamily="-107" charset="0"/>
              <a:cs typeface="Arial" pitchFamily="-107" charset="0"/>
              <a:sym typeface="Arial" pitchFamily="-107" charset="0"/>
            </a:endParaRPr>
          </a:p>
        </p:txBody>
      </p:sp>
      <p:sp>
        <p:nvSpPr>
          <p:cNvPr id="31" name="Rectangle 30"/>
          <p:cNvSpPr/>
          <p:nvPr/>
        </p:nvSpPr>
        <p:spPr bwMode="auto">
          <a:xfrm>
            <a:off x="457200" y="1513305"/>
            <a:ext cx="8382000" cy="1447800"/>
          </a:xfrm>
          <a:prstGeom prst="rect">
            <a:avLst/>
          </a:prstGeom>
          <a:solidFill>
            <a:schemeClr val="tx2"/>
          </a:solidFill>
          <a:ln w="12700" cap="flat">
            <a:noFill/>
            <a:miter lim="800000"/>
            <a:headEnd type="none" w="med" len="med"/>
            <a:tailEnd type="none" w="med" len="med"/>
          </a:ln>
        </p:spPr>
        <p:txBody>
          <a:bodyPr lIns="91440" tIns="45720" rIns="91440" bIns="45720" rtlCol="0" anchor="ctr"/>
          <a:lstStyle/>
          <a:p>
            <a:pPr algn="ctr" defTabSz="514350"/>
            <a:endParaRPr lang="en-US" sz="1400" dirty="0" err="1" smtClean="0">
              <a:solidFill>
                <a:schemeClr val="accent3"/>
              </a:solidFill>
              <a:ea typeface="Arial" pitchFamily="-107" charset="0"/>
              <a:cs typeface="Arial" pitchFamily="-107" charset="0"/>
              <a:sym typeface="Arial" pitchFamily="-107" charset="0"/>
            </a:endParaRPr>
          </a:p>
        </p:txBody>
      </p:sp>
      <p:sp>
        <p:nvSpPr>
          <p:cNvPr id="6" name="Text Box 4"/>
          <p:cNvSpPr txBox="1"/>
          <p:nvPr/>
        </p:nvSpPr>
        <p:spPr>
          <a:xfrm>
            <a:off x="2349947" y="3257550"/>
            <a:ext cx="1460053" cy="395180"/>
          </a:xfrm>
          <a:prstGeom prst="rect">
            <a:avLst/>
          </a:prstGeom>
          <a:solidFill>
            <a:schemeClr val="accent1"/>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600" b="1" dirty="0">
                <a:solidFill>
                  <a:srgbClr val="FFFFFF"/>
                </a:solidFill>
                <a:effectLst/>
                <a:ea typeface="ＭＳ 明朝"/>
                <a:cs typeface="Times New Roman"/>
              </a:rPr>
              <a:t>CLI</a:t>
            </a:r>
            <a:endParaRPr lang="en-US" sz="1400" dirty="0">
              <a:effectLst/>
              <a:ea typeface="ＭＳ 明朝"/>
              <a:cs typeface="Times New Roman"/>
            </a:endParaRPr>
          </a:p>
        </p:txBody>
      </p:sp>
      <p:sp>
        <p:nvSpPr>
          <p:cNvPr id="7" name="Text Box 6"/>
          <p:cNvSpPr txBox="1"/>
          <p:nvPr/>
        </p:nvSpPr>
        <p:spPr>
          <a:xfrm>
            <a:off x="1077517" y="4293284"/>
            <a:ext cx="870231" cy="274413"/>
          </a:xfrm>
          <a:prstGeom prst="rect">
            <a:avLst/>
          </a:prstGeom>
          <a:solidFill>
            <a:schemeClr val="accent2"/>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L2</a:t>
            </a:r>
            <a:endParaRPr lang="en-US" sz="1400" dirty="0">
              <a:effectLst/>
              <a:ea typeface="ＭＳ 明朝"/>
              <a:cs typeface="Times New Roman"/>
            </a:endParaRPr>
          </a:p>
        </p:txBody>
      </p:sp>
      <p:sp>
        <p:nvSpPr>
          <p:cNvPr id="8" name="Text Box 8"/>
          <p:cNvSpPr txBox="1"/>
          <p:nvPr/>
        </p:nvSpPr>
        <p:spPr>
          <a:xfrm>
            <a:off x="2092787" y="4293284"/>
            <a:ext cx="1160308" cy="274413"/>
          </a:xfrm>
          <a:prstGeom prst="rect">
            <a:avLst/>
          </a:prstGeom>
          <a:solidFill>
            <a:schemeClr val="accent2"/>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L3</a:t>
            </a:r>
            <a:endParaRPr lang="en-US" sz="1400" b="1" dirty="0">
              <a:effectLst/>
              <a:ea typeface="ＭＳ 明朝"/>
              <a:cs typeface="Times New Roman"/>
            </a:endParaRPr>
          </a:p>
        </p:txBody>
      </p:sp>
      <p:sp>
        <p:nvSpPr>
          <p:cNvPr id="9" name="Text Box 9"/>
          <p:cNvSpPr txBox="1"/>
          <p:nvPr/>
        </p:nvSpPr>
        <p:spPr>
          <a:xfrm>
            <a:off x="3543172" y="4270300"/>
            <a:ext cx="1740462" cy="291006"/>
          </a:xfrm>
          <a:prstGeom prst="rect">
            <a:avLst/>
          </a:prstGeom>
          <a:solidFill>
            <a:schemeClr val="accent2"/>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Interfaces</a:t>
            </a:r>
            <a:endParaRPr lang="en-US" sz="1400" b="1" dirty="0">
              <a:effectLst/>
              <a:ea typeface="ＭＳ 明朝"/>
              <a:cs typeface="Times New Roman"/>
            </a:endParaRPr>
          </a:p>
        </p:txBody>
      </p:sp>
      <p:sp>
        <p:nvSpPr>
          <p:cNvPr id="10" name="Text Box 10"/>
          <p:cNvSpPr txBox="1"/>
          <p:nvPr/>
        </p:nvSpPr>
        <p:spPr>
          <a:xfrm>
            <a:off x="5573711" y="4273551"/>
            <a:ext cx="1160308" cy="274413"/>
          </a:xfrm>
          <a:prstGeom prst="rect">
            <a:avLst/>
          </a:prstGeom>
          <a:solidFill>
            <a:schemeClr val="accent2"/>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Platform</a:t>
            </a:r>
            <a:endParaRPr lang="en-US" sz="1400" b="1" dirty="0">
              <a:effectLst/>
              <a:ea typeface="ＭＳ 明朝"/>
              <a:cs typeface="Times New Roman"/>
            </a:endParaRPr>
          </a:p>
        </p:txBody>
      </p:sp>
      <p:cxnSp>
        <p:nvCxnSpPr>
          <p:cNvPr id="13" name="Straight Arrow Connector 12"/>
          <p:cNvCxnSpPr>
            <a:stCxn id="6" idx="2"/>
            <a:endCxn id="7" idx="0"/>
          </p:cNvCxnSpPr>
          <p:nvPr/>
        </p:nvCxnSpPr>
        <p:spPr>
          <a:xfrm flipH="1">
            <a:off x="1512633" y="3652730"/>
            <a:ext cx="1567341" cy="640554"/>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4" name="Straight Arrow Connector 13"/>
          <p:cNvCxnSpPr>
            <a:stCxn id="6" idx="2"/>
            <a:endCxn id="8" idx="0"/>
          </p:cNvCxnSpPr>
          <p:nvPr/>
        </p:nvCxnSpPr>
        <p:spPr>
          <a:xfrm flipH="1">
            <a:off x="2672941" y="3652730"/>
            <a:ext cx="407033" cy="640554"/>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5" name="Straight Arrow Connector 14"/>
          <p:cNvCxnSpPr>
            <a:stCxn id="6" idx="2"/>
            <a:endCxn id="9" idx="0"/>
          </p:cNvCxnSpPr>
          <p:nvPr/>
        </p:nvCxnSpPr>
        <p:spPr>
          <a:xfrm>
            <a:off x="3079974" y="3652730"/>
            <a:ext cx="1333429" cy="617570"/>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cxnSp>
        <p:nvCxnSpPr>
          <p:cNvPr id="16" name="Straight Arrow Connector 15"/>
          <p:cNvCxnSpPr>
            <a:stCxn id="6" idx="2"/>
            <a:endCxn id="10" idx="0"/>
          </p:cNvCxnSpPr>
          <p:nvPr/>
        </p:nvCxnSpPr>
        <p:spPr>
          <a:xfrm>
            <a:off x="3079974" y="3652730"/>
            <a:ext cx="3073891" cy="620821"/>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
        <p:nvSpPr>
          <p:cNvPr id="60" name="Text Box 10"/>
          <p:cNvSpPr txBox="1"/>
          <p:nvPr/>
        </p:nvSpPr>
        <p:spPr>
          <a:xfrm>
            <a:off x="7086600" y="4265084"/>
            <a:ext cx="1488491" cy="268023"/>
          </a:xfrm>
          <a:prstGeom prst="rect">
            <a:avLst/>
          </a:prstGeom>
          <a:solidFill>
            <a:schemeClr val="accent2"/>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smtClean="0">
                <a:solidFill>
                  <a:srgbClr val="FFFFFF"/>
                </a:solidFill>
                <a:effectLst/>
                <a:ea typeface="ＭＳ 明朝"/>
                <a:cs typeface="Times New Roman"/>
              </a:rPr>
              <a:t>Etc</a:t>
            </a:r>
            <a:endParaRPr lang="en-US" sz="1400" b="1" dirty="0">
              <a:solidFill>
                <a:srgbClr val="FFFFFF"/>
              </a:solidFill>
              <a:effectLst/>
              <a:ea typeface="ＭＳ 明朝"/>
              <a:cs typeface="Times New Roman"/>
            </a:endParaRPr>
          </a:p>
        </p:txBody>
      </p:sp>
      <p:sp>
        <p:nvSpPr>
          <p:cNvPr id="70" name="TextBox 69"/>
          <p:cNvSpPr txBox="1"/>
          <p:nvPr/>
        </p:nvSpPr>
        <p:spPr>
          <a:xfrm>
            <a:off x="7239000" y="971550"/>
            <a:ext cx="2362200" cy="523220"/>
          </a:xfrm>
          <a:prstGeom prst="rect">
            <a:avLst/>
          </a:prstGeom>
          <a:noFill/>
        </p:spPr>
        <p:txBody>
          <a:bodyPr wrap="square" rtlCol="0">
            <a:spAutoFit/>
          </a:bodyPr>
          <a:lstStyle/>
          <a:p>
            <a:r>
              <a:rPr lang="en-US" sz="2800" b="1" dirty="0" smtClean="0">
                <a:solidFill>
                  <a:schemeClr val="bg2"/>
                </a:solidFill>
              </a:rPr>
              <a:t>Nexus 9K</a:t>
            </a:r>
            <a:endParaRPr lang="en-US" sz="2800" b="1" dirty="0">
              <a:solidFill>
                <a:schemeClr val="bg2"/>
              </a:solidFill>
            </a:endParaRPr>
          </a:p>
        </p:txBody>
      </p:sp>
      <p:sp>
        <p:nvSpPr>
          <p:cNvPr id="32" name="Text Box 1"/>
          <p:cNvSpPr txBox="1"/>
          <p:nvPr/>
        </p:nvSpPr>
        <p:spPr>
          <a:xfrm>
            <a:off x="1828800" y="1589505"/>
            <a:ext cx="2414941" cy="578742"/>
          </a:xfrm>
          <a:prstGeom prst="rect">
            <a:avLst/>
          </a:prstGeom>
          <a:solidFill>
            <a:schemeClr val="tx1"/>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Your Custom Applications</a:t>
            </a:r>
          </a:p>
          <a:p>
            <a:pPr marL="0" marR="0" algn="ctr">
              <a:spcBef>
                <a:spcPts val="0"/>
              </a:spcBef>
              <a:spcAft>
                <a:spcPts val="0"/>
              </a:spcAft>
            </a:pPr>
            <a:r>
              <a:rPr lang="en-US" sz="1400" b="1" dirty="0">
                <a:solidFill>
                  <a:srgbClr val="FFFFFF"/>
                </a:solidFill>
                <a:ea typeface="ＭＳ 明朝"/>
                <a:cs typeface="Times New Roman"/>
              </a:rPr>
              <a:t>(Python, C++ etc.)</a:t>
            </a:r>
            <a:endParaRPr lang="en-US" sz="1200" dirty="0">
              <a:effectLst/>
              <a:ea typeface="ＭＳ 明朝"/>
              <a:cs typeface="Times New Roman"/>
            </a:endParaRPr>
          </a:p>
        </p:txBody>
      </p:sp>
      <p:sp>
        <p:nvSpPr>
          <p:cNvPr id="33" name="Text Box 1"/>
          <p:cNvSpPr txBox="1"/>
          <p:nvPr/>
        </p:nvSpPr>
        <p:spPr>
          <a:xfrm>
            <a:off x="4960882" y="1589505"/>
            <a:ext cx="1957741" cy="578742"/>
          </a:xfrm>
          <a:prstGeom prst="rect">
            <a:avLst/>
          </a:prstGeom>
          <a:solidFill>
            <a:schemeClr val="tx1"/>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Existing 3</a:t>
            </a:r>
            <a:r>
              <a:rPr lang="en-US" sz="1400" b="1" baseline="30000" dirty="0">
                <a:solidFill>
                  <a:srgbClr val="FFFFFF"/>
                </a:solidFill>
                <a:effectLst/>
                <a:ea typeface="ＭＳ 明朝"/>
                <a:cs typeface="Times New Roman"/>
              </a:rPr>
              <a:t>rd</a:t>
            </a:r>
            <a:r>
              <a:rPr lang="en-US" sz="1400" b="1" dirty="0">
                <a:solidFill>
                  <a:srgbClr val="FFFFFF"/>
                </a:solidFill>
                <a:effectLst/>
                <a:ea typeface="ＭＳ 明朝"/>
                <a:cs typeface="Times New Roman"/>
              </a:rPr>
              <a:t> Party Linux Applications</a:t>
            </a:r>
            <a:endParaRPr lang="en-US" sz="1200" dirty="0">
              <a:effectLst/>
              <a:ea typeface="ＭＳ 明朝"/>
              <a:cs typeface="Times New Roman"/>
            </a:endParaRPr>
          </a:p>
        </p:txBody>
      </p:sp>
      <p:cxnSp>
        <p:nvCxnSpPr>
          <p:cNvPr id="35" name="Straight Arrow Connector 34"/>
          <p:cNvCxnSpPr>
            <a:stCxn id="32" idx="2"/>
            <a:endCxn id="6" idx="0"/>
          </p:cNvCxnSpPr>
          <p:nvPr/>
        </p:nvCxnSpPr>
        <p:spPr>
          <a:xfrm>
            <a:off x="3036271" y="2168247"/>
            <a:ext cx="43703" cy="1089303"/>
          </a:xfrm>
          <a:prstGeom prst="straightConnector1">
            <a:avLst/>
          </a:prstGeom>
          <a:ln w="57150">
            <a:headEnd type="triangle"/>
            <a:tailEnd type="triangle"/>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533400" y="2504934"/>
            <a:ext cx="3124200" cy="400110"/>
          </a:xfrm>
          <a:prstGeom prst="rect">
            <a:avLst/>
          </a:prstGeom>
          <a:noFill/>
        </p:spPr>
        <p:txBody>
          <a:bodyPr wrap="square" rtlCol="0">
            <a:spAutoFit/>
          </a:bodyPr>
          <a:lstStyle/>
          <a:p>
            <a:r>
              <a:rPr lang="en-US" sz="2000" dirty="0" smtClean="0">
                <a:solidFill>
                  <a:schemeClr val="bg1"/>
                </a:solidFill>
              </a:rPr>
              <a:t>Linux - Guest Shell</a:t>
            </a:r>
            <a:endParaRPr lang="en-US" sz="2000" dirty="0">
              <a:solidFill>
                <a:schemeClr val="bg1"/>
              </a:solidFill>
            </a:endParaRPr>
          </a:p>
        </p:txBody>
      </p:sp>
      <p:sp>
        <p:nvSpPr>
          <p:cNvPr id="53" name="TextBox 52"/>
          <p:cNvSpPr txBox="1"/>
          <p:nvPr/>
        </p:nvSpPr>
        <p:spPr>
          <a:xfrm>
            <a:off x="533400" y="3086040"/>
            <a:ext cx="1066800" cy="400110"/>
          </a:xfrm>
          <a:prstGeom prst="rect">
            <a:avLst/>
          </a:prstGeom>
          <a:noFill/>
        </p:spPr>
        <p:txBody>
          <a:bodyPr wrap="square" rtlCol="0">
            <a:spAutoFit/>
          </a:bodyPr>
          <a:lstStyle/>
          <a:p>
            <a:r>
              <a:rPr lang="en-US" sz="2000" dirty="0" smtClean="0">
                <a:solidFill>
                  <a:schemeClr val="bg1"/>
                </a:solidFill>
              </a:rPr>
              <a:t>NX-OS</a:t>
            </a:r>
            <a:endParaRPr lang="en-US" sz="2000" dirty="0">
              <a:solidFill>
                <a:schemeClr val="bg1"/>
              </a:solidFill>
            </a:endParaRPr>
          </a:p>
        </p:txBody>
      </p:sp>
      <p:sp>
        <p:nvSpPr>
          <p:cNvPr id="34" name="Text Box 4"/>
          <p:cNvSpPr txBox="1"/>
          <p:nvPr/>
        </p:nvSpPr>
        <p:spPr>
          <a:xfrm>
            <a:off x="6858000" y="2351506"/>
            <a:ext cx="1764853" cy="533400"/>
          </a:xfrm>
          <a:prstGeom prst="rect">
            <a:avLst/>
          </a:prstGeom>
          <a:solidFill>
            <a:schemeClr val="accent5"/>
          </a:solidFill>
          <a:ln>
            <a:solidFill>
              <a:schemeClr val="tx1"/>
            </a:solidFill>
          </a:ln>
          <a:effectLst/>
          <a:extLst>
            <a:ext uri="{C572A759-6A51-4108-AA02-DFA0A04FC94B}">
              <ma14:wrappingTextBoxFlag xmlns:ma14="http://schemas.microsoft.com/office/mac/drawingml/2011/main"/>
            </a:ext>
          </a:extLst>
        </p:spPr>
        <p:style>
          <a:lnRef idx="0">
            <a:schemeClr val="accent1"/>
          </a:lnRef>
          <a:fillRef idx="0">
            <a:schemeClr val="accent1"/>
          </a:fillRef>
          <a:effectRef idx="0">
            <a:schemeClr val="accent1"/>
          </a:effectRef>
          <a:fontRef idx="minor">
            <a:schemeClr val="dk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0" marR="0" algn="ctr">
              <a:spcBef>
                <a:spcPts val="0"/>
              </a:spcBef>
              <a:spcAft>
                <a:spcPts val="0"/>
              </a:spcAft>
            </a:pPr>
            <a:r>
              <a:rPr lang="en-US" sz="1400" b="1" dirty="0">
                <a:solidFill>
                  <a:srgbClr val="FFFFFF"/>
                </a:solidFill>
                <a:effectLst/>
                <a:ea typeface="ＭＳ 明朝"/>
                <a:cs typeface="Times New Roman"/>
              </a:rPr>
              <a:t>Linux Networking Stack</a:t>
            </a:r>
            <a:endParaRPr lang="en-US" sz="1200" dirty="0">
              <a:effectLst/>
              <a:ea typeface="ＭＳ 明朝"/>
              <a:cs typeface="Times New Roman"/>
            </a:endParaRPr>
          </a:p>
        </p:txBody>
      </p:sp>
      <p:cxnSp>
        <p:nvCxnSpPr>
          <p:cNvPr id="36" name="Straight Arrow Connector 35"/>
          <p:cNvCxnSpPr>
            <a:stCxn id="33" idx="2"/>
            <a:endCxn id="34" idx="0"/>
          </p:cNvCxnSpPr>
          <p:nvPr/>
        </p:nvCxnSpPr>
        <p:spPr>
          <a:xfrm>
            <a:off x="5939753" y="2168247"/>
            <a:ext cx="1800674" cy="183259"/>
          </a:xfrm>
          <a:prstGeom prst="straightConnector1">
            <a:avLst/>
          </a:prstGeom>
          <a:ln w="57150">
            <a:headEnd type="triangle"/>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p:cNvCxnSpPr>
            <a:stCxn id="32" idx="2"/>
            <a:endCxn id="34" idx="1"/>
          </p:cNvCxnSpPr>
          <p:nvPr/>
        </p:nvCxnSpPr>
        <p:spPr>
          <a:xfrm>
            <a:off x="3036271" y="2168247"/>
            <a:ext cx="3821729" cy="449959"/>
          </a:xfrm>
          <a:prstGeom prst="straightConnector1">
            <a:avLst/>
          </a:prstGeom>
          <a:ln w="57150">
            <a:headEnd type="triangle"/>
            <a:tailEnd type="triangle"/>
          </a:ln>
        </p:spPr>
        <p:style>
          <a:lnRef idx="2">
            <a:schemeClr val="accent1"/>
          </a:lnRef>
          <a:fillRef idx="0">
            <a:schemeClr val="accent1"/>
          </a:fillRef>
          <a:effectRef idx="1">
            <a:schemeClr val="accent1"/>
          </a:effectRef>
          <a:fontRef idx="minor">
            <a:schemeClr val="tx1"/>
          </a:fontRef>
        </p:style>
      </p:cxnSp>
      <p:sp>
        <p:nvSpPr>
          <p:cNvPr id="55" name="Title 3"/>
          <p:cNvSpPr txBox="1">
            <a:spLocks/>
          </p:cNvSpPr>
          <p:nvPr/>
        </p:nvSpPr>
        <p:spPr bwMode="auto">
          <a:xfrm>
            <a:off x="352925" y="-19050"/>
            <a:ext cx="7952875" cy="7654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12700">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marL="6251" indent="-6251" algn="l" rtl="0" eaLnBrk="1" fontAlgn="base" hangingPunct="1">
              <a:lnSpc>
                <a:spcPct val="90000"/>
              </a:lnSpc>
              <a:spcBef>
                <a:spcPct val="0"/>
              </a:spcBef>
              <a:spcAft>
                <a:spcPct val="0"/>
              </a:spcAft>
              <a:defRPr lang="en-US" sz="2800" b="0" kern="1200" dirty="0" smtClean="0">
                <a:solidFill>
                  <a:schemeClr val="accent6"/>
                </a:solidFill>
                <a:latin typeface="+mj-lt"/>
                <a:ea typeface="+mj-ea"/>
                <a:cs typeface="+mj-cs"/>
                <a:sym typeface="Arial" pitchFamily="34" charset="0"/>
              </a:defRPr>
            </a:lvl1pPr>
            <a:lvl2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2pPr>
            <a:lvl3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3pPr>
            <a:lvl4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4pPr>
            <a:lvl5pPr marL="6251" indent="-6251" algn="l" rtl="0" eaLnBrk="1" fontAlgn="base" hangingPunct="1">
              <a:lnSpc>
                <a:spcPct val="90000"/>
              </a:lnSpc>
              <a:spcBef>
                <a:spcPct val="0"/>
              </a:spcBef>
              <a:spcAft>
                <a:spcPct val="0"/>
              </a:spcAft>
              <a:defRPr sz="2700" b="1">
                <a:solidFill>
                  <a:srgbClr val="B1059D"/>
                </a:solidFill>
                <a:latin typeface="Arial" pitchFamily="-107" charset="0"/>
                <a:ea typeface="Apple LiGothic Medium" pitchFamily="-107" charset="-120"/>
                <a:cs typeface="Apple LiGothic Medium" pitchFamily="-107" charset="-120"/>
                <a:sym typeface="Arial" pitchFamily="34" charset="0"/>
              </a:defRPr>
            </a:lvl5pPr>
            <a:lvl6pPr marL="26342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6pPr>
            <a:lvl7pPr marL="52060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7pPr>
            <a:lvl8pPr marL="777776"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8pPr>
            <a:lvl9pPr marL="1034951" algn="l" rtl="0" eaLnBrk="1" fontAlgn="base" hangingPunct="1">
              <a:lnSpc>
                <a:spcPct val="90000"/>
              </a:lnSpc>
              <a:spcBef>
                <a:spcPct val="0"/>
              </a:spcBef>
              <a:spcAft>
                <a:spcPct val="0"/>
              </a:spcAft>
              <a:defRPr sz="2700" b="1">
                <a:solidFill>
                  <a:srgbClr val="1EB9E4"/>
                </a:solidFill>
                <a:latin typeface="Arial" pitchFamily="-107" charset="0"/>
                <a:ea typeface="Apple LiGothic Medium" pitchFamily="-107" charset="-120"/>
                <a:cs typeface="Apple LiGothic Medium" pitchFamily="-107" charset="-120"/>
                <a:sym typeface="Arial" pitchFamily="-107" charset="0"/>
              </a:defRPr>
            </a:lvl9pPr>
          </a:lstStyle>
          <a:p>
            <a:r>
              <a:rPr lang="en-US" altLang="en-US" dirty="0" smtClean="0"/>
              <a:t>Linux </a:t>
            </a:r>
            <a:r>
              <a:rPr lang="en-US" altLang="en-US" dirty="0"/>
              <a:t>Apps </a:t>
            </a:r>
            <a:r>
              <a:rPr lang="en-US" altLang="en-US" dirty="0" smtClean="0"/>
              <a:t>Can Interact With the </a:t>
            </a:r>
            <a:r>
              <a:rPr lang="en-US" altLang="en-US" dirty="0"/>
              <a:t>External World</a:t>
            </a:r>
          </a:p>
        </p:txBody>
      </p:sp>
      <p:sp>
        <p:nvSpPr>
          <p:cNvPr id="46" name="Rectangle 45"/>
          <p:cNvSpPr/>
          <p:nvPr/>
        </p:nvSpPr>
        <p:spPr>
          <a:xfrm>
            <a:off x="136071" y="971550"/>
            <a:ext cx="8899071" cy="4038600"/>
          </a:xfrm>
          <a:prstGeom prst="rect">
            <a:avLst/>
          </a:prstGeom>
          <a:noFill/>
          <a:ln>
            <a:solidFill>
              <a:srgbClr val="000000"/>
            </a:solidFill>
          </a:ln>
          <a:effectLst>
            <a:outerShdw blurRad="76200" dist="50800" dir="5400000" algn="ctr" rotWithShape="0">
              <a:srgbClr val="000000">
                <a:alpha val="27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Slide Number Placeholder 2"/>
          <p:cNvSpPr>
            <a:spLocks noGrp="1"/>
          </p:cNvSpPr>
          <p:nvPr>
            <p:ph type="sldNum" sz="quarter" idx="4"/>
          </p:nvPr>
        </p:nvSpPr>
        <p:spPr>
          <a:xfrm>
            <a:off x="6553200" y="4767263"/>
            <a:ext cx="2133600" cy="273844"/>
          </a:xfrm>
        </p:spPr>
        <p:txBody>
          <a:bodyPr/>
          <a:lstStyle/>
          <a:p>
            <a:fld id="{F68F83E3-8D38-794D-BA5D-58D65515E0AE}" type="slidenum">
              <a:rPr lang="en-US" smtClean="0"/>
              <a:t>16</a:t>
            </a:fld>
            <a:endParaRPr lang="en-US"/>
          </a:p>
        </p:txBody>
      </p:sp>
      <p:cxnSp>
        <p:nvCxnSpPr>
          <p:cNvPr id="58" name="Straight Arrow Connector 57"/>
          <p:cNvCxnSpPr>
            <a:stCxn id="6" idx="2"/>
            <a:endCxn id="60" idx="0"/>
          </p:cNvCxnSpPr>
          <p:nvPr/>
        </p:nvCxnSpPr>
        <p:spPr>
          <a:xfrm>
            <a:off x="3079974" y="3652730"/>
            <a:ext cx="4750872" cy="612354"/>
          </a:xfrm>
          <a:prstGeom prst="straightConnector1">
            <a:avLst/>
          </a:prstGeom>
          <a:ln w="38100">
            <a:headEnd type="triangle" w="med" len="med"/>
            <a:tailEnd type="triangle" w="med" len="med"/>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98145705"/>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TextBox 64"/>
          <p:cNvSpPr txBox="1">
            <a:spLocks noChangeArrowheads="1"/>
          </p:cNvSpPr>
          <p:nvPr/>
        </p:nvSpPr>
        <p:spPr bwMode="auto">
          <a:xfrm>
            <a:off x="3468688" y="4733925"/>
            <a:ext cx="201612" cy="3460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lIns="68577" tIns="34289" rIns="68577" bIns="34289">
            <a:spAutoFit/>
          </a:bodyPr>
          <a:lstStyle>
            <a:lvl1pPr defTabSz="455613">
              <a:defRPr sz="2400">
                <a:solidFill>
                  <a:schemeClr val="tx1"/>
                </a:solidFill>
                <a:latin typeface="Arial" panose="020B0604020202020204" pitchFamily="34" charset="0"/>
                <a:ea typeface="MS PGothic" panose="020B0600070205080204" pitchFamily="34" charset="-128"/>
              </a:defRPr>
            </a:lvl1pPr>
            <a:lvl2pPr marL="742950" indent="-285750" defTabSz="455613">
              <a:defRPr sz="2400">
                <a:solidFill>
                  <a:schemeClr val="tx1"/>
                </a:solidFill>
                <a:latin typeface="Arial" panose="020B0604020202020204" pitchFamily="34" charset="0"/>
                <a:ea typeface="MS PGothic" panose="020B0600070205080204" pitchFamily="34" charset="-128"/>
              </a:defRPr>
            </a:lvl2pPr>
            <a:lvl3pPr marL="1143000" indent="-228600" defTabSz="455613">
              <a:defRPr sz="2400">
                <a:solidFill>
                  <a:schemeClr val="tx1"/>
                </a:solidFill>
                <a:latin typeface="Arial" panose="020B0604020202020204" pitchFamily="34" charset="0"/>
                <a:ea typeface="MS PGothic" panose="020B0600070205080204" pitchFamily="34" charset="-128"/>
              </a:defRPr>
            </a:lvl3pPr>
            <a:lvl4pPr marL="1600200" indent="-228600" defTabSz="455613">
              <a:defRPr sz="2400">
                <a:solidFill>
                  <a:schemeClr val="tx1"/>
                </a:solidFill>
                <a:latin typeface="Arial" panose="020B0604020202020204" pitchFamily="34" charset="0"/>
                <a:ea typeface="MS PGothic" panose="020B0600070205080204" pitchFamily="34" charset="-128"/>
              </a:defRPr>
            </a:lvl4pPr>
            <a:lvl5pPr marL="2057400" indent="-228600" defTabSz="455613">
              <a:defRPr sz="2400">
                <a:solidFill>
                  <a:schemeClr val="tx1"/>
                </a:solidFill>
                <a:latin typeface="Arial" panose="020B0604020202020204" pitchFamily="34" charset="0"/>
                <a:ea typeface="MS PGothic" panose="020B0600070205080204" pitchFamily="34" charset="-128"/>
              </a:defRPr>
            </a:lvl5pPr>
            <a:lvl6pPr marL="25146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defTabSz="455613"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r>
              <a:rPr lang="en-US" altLang="en-US">
                <a:solidFill>
                  <a:srgbClr val="000000"/>
                </a:solidFill>
              </a:rPr>
              <a:t> </a:t>
            </a:r>
          </a:p>
        </p:txBody>
      </p:sp>
      <p:sp>
        <p:nvSpPr>
          <p:cNvPr id="90114" name="Title 3"/>
          <p:cNvSpPr>
            <a:spLocks noGrp="1"/>
          </p:cNvSpPr>
          <p:nvPr>
            <p:ph type="title"/>
          </p:nvPr>
        </p:nvSpPr>
        <p:spPr>
          <a:xfrm>
            <a:off x="356616" y="-19050"/>
            <a:ext cx="8513064" cy="765432"/>
          </a:xfrm>
        </p:spPr>
        <p:txBody>
          <a:bodyPr/>
          <a:lstStyle/>
          <a:p>
            <a:r>
              <a:rPr lang="en-US" altLang="en-US" dirty="0"/>
              <a:t>Guest Shell Use Cases</a:t>
            </a:r>
          </a:p>
        </p:txBody>
      </p:sp>
      <p:sp>
        <p:nvSpPr>
          <p:cNvPr id="2" name="Content Placeholder 1"/>
          <p:cNvSpPr>
            <a:spLocks noGrp="1"/>
          </p:cNvSpPr>
          <p:nvPr>
            <p:ph sz="quarter" idx="11"/>
          </p:nvPr>
        </p:nvSpPr>
        <p:spPr>
          <a:xfrm>
            <a:off x="356616" y="839915"/>
            <a:ext cx="4069080" cy="3257980"/>
          </a:xfrm>
        </p:spPr>
        <p:txBody>
          <a:bodyPr/>
          <a:lstStyle/>
          <a:p>
            <a:pPr marL="285750" indent="-285750">
              <a:lnSpc>
                <a:spcPct val="120000"/>
              </a:lnSpc>
              <a:buFont typeface="Arial"/>
              <a:buChar char="•"/>
              <a:defRPr/>
            </a:pPr>
            <a:r>
              <a:rPr lang="en-US" sz="2000" dirty="0">
                <a:latin typeface="Arial" charset="0"/>
                <a:ea typeface="MS PGothic" charset="0"/>
                <a:cs typeface="MS PGothic" charset="0"/>
              </a:rPr>
              <a:t>Monitoring</a:t>
            </a:r>
          </a:p>
          <a:p>
            <a:pPr marL="628650" lvl="1" indent="-285750">
              <a:lnSpc>
                <a:spcPct val="120000"/>
              </a:lnSpc>
              <a:buFont typeface="Arial"/>
              <a:buChar char="•"/>
              <a:defRPr/>
            </a:pPr>
            <a:r>
              <a:rPr lang="en-US" sz="1800" dirty="0">
                <a:latin typeface="Arial" charset="0"/>
                <a:ea typeface="MS PGothic" charset="0"/>
                <a:cs typeface="MS PGothic" charset="0"/>
              </a:rPr>
              <a:t>3</a:t>
            </a:r>
            <a:r>
              <a:rPr lang="en-US" sz="1800" baseline="30000" dirty="0">
                <a:latin typeface="Arial" charset="0"/>
                <a:ea typeface="MS PGothic" charset="0"/>
                <a:cs typeface="MS PGothic" charset="0"/>
              </a:rPr>
              <a:t>rd</a:t>
            </a:r>
            <a:r>
              <a:rPr lang="en-US" sz="1800" dirty="0">
                <a:latin typeface="Arial" charset="0"/>
                <a:ea typeface="MS PGothic" charset="0"/>
                <a:cs typeface="MS PGothic" charset="0"/>
              </a:rPr>
              <a:t> party tools: OpenTSDB, Ganglia, Nagios, etc.</a:t>
            </a:r>
            <a:br>
              <a:rPr lang="en-US" sz="1800" dirty="0">
                <a:latin typeface="Arial" charset="0"/>
                <a:ea typeface="MS PGothic" charset="0"/>
                <a:cs typeface="MS PGothic" charset="0"/>
              </a:rPr>
            </a:br>
            <a:r>
              <a:rPr lang="en-US" sz="1800" dirty="0">
                <a:latin typeface="Arial" charset="0"/>
                <a:ea typeface="MS PGothic" charset="0"/>
                <a:cs typeface="MS PGothic" charset="0"/>
              </a:rPr>
              <a:t>Monitoring both standard Linux items (CPU, memory, interface counters) and NX-OS (buffers, routes...)</a:t>
            </a:r>
          </a:p>
          <a:p>
            <a:pPr marL="628650" lvl="1" indent="-285750">
              <a:lnSpc>
                <a:spcPct val="120000"/>
              </a:lnSpc>
              <a:buFont typeface="Arial"/>
              <a:buChar char="•"/>
              <a:defRPr/>
            </a:pPr>
            <a:r>
              <a:rPr lang="en-US" sz="1800" dirty="0">
                <a:latin typeface="Arial" charset="0"/>
                <a:ea typeface="MS PGothic" charset="0"/>
                <a:cs typeface="MS PGothic" charset="0"/>
              </a:rPr>
              <a:t>Custom-made (example: PTP monitoring of a specific offset threshold, Grandmaster change)</a:t>
            </a:r>
          </a:p>
        </p:txBody>
      </p:sp>
      <p:sp>
        <p:nvSpPr>
          <p:cNvPr id="3" name="Content Placeholder 2"/>
          <p:cNvSpPr>
            <a:spLocks noGrp="1"/>
          </p:cNvSpPr>
          <p:nvPr>
            <p:ph sz="quarter" idx="12"/>
          </p:nvPr>
        </p:nvSpPr>
        <p:spPr>
          <a:xfrm>
            <a:off x="4800600" y="839916"/>
            <a:ext cx="4069080" cy="3941634"/>
          </a:xfrm>
        </p:spPr>
        <p:txBody>
          <a:bodyPr/>
          <a:lstStyle/>
          <a:p>
            <a:pPr marL="285750" indent="-285750">
              <a:lnSpc>
                <a:spcPct val="120000"/>
              </a:lnSpc>
              <a:buFont typeface="Arial"/>
              <a:buChar char="•"/>
              <a:defRPr/>
            </a:pPr>
            <a:r>
              <a:rPr lang="en-US" sz="2000" dirty="0">
                <a:latin typeface="Arial" charset="0"/>
                <a:ea typeface="MS PGothic" charset="0"/>
                <a:cs typeface="MS PGothic" charset="0"/>
              </a:rPr>
              <a:t>Extensibility</a:t>
            </a:r>
          </a:p>
          <a:p>
            <a:pPr marL="628650" lvl="1" indent="-285750">
              <a:lnSpc>
                <a:spcPct val="120000"/>
              </a:lnSpc>
              <a:buFont typeface="Arial"/>
              <a:buChar char="•"/>
              <a:defRPr/>
            </a:pPr>
            <a:r>
              <a:rPr lang="en-US" sz="1800" dirty="0">
                <a:latin typeface="Arial" charset="0"/>
                <a:ea typeface="MS PGothic" charset="0"/>
                <a:cs typeface="MS PGothic" charset="0"/>
              </a:rPr>
              <a:t>IDS</a:t>
            </a:r>
          </a:p>
          <a:p>
            <a:pPr marL="628650" lvl="1" indent="-285750">
              <a:lnSpc>
                <a:spcPct val="120000"/>
              </a:lnSpc>
              <a:buFont typeface="Arial"/>
              <a:buChar char="•"/>
              <a:defRPr/>
            </a:pPr>
            <a:r>
              <a:rPr lang="en-US" sz="1800" dirty="0">
                <a:latin typeface="Arial" charset="0"/>
                <a:ea typeface="MS PGothic" charset="0"/>
                <a:cs typeface="MS PGothic" charset="0"/>
              </a:rPr>
              <a:t>DNSFlow</a:t>
            </a:r>
          </a:p>
          <a:p>
            <a:pPr marL="285750" indent="-285750">
              <a:lnSpc>
                <a:spcPct val="120000"/>
              </a:lnSpc>
              <a:buFont typeface="Arial"/>
              <a:buChar char="•"/>
              <a:defRPr/>
            </a:pPr>
            <a:r>
              <a:rPr lang="en-US" sz="2000" dirty="0">
                <a:latin typeface="Arial" charset="0"/>
                <a:ea typeface="MS PGothic" charset="0"/>
                <a:cs typeface="MS PGothic" charset="0"/>
              </a:rPr>
              <a:t>Managability</a:t>
            </a:r>
          </a:p>
          <a:p>
            <a:pPr marL="628650" lvl="1" indent="-285750">
              <a:lnSpc>
                <a:spcPct val="120000"/>
              </a:lnSpc>
              <a:buFont typeface="Arial"/>
              <a:buChar char="•"/>
              <a:defRPr/>
            </a:pPr>
            <a:r>
              <a:rPr lang="en-US" sz="1800" dirty="0">
                <a:latin typeface="Arial" charset="0"/>
                <a:ea typeface="MS PGothic" charset="0"/>
                <a:cs typeface="MS PGothic" charset="0"/>
              </a:rPr>
              <a:t>Chef / Puppet Agents</a:t>
            </a:r>
          </a:p>
          <a:p>
            <a:pPr marL="628650" lvl="1" indent="-285750">
              <a:lnSpc>
                <a:spcPct val="120000"/>
              </a:lnSpc>
              <a:buFont typeface="Arial"/>
              <a:buChar char="•"/>
              <a:defRPr/>
            </a:pPr>
            <a:r>
              <a:rPr lang="en-US" sz="1800" dirty="0">
                <a:latin typeface="Arial" charset="0"/>
                <a:ea typeface="MS PGothic" charset="0"/>
                <a:cs typeface="MS PGothic" charset="0"/>
              </a:rPr>
              <a:t>Automatic config backup to Git</a:t>
            </a:r>
          </a:p>
          <a:p>
            <a:pPr marL="628650" lvl="1" indent="-285750">
              <a:lnSpc>
                <a:spcPct val="120000"/>
              </a:lnSpc>
              <a:buFont typeface="Arial"/>
              <a:buChar char="•"/>
              <a:defRPr/>
            </a:pPr>
            <a:r>
              <a:rPr lang="en-US" sz="1800" dirty="0">
                <a:latin typeface="Arial" charset="0"/>
                <a:ea typeface="MS PGothic" charset="0"/>
                <a:cs typeface="MS PGothic" charset="0"/>
              </a:rPr>
              <a:t>Use the switch as a PXE server</a:t>
            </a:r>
          </a:p>
          <a:p>
            <a:pPr marL="429517" indent="-285750">
              <a:lnSpc>
                <a:spcPct val="120000"/>
              </a:lnSpc>
              <a:buFont typeface="Arial"/>
              <a:buChar char="•"/>
              <a:defRPr/>
            </a:pPr>
            <a:r>
              <a:rPr lang="en-US" sz="2000" dirty="0">
                <a:latin typeface="Arial" charset="0"/>
                <a:ea typeface="MS PGothic" charset="0"/>
                <a:cs typeface="MS PGothic" charset="0"/>
              </a:rPr>
              <a:t>Troubleshooting</a:t>
            </a:r>
          </a:p>
          <a:p>
            <a:pPr marL="628650" lvl="1" indent="-285750">
              <a:lnSpc>
                <a:spcPct val="120000"/>
              </a:lnSpc>
              <a:buFont typeface="Arial"/>
              <a:buChar char="•"/>
              <a:defRPr/>
            </a:pPr>
            <a:r>
              <a:rPr lang="en-US" sz="1800" dirty="0">
                <a:latin typeface="Arial" charset="0"/>
                <a:ea typeface="MS PGothic" charset="0"/>
                <a:cs typeface="MS PGothic" charset="0"/>
              </a:rPr>
              <a:t>Tcpdump</a:t>
            </a:r>
          </a:p>
          <a:p>
            <a:endParaRPr lang="en-US" dirty="0"/>
          </a:p>
        </p:txBody>
      </p:sp>
      <p:sp>
        <p:nvSpPr>
          <p:cNvPr id="5" name="Slide Number Placeholder 4"/>
          <p:cNvSpPr>
            <a:spLocks noGrp="1"/>
          </p:cNvSpPr>
          <p:nvPr>
            <p:ph type="sldNum" sz="quarter" idx="4"/>
          </p:nvPr>
        </p:nvSpPr>
        <p:spPr/>
        <p:txBody>
          <a:bodyPr/>
          <a:lstStyle/>
          <a:p>
            <a:fld id="{96A97DD0-5BE7-4856-A2A9-C42C6688E607}" type="slidenum">
              <a:rPr lang="en-US" smtClean="0"/>
              <a:pPr/>
              <a:t>17</a:t>
            </a:fld>
            <a:endParaRPr lang="en-US" dirty="0"/>
          </a:p>
        </p:txBody>
      </p:sp>
    </p:spTree>
    <p:extLst>
      <p:ext uri="{BB962C8B-B14F-4D97-AF65-F5344CB8AC3E}">
        <p14:creationId xmlns:p14="http://schemas.microsoft.com/office/powerpoint/2010/main" val="1706893669"/>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3"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a:t>
            </a:r>
            <a:br>
              <a:rPr lang="en-US" dirty="0" smtClean="0"/>
            </a:br>
            <a:r>
              <a:rPr lang="en-US" dirty="0" smtClean="0"/>
              <a:t>Standard Device Interfaces</a:t>
            </a:r>
            <a:endParaRPr lang="en-US" dirty="0"/>
          </a:p>
        </p:txBody>
      </p:sp>
      <p:sp>
        <p:nvSpPr>
          <p:cNvPr id="4" name="Slide Number Placeholder 3"/>
          <p:cNvSpPr>
            <a:spLocks noGrp="1"/>
          </p:cNvSpPr>
          <p:nvPr>
            <p:ph type="sldNum" sz="quarter" idx="4"/>
          </p:nvPr>
        </p:nvSpPr>
        <p:spPr/>
        <p:txBody>
          <a:bodyPr/>
          <a:lstStyle/>
          <a:p>
            <a:fld id="{96A97DD0-5BE7-4856-A2A9-C42C6688E607}" type="slidenum">
              <a:rPr lang="en-US" smtClean="0">
                <a:solidFill>
                  <a:srgbClr val="FFFFFF">
                    <a:alpha val="60000"/>
                  </a:srgbClr>
                </a:solidFill>
              </a:rPr>
              <a:pPr/>
              <a:t>18</a:t>
            </a:fld>
            <a:endParaRPr lang="en-US" dirty="0">
              <a:solidFill>
                <a:srgbClr val="FFFFFF">
                  <a:alpha val="60000"/>
                </a:srgbClr>
              </a:solidFill>
            </a:endParaRPr>
          </a:p>
        </p:txBody>
      </p:sp>
    </p:spTree>
    <p:extLst>
      <p:ext uri="{BB962C8B-B14F-4D97-AF65-F5344CB8AC3E}">
        <p14:creationId xmlns:p14="http://schemas.microsoft.com/office/powerpoint/2010/main" val="1914461570"/>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The Network is No Longer Isolated</a:t>
            </a:r>
            <a:endParaRPr lang="en-US" dirty="0"/>
          </a:p>
        </p:txBody>
      </p:sp>
      <p:pic>
        <p:nvPicPr>
          <p:cNvPr id="4" name="Content Placeholder 3"/>
          <p:cNvPicPr>
            <a:picLocks noGrp="1" noChangeAspect="1"/>
          </p:cNvPicPr>
          <p:nvPr>
            <p:ph idx="4294967295"/>
          </p:nvPr>
        </p:nvPicPr>
        <p:blipFill>
          <a:blip r:embed="rId3"/>
          <a:stretch>
            <a:fillRect/>
          </a:stretch>
        </p:blipFill>
        <p:spPr>
          <a:xfrm>
            <a:off x="2395347" y="1047750"/>
            <a:ext cx="4435602" cy="3473837"/>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19</a:t>
            </a:fld>
            <a:endParaRPr lang="en-US" dirty="0"/>
          </a:p>
        </p:txBody>
      </p:sp>
    </p:spTree>
    <p:extLst>
      <p:ext uri="{BB962C8B-B14F-4D97-AF65-F5344CB8AC3E}">
        <p14:creationId xmlns:p14="http://schemas.microsoft.com/office/powerpoint/2010/main" val="865207050"/>
      </p:ext>
    </p:extLst>
  </p:cSld>
  <p:clrMapOvr>
    <a:masterClrMapping/>
  </p:clrMapOvr>
  <p:transition>
    <p:fade/>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6616" y="-21456"/>
            <a:ext cx="8513064" cy="765432"/>
          </a:xfrm>
        </p:spPr>
        <p:txBody>
          <a:bodyPr anchor="ctr"/>
          <a:lstStyle/>
          <a:p>
            <a:r>
              <a:rPr lang="en-US" dirty="0" smtClean="0"/>
              <a:t>What about SNMP?  </a:t>
            </a:r>
            <a:endParaRPr lang="en-US" dirty="0"/>
          </a:p>
        </p:txBody>
      </p:sp>
      <p:sp>
        <p:nvSpPr>
          <p:cNvPr id="5" name="Text Placeholder 4"/>
          <p:cNvSpPr>
            <a:spLocks noGrp="1"/>
          </p:cNvSpPr>
          <p:nvPr>
            <p:ph sz="quarter" idx="11"/>
          </p:nvPr>
        </p:nvSpPr>
        <p:spPr/>
        <p:txBody>
          <a:bodyPr/>
          <a:lstStyle/>
          <a:p>
            <a:pPr marL="57140" indent="0">
              <a:buNone/>
            </a:pPr>
            <a:r>
              <a:rPr lang="en-US" sz="3200" i="1" dirty="0" smtClean="0">
                <a:solidFill>
                  <a:schemeClr val="accent1"/>
                </a:solidFill>
              </a:rPr>
              <a:t>SNMP </a:t>
            </a:r>
            <a:r>
              <a:rPr lang="en-US" sz="3200" i="1" dirty="0">
                <a:solidFill>
                  <a:schemeClr val="accent1"/>
                </a:solidFill>
              </a:rPr>
              <a:t>works “reasonably well for device monitoring</a:t>
            </a:r>
            <a:r>
              <a:rPr lang="en-US" sz="3200" i="1" dirty="0" smtClean="0">
                <a:solidFill>
                  <a:schemeClr val="accent1"/>
                </a:solidFill>
              </a:rPr>
              <a:t>”</a:t>
            </a:r>
          </a:p>
          <a:p>
            <a:pPr marL="57140" indent="0">
              <a:buNone/>
            </a:pPr>
            <a:endParaRPr lang="en-US" i="1" dirty="0" smtClean="0"/>
          </a:p>
          <a:p>
            <a:pPr marL="57140" indent="0">
              <a:buNone/>
            </a:pPr>
            <a:r>
              <a:rPr lang="en-US" sz="1400" dirty="0"/>
              <a:t>RFC 3535: Overview of the 2002 IAB Network Management Workshop </a:t>
            </a:r>
            <a:r>
              <a:rPr lang="mr-IN" sz="1400" dirty="0" smtClean="0"/>
              <a:t>–</a:t>
            </a:r>
            <a:r>
              <a:rPr lang="en-US" sz="1400" dirty="0"/>
              <a:t> 2003</a:t>
            </a:r>
            <a:br>
              <a:rPr lang="en-US" sz="1400" dirty="0"/>
            </a:br>
            <a:r>
              <a:rPr lang="en-US" sz="1400" dirty="0">
                <a:hlinkClick r:id="rId3"/>
              </a:rPr>
              <a:t>https://</a:t>
            </a:r>
            <a:r>
              <a:rPr lang="en-US" sz="1400" dirty="0" smtClean="0">
                <a:hlinkClick r:id="rId3"/>
              </a:rPr>
              <a:t>tools.ietf.org/html/rfc3535</a:t>
            </a:r>
            <a:r>
              <a:rPr lang="en-US" sz="1400" dirty="0" smtClean="0"/>
              <a:t> </a:t>
            </a:r>
            <a:endParaRPr lang="en-US" sz="1400" dirty="0"/>
          </a:p>
          <a:p>
            <a:pPr marL="57140" indent="0">
              <a:buNone/>
            </a:pPr>
            <a:endParaRPr lang="en-US" i="1" dirty="0"/>
          </a:p>
        </p:txBody>
      </p:sp>
      <p:sp>
        <p:nvSpPr>
          <p:cNvPr id="4" name="Text Placeholder 3"/>
          <p:cNvSpPr>
            <a:spLocks noGrp="1"/>
          </p:cNvSpPr>
          <p:nvPr>
            <p:ph sz="quarter" idx="12"/>
          </p:nvPr>
        </p:nvSpPr>
        <p:spPr/>
        <p:txBody>
          <a:bodyPr/>
          <a:lstStyle/>
          <a:p>
            <a:r>
              <a:rPr lang="en-US" sz="1800" dirty="0"/>
              <a:t>Typical </a:t>
            </a:r>
            <a:r>
              <a:rPr lang="en-US" sz="1800" dirty="0" err="1"/>
              <a:t>config</a:t>
            </a:r>
            <a:r>
              <a:rPr lang="en-US" sz="1800" dirty="0"/>
              <a:t>: SNMPv2 read-only community strings</a:t>
            </a:r>
          </a:p>
          <a:p>
            <a:r>
              <a:rPr lang="en-US" sz="1800" dirty="0"/>
              <a:t>Typical usage: interface statistics queries and traps</a:t>
            </a:r>
          </a:p>
          <a:p>
            <a:r>
              <a:rPr lang="en-US" sz="1800" dirty="0"/>
              <a:t>Empirical Observation: SNMP is not used for configuration</a:t>
            </a:r>
          </a:p>
          <a:p>
            <a:pPr lvl="1"/>
            <a:r>
              <a:rPr lang="en-US" sz="1600" dirty="0"/>
              <a:t>Lack of Writeable MIBs</a:t>
            </a:r>
          </a:p>
          <a:p>
            <a:pPr lvl="1"/>
            <a:r>
              <a:rPr lang="en-US" sz="1600" dirty="0"/>
              <a:t>Security Concerns</a:t>
            </a:r>
          </a:p>
          <a:p>
            <a:pPr lvl="1"/>
            <a:r>
              <a:rPr lang="en-US" sz="1600" dirty="0"/>
              <a:t>Difficult to Replay/Rollback</a:t>
            </a:r>
          </a:p>
          <a:p>
            <a:pPr lvl="1"/>
            <a:r>
              <a:rPr lang="en-US" sz="1600" dirty="0"/>
              <a:t>Special Applications</a:t>
            </a:r>
          </a:p>
          <a:p>
            <a:endParaRPr lang="en-US" sz="1800" dirty="0"/>
          </a:p>
        </p:txBody>
      </p:sp>
      <p:sp>
        <p:nvSpPr>
          <p:cNvPr id="6" name="Slide Number Placeholder 5"/>
          <p:cNvSpPr>
            <a:spLocks noGrp="1"/>
          </p:cNvSpPr>
          <p:nvPr>
            <p:ph type="sldNum" sz="quarter" idx="4"/>
          </p:nvPr>
        </p:nvSpPr>
        <p:spPr/>
        <p:txBody>
          <a:bodyPr/>
          <a:lstStyle/>
          <a:p>
            <a:fld id="{96A97DD0-5BE7-4856-A2A9-C42C6688E607}" type="slidenum">
              <a:rPr lang="en-US" smtClean="0"/>
              <a:pPr/>
              <a:t>20</a:t>
            </a:fld>
            <a:endParaRPr lang="en-US" dirty="0"/>
          </a:p>
        </p:txBody>
      </p:sp>
    </p:spTree>
    <p:extLst>
      <p:ext uri="{BB962C8B-B14F-4D97-AF65-F5344CB8AC3E}">
        <p14:creationId xmlns:p14="http://schemas.microsoft.com/office/powerpoint/2010/main" val="1676463653"/>
      </p:ext>
    </p:extLst>
  </p:cSld>
  <p:clrMapOvr>
    <a:masterClrMapping/>
  </p:clrMapOvr>
  <p:transition>
    <p:fade/>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56616" y="0"/>
            <a:ext cx="8513064" cy="765432"/>
          </a:xfrm>
        </p:spPr>
        <p:txBody>
          <a:bodyPr anchor="ctr"/>
          <a:lstStyle/>
          <a:p>
            <a:r>
              <a:rPr lang="en-US" dirty="0" smtClean="0"/>
              <a:t>RFC 3535:  What is Needed?  </a:t>
            </a:r>
            <a:endParaRPr lang="en-US" dirty="0"/>
          </a:p>
        </p:txBody>
      </p:sp>
      <p:sp>
        <p:nvSpPr>
          <p:cNvPr id="2" name="Text Placeholder 1"/>
          <p:cNvSpPr>
            <a:spLocks noGrp="1"/>
          </p:cNvSpPr>
          <p:nvPr>
            <p:ph sz="quarter" idx="11"/>
          </p:nvPr>
        </p:nvSpPr>
        <p:spPr/>
        <p:txBody>
          <a:bodyPr/>
          <a:lstStyle/>
          <a:p>
            <a:r>
              <a:rPr lang="en-US" dirty="0"/>
              <a:t>A programmatic interface for device configuration</a:t>
            </a:r>
          </a:p>
          <a:p>
            <a:r>
              <a:rPr lang="en-US" dirty="0" smtClean="0"/>
              <a:t>Separation </a:t>
            </a:r>
            <a:r>
              <a:rPr lang="en-US" dirty="0"/>
              <a:t>of Configuration and State Data</a:t>
            </a:r>
          </a:p>
          <a:p>
            <a:r>
              <a:rPr lang="en-US" dirty="0"/>
              <a:t>Ability to configure "services" NOT "devices"</a:t>
            </a:r>
          </a:p>
          <a:p>
            <a:r>
              <a:rPr lang="en-US" dirty="0"/>
              <a:t>Integrated error checking and </a:t>
            </a:r>
            <a:r>
              <a:rPr lang="en-US" dirty="0" smtClean="0"/>
              <a:t>recovery</a:t>
            </a:r>
            <a:endParaRPr lang="en-US" dirty="0"/>
          </a:p>
        </p:txBody>
      </p:sp>
      <p:sp>
        <p:nvSpPr>
          <p:cNvPr id="3" name="Content Placeholder 2"/>
          <p:cNvSpPr>
            <a:spLocks noGrp="1"/>
          </p:cNvSpPr>
          <p:nvPr>
            <p:ph sz="quarter" idx="12"/>
          </p:nvPr>
        </p:nvSpPr>
        <p:spPr/>
        <p:txBody>
          <a:bodyPr/>
          <a:lstStyle/>
          <a:p>
            <a:endParaRPr lang="en-US"/>
          </a:p>
        </p:txBody>
      </p:sp>
      <p:pic>
        <p:nvPicPr>
          <p:cNvPr id="5" name="Picture 4"/>
          <p:cNvPicPr>
            <a:picLocks noChangeAspect="1"/>
          </p:cNvPicPr>
          <p:nvPr/>
        </p:nvPicPr>
        <p:blipFill>
          <a:blip r:embed="rId3"/>
          <a:stretch>
            <a:fillRect/>
          </a:stretch>
        </p:blipFill>
        <p:spPr>
          <a:xfrm>
            <a:off x="5517852" y="1632035"/>
            <a:ext cx="2514600" cy="2514600"/>
          </a:xfrm>
          <a:prstGeom prst="rect">
            <a:avLst/>
          </a:prstGeom>
        </p:spPr>
      </p:pic>
      <p:sp>
        <p:nvSpPr>
          <p:cNvPr id="7" name="Slide Number Placeholder 6"/>
          <p:cNvSpPr>
            <a:spLocks noGrp="1"/>
          </p:cNvSpPr>
          <p:nvPr>
            <p:ph type="sldNum" sz="quarter" idx="4"/>
          </p:nvPr>
        </p:nvSpPr>
        <p:spPr/>
        <p:txBody>
          <a:bodyPr/>
          <a:lstStyle/>
          <a:p>
            <a:fld id="{96A97DD0-5BE7-4856-A2A9-C42C6688E607}" type="slidenum">
              <a:rPr lang="en-US" smtClean="0"/>
              <a:pPr/>
              <a:t>21</a:t>
            </a:fld>
            <a:endParaRPr lang="en-US" dirty="0"/>
          </a:p>
        </p:txBody>
      </p:sp>
    </p:spTree>
    <p:extLst>
      <p:ext uri="{BB962C8B-B14F-4D97-AF65-F5344CB8AC3E}">
        <p14:creationId xmlns:p14="http://schemas.microsoft.com/office/powerpoint/2010/main" val="1756711557"/>
      </p:ext>
    </p:extLst>
  </p:cSld>
  <p:clrMapOvr>
    <a:masterClrMapping/>
  </p:clrMapOvr>
  <p:transition>
    <p:fade/>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6616" y="0"/>
            <a:ext cx="8513064" cy="765432"/>
          </a:xfrm>
        </p:spPr>
        <p:txBody>
          <a:bodyPr anchor="ctr"/>
          <a:lstStyle/>
          <a:p>
            <a:r>
              <a:rPr lang="en-US" dirty="0" smtClean="0"/>
              <a:t>NETCONF / YANG (RESTCONF &amp; </a:t>
            </a:r>
            <a:r>
              <a:rPr lang="en-US" dirty="0" err="1" smtClean="0"/>
              <a:t>gRPC</a:t>
            </a:r>
            <a:r>
              <a:rPr lang="en-US" dirty="0" smtClean="0"/>
              <a:t>)</a:t>
            </a:r>
            <a:endParaRPr lang="en-US" dirty="0"/>
          </a:p>
        </p:txBody>
      </p:sp>
      <p:pic>
        <p:nvPicPr>
          <p:cNvPr id="4" name="Content Placeholder 3"/>
          <p:cNvPicPr>
            <a:picLocks noGrp="1" noChangeAspect="1"/>
          </p:cNvPicPr>
          <p:nvPr>
            <p:ph sz="quarter" idx="11"/>
          </p:nvPr>
        </p:nvPicPr>
        <p:blipFill>
          <a:blip r:embed="rId3"/>
          <a:stretch>
            <a:fillRect/>
          </a:stretch>
        </p:blipFill>
        <p:spPr>
          <a:xfrm>
            <a:off x="903520" y="1077913"/>
            <a:ext cx="2976097" cy="3257550"/>
          </a:xfrm>
          <a:prstGeom prst="rect">
            <a:avLst/>
          </a:prstGeom>
        </p:spPr>
      </p:pic>
      <p:sp>
        <p:nvSpPr>
          <p:cNvPr id="5" name="Text Placeholder 4"/>
          <p:cNvSpPr>
            <a:spLocks noGrp="1"/>
          </p:cNvSpPr>
          <p:nvPr>
            <p:ph sz="quarter" idx="12"/>
          </p:nvPr>
        </p:nvSpPr>
        <p:spPr/>
        <p:txBody>
          <a:bodyPr/>
          <a:lstStyle/>
          <a:p>
            <a:r>
              <a:rPr lang="en-US" dirty="0" smtClean="0"/>
              <a:t>NETCONF </a:t>
            </a:r>
            <a:r>
              <a:rPr lang="mr-IN" dirty="0" smtClean="0"/>
              <a:t>–</a:t>
            </a:r>
            <a:r>
              <a:rPr lang="en-US" dirty="0" smtClean="0"/>
              <a:t> 2006 </a:t>
            </a:r>
            <a:r>
              <a:rPr lang="mr-IN" dirty="0" smtClean="0"/>
              <a:t>–</a:t>
            </a:r>
            <a:r>
              <a:rPr lang="en-US" dirty="0" smtClean="0"/>
              <a:t> RFC 4741 </a:t>
            </a:r>
            <a:br>
              <a:rPr lang="en-US" dirty="0" smtClean="0"/>
            </a:br>
            <a:r>
              <a:rPr lang="en-US" sz="1600" dirty="0" smtClean="0"/>
              <a:t>(RFC 6241 in 2011)</a:t>
            </a:r>
          </a:p>
          <a:p>
            <a:r>
              <a:rPr lang="en-US" dirty="0" smtClean="0"/>
              <a:t>YANG </a:t>
            </a:r>
            <a:r>
              <a:rPr lang="mr-IN" dirty="0" smtClean="0"/>
              <a:t>–</a:t>
            </a:r>
            <a:r>
              <a:rPr lang="en-US" dirty="0" smtClean="0"/>
              <a:t> 2010 </a:t>
            </a:r>
            <a:r>
              <a:rPr lang="mr-IN" dirty="0" smtClean="0"/>
              <a:t>–</a:t>
            </a:r>
            <a:r>
              <a:rPr lang="en-US" dirty="0" smtClean="0"/>
              <a:t> RFC 6020 </a:t>
            </a:r>
          </a:p>
          <a:p>
            <a:r>
              <a:rPr lang="en-US" dirty="0" smtClean="0"/>
              <a:t>RESTCONF </a:t>
            </a:r>
            <a:r>
              <a:rPr lang="mr-IN" dirty="0" smtClean="0"/>
              <a:t>–</a:t>
            </a:r>
            <a:r>
              <a:rPr lang="en-US" dirty="0" smtClean="0"/>
              <a:t> 2017 </a:t>
            </a:r>
            <a:r>
              <a:rPr lang="mr-IN" dirty="0" smtClean="0"/>
              <a:t>–</a:t>
            </a:r>
            <a:r>
              <a:rPr lang="en-US" dirty="0" smtClean="0"/>
              <a:t> RFC 8040</a:t>
            </a:r>
          </a:p>
          <a:p>
            <a:r>
              <a:rPr lang="en-US" dirty="0" err="1" smtClean="0"/>
              <a:t>gRPC</a:t>
            </a:r>
            <a:r>
              <a:rPr lang="en-US" dirty="0" smtClean="0"/>
              <a:t> </a:t>
            </a:r>
            <a:r>
              <a:rPr lang="mr-IN" dirty="0" smtClean="0"/>
              <a:t>–</a:t>
            </a:r>
            <a:r>
              <a:rPr lang="en-US" dirty="0" smtClean="0"/>
              <a:t> 2015 </a:t>
            </a:r>
            <a:r>
              <a:rPr lang="mr-IN" dirty="0" smtClean="0"/>
              <a:t>–</a:t>
            </a:r>
            <a:r>
              <a:rPr lang="en-US" dirty="0" smtClean="0"/>
              <a:t> </a:t>
            </a:r>
            <a:r>
              <a:rPr lang="en-US" dirty="0" err="1" smtClean="0"/>
              <a:t>OpenSource</a:t>
            </a:r>
            <a:r>
              <a:rPr lang="en-US" dirty="0" smtClean="0"/>
              <a:t> project by Google</a:t>
            </a:r>
            <a:endParaRPr lang="en-US" dirty="0"/>
          </a:p>
        </p:txBody>
      </p:sp>
      <p:sp>
        <p:nvSpPr>
          <p:cNvPr id="6" name="Slide Number Placeholder 5"/>
          <p:cNvSpPr>
            <a:spLocks noGrp="1"/>
          </p:cNvSpPr>
          <p:nvPr>
            <p:ph type="sldNum" sz="quarter" idx="4"/>
          </p:nvPr>
        </p:nvSpPr>
        <p:spPr/>
        <p:txBody>
          <a:bodyPr/>
          <a:lstStyle/>
          <a:p>
            <a:fld id="{96A97DD0-5BE7-4856-A2A9-C42C6688E607}" type="slidenum">
              <a:rPr lang="en-US" smtClean="0"/>
              <a:pPr/>
              <a:t>22</a:t>
            </a:fld>
            <a:endParaRPr lang="en-US" dirty="0"/>
          </a:p>
        </p:txBody>
      </p:sp>
    </p:spTree>
    <p:extLst>
      <p:ext uri="{BB962C8B-B14F-4D97-AF65-F5344CB8AC3E}">
        <p14:creationId xmlns:p14="http://schemas.microsoft.com/office/powerpoint/2010/main" val="1317089749"/>
      </p:ext>
    </p:extLst>
  </p:cSld>
  <p:clrMapOvr>
    <a:masterClrMapping/>
  </p:clrMapOvr>
  <p:transition>
    <p:fade/>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a:t>
            </a:r>
            <a:br>
              <a:rPr lang="en-US" dirty="0" smtClean="0"/>
            </a:br>
            <a:r>
              <a:rPr lang="en-US" dirty="0" smtClean="0"/>
              <a:t>YANG Data Models</a:t>
            </a:r>
            <a:endParaRPr lang="en-US" dirty="0"/>
          </a:p>
        </p:txBody>
      </p:sp>
      <p:sp>
        <p:nvSpPr>
          <p:cNvPr id="4" name="Slide Number Placeholder 3"/>
          <p:cNvSpPr>
            <a:spLocks noGrp="1"/>
          </p:cNvSpPr>
          <p:nvPr>
            <p:ph type="sldNum" sz="quarter" idx="4"/>
          </p:nvPr>
        </p:nvSpPr>
        <p:spPr/>
        <p:txBody>
          <a:bodyPr/>
          <a:lstStyle/>
          <a:p>
            <a:fld id="{96A97DD0-5BE7-4856-A2A9-C42C6688E607}" type="slidenum">
              <a:rPr lang="en-US" smtClean="0">
                <a:solidFill>
                  <a:srgbClr val="FFFFFF">
                    <a:alpha val="60000"/>
                  </a:srgbClr>
                </a:solidFill>
              </a:rPr>
              <a:pPr/>
              <a:t>23</a:t>
            </a:fld>
            <a:endParaRPr lang="en-US" dirty="0">
              <a:solidFill>
                <a:srgbClr val="FFFFFF">
                  <a:alpha val="60000"/>
                </a:srgbClr>
              </a:solidFill>
            </a:endParaRPr>
          </a:p>
        </p:txBody>
      </p:sp>
    </p:spTree>
    <p:extLst>
      <p:ext uri="{BB962C8B-B14F-4D97-AF65-F5344CB8AC3E}">
        <p14:creationId xmlns:p14="http://schemas.microsoft.com/office/powerpoint/2010/main" val="1517815184"/>
      </p:ext>
    </p:extLst>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2925" y="0"/>
            <a:ext cx="8513064" cy="765432"/>
          </a:xfrm>
        </p:spPr>
        <p:txBody>
          <a:bodyPr anchor="ctr"/>
          <a:lstStyle/>
          <a:p>
            <a:r>
              <a:rPr lang="en-US" dirty="0" smtClean="0"/>
              <a:t>Three Meanings of “YANG”</a:t>
            </a:r>
            <a:endParaRPr lang="en-US" dirty="0"/>
          </a:p>
        </p:txBody>
      </p:sp>
      <p:sp>
        <p:nvSpPr>
          <p:cNvPr id="2" name="Text Placeholder 1"/>
          <p:cNvSpPr>
            <a:spLocks noGrp="1"/>
          </p:cNvSpPr>
          <p:nvPr>
            <p:ph sz="quarter" idx="11"/>
          </p:nvPr>
        </p:nvSpPr>
        <p:spPr/>
        <p:txBody>
          <a:bodyPr/>
          <a:lstStyle/>
          <a:p>
            <a:pPr marL="342900" indent="-342900">
              <a:buFont typeface="Arial" charset="0"/>
              <a:buChar char="•"/>
            </a:pPr>
            <a:r>
              <a:rPr lang="en-US" dirty="0" smtClean="0"/>
              <a:t>YANG Modeling Language</a:t>
            </a:r>
          </a:p>
          <a:p>
            <a:pPr marL="342900" indent="-342900">
              <a:buFont typeface="Arial" charset="0"/>
              <a:buChar char="•"/>
            </a:pPr>
            <a:r>
              <a:rPr lang="en-US" dirty="0" smtClean="0"/>
              <a:t>YANG Data Models</a:t>
            </a:r>
          </a:p>
          <a:p>
            <a:pPr marL="342900" indent="-342900">
              <a:buFont typeface="Arial" charset="0"/>
              <a:buChar char="•"/>
            </a:pPr>
            <a:r>
              <a:rPr lang="en-US" dirty="0" smtClean="0"/>
              <a:t>YANG Device Data </a:t>
            </a:r>
            <a:endParaRPr lang="en-US" dirty="0"/>
          </a:p>
        </p:txBody>
      </p:sp>
      <p:pic>
        <p:nvPicPr>
          <p:cNvPr id="10" name="Content Placeholder 3"/>
          <p:cNvPicPr>
            <a:picLocks noGrp="1" noChangeAspect="1"/>
          </p:cNvPicPr>
          <p:nvPr>
            <p:ph type="pic" sz="quarter" idx="4294967295"/>
          </p:nvPr>
        </p:nvPicPr>
        <p:blipFill rotWithShape="1">
          <a:blip r:embed="rId2"/>
          <a:srcRect l="-3862" r="-3862"/>
          <a:stretch/>
        </p:blipFill>
        <p:spPr>
          <a:xfrm>
            <a:off x="4765477" y="1352550"/>
            <a:ext cx="4075112" cy="3041650"/>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24</a:t>
            </a:fld>
            <a:endParaRPr lang="en-US" dirty="0"/>
          </a:p>
        </p:txBody>
      </p:sp>
    </p:spTree>
    <p:extLst>
      <p:ext uri="{BB962C8B-B14F-4D97-AF65-F5344CB8AC3E}">
        <p14:creationId xmlns:p14="http://schemas.microsoft.com/office/powerpoint/2010/main" val="243681172"/>
      </p:ext>
    </p:extLst>
  </p:cSld>
  <p:clrMapOvr>
    <a:masterClrMapping/>
  </p:clrMapOvr>
  <p:transition>
    <p:fade/>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7"/>
          <p:cNvSpPr>
            <a:spLocks noGrp="1"/>
          </p:cNvSpPr>
          <p:nvPr>
            <p:ph type="title"/>
          </p:nvPr>
        </p:nvSpPr>
        <p:spPr>
          <a:xfrm>
            <a:off x="315468" y="-21456"/>
            <a:ext cx="8513064" cy="765432"/>
          </a:xfrm>
        </p:spPr>
        <p:txBody>
          <a:bodyPr anchor="ctr"/>
          <a:lstStyle/>
          <a:p>
            <a:r>
              <a:rPr lang="en-US" dirty="0"/>
              <a:t>Where do Models Come From? </a:t>
            </a:r>
          </a:p>
        </p:txBody>
      </p:sp>
      <p:sp>
        <p:nvSpPr>
          <p:cNvPr id="74754" name="Text Placeholder 3"/>
          <p:cNvSpPr txBox="1">
            <a:spLocks/>
          </p:cNvSpPr>
          <p:nvPr/>
        </p:nvSpPr>
        <p:spPr bwMode="auto">
          <a:xfrm>
            <a:off x="623638" y="2501900"/>
            <a:ext cx="3608554" cy="215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8" rIns="91436" bIns="45718"/>
          <a:lstStyle>
            <a:lvl1pPr marL="227013" indent="-227013" defTabSz="912813">
              <a:defRPr sz="2400">
                <a:solidFill>
                  <a:schemeClr val="tx1"/>
                </a:solidFill>
                <a:latin typeface="Arial" charset="0"/>
                <a:ea typeface="MS PGothic" charset="0"/>
                <a:cs typeface="MS PGothic" charset="0"/>
              </a:defRPr>
            </a:lvl1pPr>
            <a:lvl2pPr marL="190500" defTabSz="912813">
              <a:defRPr sz="2400">
                <a:solidFill>
                  <a:schemeClr val="tx1"/>
                </a:solidFill>
                <a:latin typeface="Arial" charset="0"/>
                <a:ea typeface="MS PGothic" charset="0"/>
                <a:cs typeface="MS PGothic" charset="0"/>
              </a:defRPr>
            </a:lvl2pPr>
            <a:lvl3pPr marL="1143000" indent="-228600" defTabSz="912813">
              <a:defRPr sz="2400">
                <a:solidFill>
                  <a:schemeClr val="tx1"/>
                </a:solidFill>
                <a:latin typeface="Arial" charset="0"/>
                <a:ea typeface="MS PGothic" charset="0"/>
                <a:cs typeface="MS PGothic" charset="0"/>
              </a:defRPr>
            </a:lvl3pPr>
            <a:lvl4pPr marL="1600200" indent="-228600" defTabSz="912813">
              <a:defRPr sz="2400">
                <a:solidFill>
                  <a:schemeClr val="tx1"/>
                </a:solidFill>
                <a:latin typeface="Arial" charset="0"/>
                <a:ea typeface="MS PGothic" charset="0"/>
                <a:cs typeface="MS PGothic" charset="0"/>
              </a:defRPr>
            </a:lvl4pPr>
            <a:lvl5pPr marL="2057400" indent="-228600" defTabSz="912813">
              <a:defRPr sz="2400">
                <a:solidFill>
                  <a:schemeClr val="tx1"/>
                </a:solidFill>
                <a:latin typeface="Arial" charset="0"/>
                <a:ea typeface="MS PGothic" charset="0"/>
                <a:cs typeface="MS PGothic" charset="0"/>
              </a:defRPr>
            </a:lvl5pPr>
            <a:lvl6pPr marL="25146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6pPr>
            <a:lvl7pPr marL="29718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7pPr>
            <a:lvl8pPr marL="34290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8pPr>
            <a:lvl9pPr marL="38862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9pPr>
          </a:lstStyle>
          <a:p>
            <a:pPr eaLnBrk="1" hangingPunct="1">
              <a:lnSpc>
                <a:spcPct val="95000"/>
              </a:lnSpc>
              <a:spcBef>
                <a:spcPts val="1438"/>
              </a:spcBef>
              <a:buSzPct val="90000"/>
              <a:buFont typeface="Arial" charset="0"/>
              <a:buChar char="•"/>
            </a:pPr>
            <a:r>
              <a:rPr lang="en-US" sz="1800" b="1" dirty="0">
                <a:ea typeface="Apple LiGothic Medium" charset="0"/>
                <a:cs typeface="Apple LiGothic Medium" charset="0"/>
              </a:rPr>
              <a:t>Standard definition</a:t>
            </a:r>
            <a:r>
              <a:rPr lang="en-US" sz="1400" b="1" dirty="0">
                <a:ea typeface="Apple LiGothic Medium" charset="0"/>
                <a:cs typeface="Apple LiGothic Medium" charset="0"/>
              </a:rPr>
              <a:t> </a:t>
            </a:r>
            <a:r>
              <a:rPr lang="en-US" sz="1400" b="1" dirty="0" smtClean="0">
                <a:ea typeface="Apple LiGothic Medium" charset="0"/>
                <a:cs typeface="Apple LiGothic Medium" charset="0"/>
              </a:rPr>
              <a:t/>
            </a:r>
            <a:br>
              <a:rPr lang="en-US" sz="1400" b="1" dirty="0" smtClean="0">
                <a:ea typeface="Apple LiGothic Medium" charset="0"/>
                <a:cs typeface="Apple LiGothic Medium" charset="0"/>
              </a:rPr>
            </a:br>
            <a:r>
              <a:rPr lang="en-US" sz="1200" dirty="0" smtClean="0">
                <a:ea typeface="Apple LiGothic Medium" charset="0"/>
                <a:cs typeface="Apple LiGothic Medium" charset="0"/>
              </a:rPr>
              <a:t>(</a:t>
            </a:r>
            <a:r>
              <a:rPr lang="en-US" sz="1200" dirty="0">
                <a:ea typeface="Apple LiGothic Medium" charset="0"/>
                <a:cs typeface="Apple LiGothic Medium" charset="0"/>
              </a:rPr>
              <a:t>IETF, ITU, </a:t>
            </a:r>
            <a:r>
              <a:rPr lang="en-US" sz="1200" dirty="0" err="1">
                <a:ea typeface="Apple LiGothic Medium" charset="0"/>
                <a:cs typeface="Apple LiGothic Medium" charset="0"/>
              </a:rPr>
              <a:t>OpenConfig</a:t>
            </a:r>
            <a:r>
              <a:rPr lang="en-US" sz="1200" dirty="0">
                <a:ea typeface="Apple LiGothic Medium" charset="0"/>
                <a:cs typeface="Apple LiGothic Medium" charset="0"/>
              </a:rPr>
              <a:t>, etc.) </a:t>
            </a:r>
          </a:p>
          <a:p>
            <a:pPr eaLnBrk="1" hangingPunct="1">
              <a:lnSpc>
                <a:spcPct val="95000"/>
              </a:lnSpc>
              <a:spcBef>
                <a:spcPts val="1438"/>
              </a:spcBef>
              <a:buSzPct val="90000"/>
              <a:buFont typeface="Arial" charset="0"/>
              <a:buChar char="•"/>
            </a:pPr>
            <a:r>
              <a:rPr lang="en-US" sz="1800" dirty="0">
                <a:ea typeface="Apple LiGothic Medium" charset="0"/>
                <a:cs typeface="Apple LiGothic Medium" charset="0"/>
              </a:rPr>
              <a:t>Compliant with </a:t>
            </a:r>
            <a:r>
              <a:rPr lang="en-US" sz="1800" dirty="0" smtClean="0">
                <a:ea typeface="Apple LiGothic Medium" charset="0"/>
                <a:cs typeface="Apple LiGothic Medium" charset="0"/>
              </a:rPr>
              <a:t>standard</a:t>
            </a:r>
            <a:r>
              <a:rPr lang="en-US" sz="1800" dirty="0">
                <a:ea typeface="Apple LiGothic Medium" charset="0"/>
                <a:cs typeface="Apple LiGothic Medium" charset="0"/>
              </a:rPr>
              <a:t/>
            </a:r>
            <a:br>
              <a:rPr lang="en-US" sz="1800" dirty="0">
                <a:ea typeface="Apple LiGothic Medium" charset="0"/>
                <a:cs typeface="Apple LiGothic Medium" charset="0"/>
              </a:rPr>
            </a:br>
            <a:r>
              <a:rPr lang="en-US" sz="1400" dirty="0" err="1" smtClean="0">
                <a:latin typeface="Courier New" charset="0"/>
                <a:ea typeface="Apple LiGothic Medium" charset="0"/>
                <a:cs typeface="Apple LiGothic Medium" charset="0"/>
              </a:rPr>
              <a:t>ietf-diffserv-policy.yang</a:t>
            </a:r>
            <a:r>
              <a:rPr lang="en-US" sz="1400" dirty="0">
                <a:latin typeface="Courier New" charset="0"/>
                <a:ea typeface="Apple LiGothic Medium" charset="0"/>
                <a:cs typeface="Apple LiGothic Medium" charset="0"/>
              </a:rPr>
              <a:t/>
            </a:r>
            <a:br>
              <a:rPr lang="en-US" sz="1400" dirty="0">
                <a:latin typeface="Courier New" charset="0"/>
                <a:ea typeface="Apple LiGothic Medium" charset="0"/>
                <a:cs typeface="Apple LiGothic Medium" charset="0"/>
              </a:rPr>
            </a:br>
            <a:r>
              <a:rPr lang="en-US" sz="1400" dirty="0" err="1" smtClean="0">
                <a:latin typeface="Courier New" charset="0"/>
                <a:ea typeface="Apple LiGothic Medium" charset="0"/>
                <a:cs typeface="Apple LiGothic Medium" charset="0"/>
              </a:rPr>
              <a:t>ietf-diffserv-classifer.yang</a:t>
            </a:r>
            <a:r>
              <a:rPr lang="en-US" sz="1400" dirty="0">
                <a:latin typeface="Courier New" charset="0"/>
                <a:ea typeface="Apple LiGothic Medium" charset="0"/>
                <a:cs typeface="Apple LiGothic Medium" charset="0"/>
              </a:rPr>
              <a:t/>
            </a:r>
            <a:br>
              <a:rPr lang="en-US" sz="1400" dirty="0">
                <a:latin typeface="Courier New" charset="0"/>
                <a:ea typeface="Apple LiGothic Medium" charset="0"/>
                <a:cs typeface="Apple LiGothic Medium" charset="0"/>
              </a:rPr>
            </a:br>
            <a:r>
              <a:rPr lang="en-US" sz="1400" dirty="0" err="1" smtClean="0">
                <a:latin typeface="Courier New" charset="0"/>
                <a:ea typeface="Apple LiGothic Medium" charset="0"/>
                <a:cs typeface="Apple LiGothic Medium" charset="0"/>
              </a:rPr>
              <a:t>ietf-diffserv-target.yang</a:t>
            </a:r>
            <a:endParaRPr lang="en-US" sz="1400" dirty="0">
              <a:latin typeface="Courier New" charset="0"/>
              <a:ea typeface="Apple LiGothic Medium" charset="0"/>
              <a:cs typeface="Apple LiGothic Medium" charset="0"/>
            </a:endParaRPr>
          </a:p>
          <a:p>
            <a:pPr eaLnBrk="1" hangingPunct="1">
              <a:lnSpc>
                <a:spcPct val="95000"/>
              </a:lnSpc>
              <a:spcBef>
                <a:spcPts val="1438"/>
              </a:spcBef>
              <a:buSzPct val="90000"/>
              <a:buFont typeface="Arial" charset="0"/>
              <a:buChar char="•"/>
            </a:pPr>
            <a:endParaRPr lang="en-US" sz="1100" dirty="0">
              <a:ea typeface="Apple LiGothic Medium" charset="0"/>
              <a:cs typeface="Apple LiGothic Medium" charset="0"/>
            </a:endParaRPr>
          </a:p>
        </p:txBody>
      </p:sp>
      <p:sp>
        <p:nvSpPr>
          <p:cNvPr id="74755" name="Text Placeholder 15"/>
          <p:cNvSpPr txBox="1">
            <a:spLocks/>
          </p:cNvSpPr>
          <p:nvPr/>
        </p:nvSpPr>
        <p:spPr bwMode="auto">
          <a:xfrm>
            <a:off x="4813936" y="2511425"/>
            <a:ext cx="3650082" cy="214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6" tIns="45718" rIns="91436" bIns="45718"/>
          <a:lstStyle>
            <a:lvl1pPr marL="227013" indent="-227013" defTabSz="912813">
              <a:defRPr sz="2400">
                <a:solidFill>
                  <a:schemeClr val="tx1"/>
                </a:solidFill>
                <a:latin typeface="Arial" charset="0"/>
                <a:ea typeface="MS PGothic" charset="0"/>
                <a:cs typeface="MS PGothic" charset="0"/>
              </a:defRPr>
            </a:lvl1pPr>
            <a:lvl2pPr marL="742950" indent="-285750" defTabSz="912813">
              <a:defRPr sz="2400">
                <a:solidFill>
                  <a:schemeClr val="tx1"/>
                </a:solidFill>
                <a:latin typeface="Arial" charset="0"/>
                <a:ea typeface="MS PGothic" charset="0"/>
                <a:cs typeface="MS PGothic" charset="0"/>
              </a:defRPr>
            </a:lvl2pPr>
            <a:lvl3pPr marL="1143000" indent="-228600" defTabSz="912813">
              <a:defRPr sz="2400">
                <a:solidFill>
                  <a:schemeClr val="tx1"/>
                </a:solidFill>
                <a:latin typeface="Arial" charset="0"/>
                <a:ea typeface="MS PGothic" charset="0"/>
                <a:cs typeface="MS PGothic" charset="0"/>
              </a:defRPr>
            </a:lvl3pPr>
            <a:lvl4pPr marL="1600200" indent="-228600" defTabSz="912813">
              <a:defRPr sz="2400">
                <a:solidFill>
                  <a:schemeClr val="tx1"/>
                </a:solidFill>
                <a:latin typeface="Arial" charset="0"/>
                <a:ea typeface="MS PGothic" charset="0"/>
                <a:cs typeface="MS PGothic" charset="0"/>
              </a:defRPr>
            </a:lvl4pPr>
            <a:lvl5pPr marL="2057400" indent="-228600" defTabSz="912813">
              <a:defRPr sz="2400">
                <a:solidFill>
                  <a:schemeClr val="tx1"/>
                </a:solidFill>
                <a:latin typeface="Arial" charset="0"/>
                <a:ea typeface="MS PGothic" charset="0"/>
                <a:cs typeface="MS PGothic" charset="0"/>
              </a:defRPr>
            </a:lvl5pPr>
            <a:lvl6pPr marL="25146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6pPr>
            <a:lvl7pPr marL="29718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7pPr>
            <a:lvl8pPr marL="34290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8pPr>
            <a:lvl9pPr marL="3886200" indent="-228600" defTabSz="912813" eaLnBrk="0" fontAlgn="base" hangingPunct="0">
              <a:spcBef>
                <a:spcPct val="0"/>
              </a:spcBef>
              <a:spcAft>
                <a:spcPct val="0"/>
              </a:spcAft>
              <a:defRPr sz="2400">
                <a:solidFill>
                  <a:schemeClr val="tx1"/>
                </a:solidFill>
                <a:latin typeface="Arial" charset="0"/>
                <a:ea typeface="MS PGothic" charset="0"/>
                <a:cs typeface="MS PGothic" charset="0"/>
              </a:defRPr>
            </a:lvl9pPr>
          </a:lstStyle>
          <a:p>
            <a:pPr eaLnBrk="1" hangingPunct="1">
              <a:lnSpc>
                <a:spcPct val="95000"/>
              </a:lnSpc>
              <a:spcBef>
                <a:spcPts val="1438"/>
              </a:spcBef>
              <a:buSzPct val="90000"/>
              <a:buFont typeface="Arial" charset="0"/>
              <a:buChar char="•"/>
            </a:pPr>
            <a:r>
              <a:rPr lang="en-US" sz="1800" b="1" dirty="0" smtClean="0">
                <a:ea typeface="Apple LiGothic Medium" charset="0"/>
                <a:cs typeface="Apple LiGothic Medium" charset="0"/>
              </a:rPr>
              <a:t>Vendor definition </a:t>
            </a:r>
            <a:br>
              <a:rPr lang="en-US" sz="1800" b="1" dirty="0" smtClean="0">
                <a:ea typeface="Apple LiGothic Medium" charset="0"/>
                <a:cs typeface="Apple LiGothic Medium" charset="0"/>
              </a:rPr>
            </a:br>
            <a:r>
              <a:rPr lang="en-US" sz="1200" dirty="0" smtClean="0">
                <a:ea typeface="Apple LiGothic Medium" charset="0"/>
                <a:cs typeface="Apple LiGothic Medium" charset="0"/>
              </a:rPr>
              <a:t>(i.e. Cisco)</a:t>
            </a:r>
            <a:endParaRPr lang="en-US" sz="1800" b="1" dirty="0">
              <a:ea typeface="Apple LiGothic Medium" charset="0"/>
              <a:cs typeface="Apple LiGothic Medium" charset="0"/>
            </a:endParaRPr>
          </a:p>
          <a:p>
            <a:pPr eaLnBrk="1" hangingPunct="1">
              <a:lnSpc>
                <a:spcPct val="95000"/>
              </a:lnSpc>
              <a:spcBef>
                <a:spcPts val="1438"/>
              </a:spcBef>
              <a:buSzPct val="90000"/>
              <a:buFont typeface="Arial" charset="0"/>
              <a:buChar char="•"/>
            </a:pPr>
            <a:r>
              <a:rPr lang="en-US" sz="1800" dirty="0" smtClean="0">
                <a:ea typeface="Apple LiGothic Medium" charset="0"/>
                <a:cs typeface="Apple LiGothic Medium" charset="0"/>
              </a:rPr>
              <a:t>Unique to Vendor </a:t>
            </a:r>
            <a:r>
              <a:rPr lang="en-US" sz="1800" dirty="0">
                <a:ea typeface="Apple LiGothic Medium" charset="0"/>
                <a:cs typeface="Apple LiGothic Medium" charset="0"/>
              </a:rPr>
              <a:t>Platforms </a:t>
            </a:r>
            <a:br>
              <a:rPr lang="en-US" sz="1800" dirty="0">
                <a:ea typeface="Apple LiGothic Medium" charset="0"/>
                <a:cs typeface="Apple LiGothic Medium" charset="0"/>
              </a:rPr>
            </a:br>
            <a:r>
              <a:rPr lang="en-US" sz="1400" dirty="0">
                <a:latin typeface="Courier New" charset="0"/>
                <a:ea typeface="Courier New" charset="0"/>
                <a:cs typeface="Courier New" charset="0"/>
              </a:rPr>
              <a:t>cisco-memory-</a:t>
            </a:r>
            <a:r>
              <a:rPr lang="en-US" sz="1400" dirty="0" err="1">
                <a:latin typeface="Courier New" charset="0"/>
                <a:ea typeface="Courier New" charset="0"/>
                <a:cs typeface="Courier New" charset="0"/>
              </a:rPr>
              <a:t>stats.yang</a:t>
            </a:r>
            <a:r>
              <a:rPr lang="en-US" sz="1400" dirty="0">
                <a:latin typeface="Courier New" charset="0"/>
                <a:ea typeface="Courier New" charset="0"/>
                <a:cs typeface="Courier New" charset="0"/>
              </a:rPr>
              <a:t/>
            </a:r>
            <a:br>
              <a:rPr lang="en-US" sz="1400" dirty="0">
                <a:latin typeface="Courier New" charset="0"/>
                <a:ea typeface="Courier New" charset="0"/>
                <a:cs typeface="Courier New" charset="0"/>
              </a:rPr>
            </a:br>
            <a:r>
              <a:rPr lang="en-US" sz="1400" dirty="0">
                <a:latin typeface="Courier New" charset="0"/>
                <a:ea typeface="Courier New" charset="0"/>
                <a:cs typeface="Courier New" charset="0"/>
              </a:rPr>
              <a:t>cisco-flow-monitor</a:t>
            </a:r>
            <a:br>
              <a:rPr lang="en-US" sz="1400" dirty="0">
                <a:latin typeface="Courier New" charset="0"/>
                <a:ea typeface="Courier New" charset="0"/>
                <a:cs typeface="Courier New" charset="0"/>
              </a:rPr>
            </a:br>
            <a:r>
              <a:rPr lang="en-US" sz="1400" dirty="0">
                <a:latin typeface="Courier New" charset="0"/>
                <a:ea typeface="Courier New" charset="0"/>
                <a:cs typeface="Courier New" charset="0"/>
              </a:rPr>
              <a:t>cisco-</a:t>
            </a:r>
            <a:r>
              <a:rPr lang="en-US" sz="1400" dirty="0" err="1">
                <a:latin typeface="Courier New" charset="0"/>
                <a:ea typeface="Courier New" charset="0"/>
                <a:cs typeface="Courier New" charset="0"/>
              </a:rPr>
              <a:t>qos</a:t>
            </a:r>
            <a:r>
              <a:rPr lang="en-US" sz="1400" dirty="0">
                <a:latin typeface="Courier New" charset="0"/>
                <a:ea typeface="Courier New" charset="0"/>
                <a:cs typeface="Courier New" charset="0"/>
              </a:rPr>
              <a:t>-action-</a:t>
            </a:r>
            <a:r>
              <a:rPr lang="en-US" sz="1400" dirty="0" err="1">
                <a:latin typeface="Courier New" charset="0"/>
                <a:ea typeface="Courier New" charset="0"/>
                <a:cs typeface="Courier New" charset="0"/>
              </a:rPr>
              <a:t>qlimit</a:t>
            </a:r>
            <a:r>
              <a:rPr lang="en-US" sz="1400" dirty="0">
                <a:latin typeface="Courier New" charset="0"/>
                <a:ea typeface="Courier New" charset="0"/>
                <a:cs typeface="Courier New" charset="0"/>
              </a:rPr>
              <a:t>-</a:t>
            </a:r>
            <a:r>
              <a:rPr lang="en-US" sz="1400" dirty="0" err="1">
                <a:latin typeface="Courier New" charset="0"/>
                <a:ea typeface="Courier New" charset="0"/>
                <a:cs typeface="Courier New" charset="0"/>
              </a:rPr>
              <a:t>cfg</a:t>
            </a:r>
            <a:endParaRPr lang="en-US" sz="1800" dirty="0" smtClean="0">
              <a:latin typeface="Courier New" charset="0"/>
              <a:ea typeface="Courier New" charset="0"/>
              <a:cs typeface="Courier New" charset="0"/>
            </a:endParaRPr>
          </a:p>
        </p:txBody>
      </p:sp>
      <p:sp>
        <p:nvSpPr>
          <p:cNvPr id="12" name="Rounded Rectangle 11"/>
          <p:cNvSpPr/>
          <p:nvPr/>
        </p:nvSpPr>
        <p:spPr>
          <a:xfrm>
            <a:off x="1687346" y="1001713"/>
            <a:ext cx="1481138" cy="1473200"/>
          </a:xfrm>
          <a:prstGeom prst="roundRect">
            <a:avLst>
              <a:gd name="adj" fmla="val 50000"/>
            </a:avLst>
          </a:prstGeom>
          <a:solidFill>
            <a:schemeClr val="accent2"/>
          </a:solidFill>
          <a:ln/>
        </p:spPr>
        <p:style>
          <a:lnRef idx="3">
            <a:schemeClr val="lt1"/>
          </a:lnRef>
          <a:fillRef idx="1">
            <a:schemeClr val="accent4"/>
          </a:fillRef>
          <a:effectRef idx="1">
            <a:schemeClr val="accent4"/>
          </a:effectRef>
          <a:fontRef idx="minor">
            <a:schemeClr val="lt1"/>
          </a:fontRef>
        </p:style>
        <p:txBody>
          <a:bodyPr lIns="68523" tIns="34264" rIns="68523" bIns="34264" anchor="ctr"/>
          <a:lstStyle/>
          <a:p>
            <a:pPr algn="ctr">
              <a:defRPr/>
            </a:pPr>
            <a:r>
              <a:rPr lang="en-US" sz="1600" b="1" dirty="0"/>
              <a:t>Industry Standard</a:t>
            </a:r>
          </a:p>
        </p:txBody>
      </p:sp>
      <p:sp>
        <p:nvSpPr>
          <p:cNvPr id="13" name="Rounded Rectangle 12"/>
          <p:cNvSpPr>
            <a:spLocks noChangeAspect="1"/>
          </p:cNvSpPr>
          <p:nvPr/>
        </p:nvSpPr>
        <p:spPr>
          <a:xfrm>
            <a:off x="5899202" y="1001713"/>
            <a:ext cx="1479550" cy="1473200"/>
          </a:xfrm>
          <a:prstGeom prst="roundRect">
            <a:avLst>
              <a:gd name="adj" fmla="val 50000"/>
            </a:avLst>
          </a:prstGeom>
          <a:solidFill>
            <a:schemeClr val="tx2"/>
          </a:solidFill>
          <a:ln/>
        </p:spPr>
        <p:style>
          <a:lnRef idx="3">
            <a:schemeClr val="lt1"/>
          </a:lnRef>
          <a:fillRef idx="1">
            <a:schemeClr val="accent3"/>
          </a:fillRef>
          <a:effectRef idx="1">
            <a:schemeClr val="accent3"/>
          </a:effectRef>
          <a:fontRef idx="minor">
            <a:schemeClr val="lt1"/>
          </a:fontRef>
        </p:style>
        <p:txBody>
          <a:bodyPr lIns="68523" tIns="34264" rIns="68523" bIns="34264" anchor="ctr"/>
          <a:lstStyle/>
          <a:p>
            <a:pPr algn="ctr">
              <a:defRPr/>
            </a:pPr>
            <a:r>
              <a:rPr lang="en-US" sz="1600" b="1" dirty="0" smtClean="0">
                <a:solidFill>
                  <a:schemeClr val="bg1"/>
                </a:solidFill>
              </a:rPr>
              <a:t>Vendor Specific</a:t>
            </a:r>
            <a:endParaRPr lang="en-US" sz="1600" b="1" dirty="0">
              <a:solidFill>
                <a:schemeClr val="bg1"/>
              </a:solidFill>
            </a:endParaRPr>
          </a:p>
        </p:txBody>
      </p:sp>
      <p:sp>
        <p:nvSpPr>
          <p:cNvPr id="2" name="Rectangle 1"/>
          <p:cNvSpPr/>
          <p:nvPr/>
        </p:nvSpPr>
        <p:spPr>
          <a:xfrm>
            <a:off x="5899202" y="4429892"/>
            <a:ext cx="3066416" cy="307777"/>
          </a:xfrm>
          <a:prstGeom prst="rect">
            <a:avLst/>
          </a:prstGeom>
        </p:spPr>
        <p:txBody>
          <a:bodyPr wrap="none">
            <a:spAutoFit/>
          </a:bodyPr>
          <a:lstStyle/>
          <a:p>
            <a:pPr algn="r"/>
            <a:r>
              <a:rPr lang="en-US" sz="1400" dirty="0">
                <a:hlinkClick r:id="rId3"/>
              </a:rPr>
              <a:t>https://</a:t>
            </a:r>
            <a:r>
              <a:rPr lang="en-US" sz="1400" dirty="0" smtClean="0">
                <a:hlinkClick r:id="rId3"/>
              </a:rPr>
              <a:t>github.com/YangModels/yang</a:t>
            </a:r>
            <a:endParaRPr lang="en-US" sz="1400" dirty="0"/>
          </a:p>
        </p:txBody>
      </p:sp>
      <p:sp>
        <p:nvSpPr>
          <p:cNvPr id="4" name="Slide Number Placeholder 3"/>
          <p:cNvSpPr>
            <a:spLocks noGrp="1"/>
          </p:cNvSpPr>
          <p:nvPr>
            <p:ph type="sldNum" sz="quarter" idx="4"/>
          </p:nvPr>
        </p:nvSpPr>
        <p:spPr/>
        <p:txBody>
          <a:bodyPr/>
          <a:lstStyle/>
          <a:p>
            <a:fld id="{96A97DD0-5BE7-4856-A2A9-C42C6688E607}" type="slidenum">
              <a:rPr lang="en-US" smtClean="0"/>
              <a:pPr/>
              <a:t>25</a:t>
            </a:fld>
            <a:endParaRPr lang="en-US" dirty="0"/>
          </a:p>
        </p:txBody>
      </p:sp>
    </p:spTree>
    <p:extLst>
      <p:ext uri="{BB962C8B-B14F-4D97-AF65-F5344CB8AC3E}">
        <p14:creationId xmlns:p14="http://schemas.microsoft.com/office/powerpoint/2010/main" val="809632374"/>
      </p:ext>
    </p:extLst>
  </p:cSld>
  <p:clrMapOvr>
    <a:masterClrMapping/>
  </p:clrMapOvr>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53977" y="68997"/>
            <a:ext cx="8513064" cy="434974"/>
          </a:xfrm>
        </p:spPr>
        <p:txBody>
          <a:bodyPr/>
          <a:lstStyle/>
          <a:p>
            <a:r>
              <a:rPr lang="en-US" dirty="0" err="1" smtClean="0"/>
              <a:t>pyang</a:t>
            </a:r>
            <a:r>
              <a:rPr lang="en-US" dirty="0" smtClean="0"/>
              <a:t> Output Review</a:t>
            </a:r>
            <a:endParaRPr lang="en-US" dirty="0"/>
          </a:p>
        </p:txBody>
      </p:sp>
      <p:sp>
        <p:nvSpPr>
          <p:cNvPr id="9" name="TextBox 8"/>
          <p:cNvSpPr txBox="1"/>
          <p:nvPr/>
        </p:nvSpPr>
        <p:spPr>
          <a:xfrm>
            <a:off x="6167598" y="4486083"/>
            <a:ext cx="2922595" cy="276999"/>
          </a:xfrm>
          <a:prstGeom prst="rect">
            <a:avLst/>
          </a:prstGeom>
          <a:noFill/>
        </p:spPr>
        <p:txBody>
          <a:bodyPr wrap="none" rtlCol="0">
            <a:spAutoFit/>
          </a:bodyPr>
          <a:lstStyle/>
          <a:p>
            <a:pPr algn="r"/>
            <a:r>
              <a:rPr lang="en-US" sz="1200" i="1" dirty="0" smtClean="0"/>
              <a:t>Example edited for simplicity </a:t>
            </a:r>
            <a:r>
              <a:rPr lang="en-US" sz="1200" i="1" smtClean="0"/>
              <a:t>and brevity</a:t>
            </a:r>
            <a:endParaRPr lang="en-US" sz="1200" i="1"/>
          </a:p>
        </p:txBody>
      </p:sp>
      <p:sp>
        <p:nvSpPr>
          <p:cNvPr id="2" name="Rectangle 1"/>
          <p:cNvSpPr/>
          <p:nvPr/>
        </p:nvSpPr>
        <p:spPr>
          <a:xfrm>
            <a:off x="446103" y="6813650"/>
            <a:ext cx="292068" cy="307777"/>
          </a:xfrm>
          <a:prstGeom prst="rect">
            <a:avLst/>
          </a:prstGeom>
        </p:spPr>
        <p:txBody>
          <a:bodyPr wrap="none">
            <a:spAutoFit/>
          </a:bodyPr>
          <a:lstStyle/>
          <a:p>
            <a:r>
              <a:rPr lang="mr-IN" sz="1400" dirty="0">
                <a:latin typeface="Courier" charset="0"/>
                <a:ea typeface="Courier" charset="0"/>
                <a:cs typeface="Courier" charset="0"/>
              </a:rPr>
              <a:t> </a:t>
            </a:r>
            <a:endParaRPr lang="en-US" dirty="0"/>
          </a:p>
        </p:txBody>
      </p:sp>
      <p:sp>
        <p:nvSpPr>
          <p:cNvPr id="30" name="Content Placeholder 3"/>
          <p:cNvSpPr txBox="1">
            <a:spLocks/>
          </p:cNvSpPr>
          <p:nvPr/>
        </p:nvSpPr>
        <p:spPr>
          <a:xfrm>
            <a:off x="437766" y="567945"/>
            <a:ext cx="8345488" cy="3486576"/>
          </a:xfrm>
          <a:prstGeom prst="rect">
            <a:avLst/>
          </a:prstGeom>
        </p:spPr>
        <p:txBody>
          <a:bodyPr/>
          <a:lstStyle>
            <a:lvl1pPr marL="187523" indent="-185738" algn="l" rtl="0" eaLnBrk="1" fontAlgn="base" hangingPunct="1">
              <a:lnSpc>
                <a:spcPct val="90000"/>
              </a:lnSpc>
              <a:spcBef>
                <a:spcPts val="1200"/>
              </a:spcBef>
              <a:spcAft>
                <a:spcPct val="0"/>
              </a:spcAft>
              <a:buClrTx/>
              <a:buSzPct val="80000"/>
              <a:buFont typeface="Arial" panose="020B0604020202020204" pitchFamily="34" charset="0"/>
              <a:buChar char="•"/>
              <a:defRPr sz="1800">
                <a:solidFill>
                  <a:schemeClr val="tx1"/>
                </a:solidFill>
                <a:latin typeface="+mn-lt"/>
                <a:ea typeface="+mn-ea"/>
                <a:cs typeface="+mn-cs"/>
                <a:sym typeface="Arial" pitchFamily="34" charset="0"/>
              </a:defRPr>
            </a:lvl1pPr>
            <a:lvl2pPr marL="386656" indent="-193775" algn="l" rtl="0" eaLnBrk="1" fontAlgn="base" hangingPunct="1">
              <a:lnSpc>
                <a:spcPct val="90000"/>
              </a:lnSpc>
              <a:spcBef>
                <a:spcPts val="400"/>
              </a:spcBef>
              <a:spcAft>
                <a:spcPct val="0"/>
              </a:spcAft>
              <a:buClrTx/>
              <a:buSzPct val="80000"/>
              <a:buFont typeface="Arial" panose="020B0604020202020204" pitchFamily="34" charset="0"/>
              <a:buChar char="•"/>
              <a:defRPr sz="1600">
                <a:solidFill>
                  <a:schemeClr val="tx1"/>
                </a:solidFill>
                <a:latin typeface="+mn-lt"/>
                <a:ea typeface="+mn-ea"/>
                <a:cs typeface="+mn-cs"/>
                <a:sym typeface="Arial" pitchFamily="34" charset="0"/>
              </a:defRPr>
            </a:lvl2pPr>
            <a:lvl3pPr marL="546497" indent="-159842" algn="l" rtl="0" eaLnBrk="1" fontAlgn="base" hangingPunct="1">
              <a:lnSpc>
                <a:spcPct val="90000"/>
              </a:lnSpc>
              <a:spcBef>
                <a:spcPts val="200"/>
              </a:spcBef>
              <a:spcAft>
                <a:spcPct val="0"/>
              </a:spcAft>
              <a:buClrTx/>
              <a:buSzPct val="80000"/>
              <a:buFont typeface="Arial" panose="020B0604020202020204" pitchFamily="34" charset="0"/>
              <a:buChar char="•"/>
              <a:defRPr sz="1400">
                <a:solidFill>
                  <a:schemeClr val="tx1"/>
                </a:solidFill>
                <a:latin typeface="+mn-lt"/>
                <a:ea typeface="+mn-ea"/>
                <a:cs typeface="+mn-cs"/>
                <a:sym typeface="Arial" pitchFamily="34" charset="0"/>
              </a:defRPr>
            </a:lvl3pPr>
            <a:lvl4pPr marL="706339" indent="-159842" algn="l" rtl="0" eaLnBrk="1" fontAlgn="base" hangingPunct="1">
              <a:lnSpc>
                <a:spcPct val="90000"/>
              </a:lnSpc>
              <a:spcBef>
                <a:spcPts val="200"/>
              </a:spcBef>
              <a:spcAft>
                <a:spcPct val="0"/>
              </a:spcAft>
              <a:buClrTx/>
              <a:buSzPct val="80000"/>
              <a:buFont typeface="Arial" panose="020B0604020202020204" pitchFamily="34" charset="0"/>
              <a:buChar char="•"/>
              <a:defRPr sz="1400">
                <a:solidFill>
                  <a:schemeClr val="tx1"/>
                </a:solidFill>
                <a:latin typeface="+mn-lt"/>
                <a:ea typeface="+mn-ea"/>
                <a:cs typeface="+mn-cs"/>
                <a:sym typeface="Arial" pitchFamily="34" charset="0"/>
              </a:defRPr>
            </a:lvl4pPr>
            <a:lvl5pPr marL="773311" indent="-66973" algn="l" rtl="0" eaLnBrk="1" fontAlgn="base" hangingPunct="1">
              <a:lnSpc>
                <a:spcPct val="95000"/>
              </a:lnSpc>
              <a:spcBef>
                <a:spcPts val="675"/>
              </a:spcBef>
              <a:spcAft>
                <a:spcPct val="0"/>
              </a:spcAft>
              <a:buClr>
                <a:srgbClr val="FFFFFF"/>
              </a:buClr>
              <a:buSzPct val="100000"/>
              <a:buFont typeface="Arial" pitchFamily="34" charset="0"/>
              <a:buChar char="»"/>
              <a:defRPr>
                <a:solidFill>
                  <a:schemeClr val="tx2"/>
                </a:solidFill>
                <a:latin typeface="+mn-lt"/>
                <a:ea typeface="+mn-ea"/>
                <a:cs typeface="+mn-cs"/>
                <a:sym typeface="Arial" pitchFamily="34" charset="0"/>
              </a:defRPr>
            </a:lvl5pPr>
            <a:lvl6pPr marL="1416248"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6pPr>
            <a:lvl7pPr marL="1673423"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7pPr>
            <a:lvl8pPr marL="1930598"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8pPr>
            <a:lvl9pPr marL="2187773" indent="-128588" algn="l" rtl="0" eaLnBrk="1" fontAlgn="base" hangingPunct="1">
              <a:lnSpc>
                <a:spcPct val="95000"/>
              </a:lnSpc>
              <a:spcBef>
                <a:spcPts val="1013"/>
              </a:spcBef>
              <a:spcAft>
                <a:spcPct val="0"/>
              </a:spcAft>
              <a:buClr>
                <a:srgbClr val="FFFFFF"/>
              </a:buClr>
              <a:buSzPct val="100000"/>
              <a:buFont typeface="Arial" pitchFamily="-107" charset="0"/>
              <a:buChar char="»"/>
              <a:defRPr>
                <a:solidFill>
                  <a:schemeClr val="tx1"/>
                </a:solidFill>
                <a:latin typeface="+mn-lt"/>
                <a:ea typeface="+mn-ea"/>
                <a:cs typeface="+mn-cs"/>
                <a:sym typeface="Arial" pitchFamily="-107" charset="0"/>
              </a:defRPr>
            </a:lvl9pPr>
          </a:lstStyle>
          <a:p>
            <a:pPr marL="1785" indent="0" defTabSz="914400">
              <a:lnSpc>
                <a:spcPct val="100000"/>
              </a:lnSpc>
              <a:spcBef>
                <a:spcPts val="200"/>
              </a:spcBef>
              <a:buNone/>
            </a:pPr>
            <a:r>
              <a:rPr lang="mr-IN" sz="1000" b="1" kern="0" dirty="0" err="1" smtClean="0">
                <a:latin typeface="Courier" charset="0"/>
                <a:ea typeface="Courier" charset="0"/>
                <a:cs typeface="Courier" charset="0"/>
              </a:rPr>
              <a:t>module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ietf-interfaces</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interfaces</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name</a:t>
            </a:r>
            <a:r>
              <a:rPr lang="mr-IN" sz="1000" b="1" kern="0" dirty="0" smtClean="0">
                <a:latin typeface="Courier" charset="0"/>
                <a:ea typeface="Courier" charset="0"/>
                <a:cs typeface="Courier" charset="0"/>
              </a:rPr>
              <a:t>]</a:t>
            </a: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name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string</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description</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string</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type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identityref</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enabled</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boolean</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     +--</a:t>
            </a:r>
            <a:r>
              <a:rPr lang="mr-IN" sz="1000" b="1" kern="0" dirty="0" err="1" smtClean="0">
                <a:latin typeface="Courier" charset="0"/>
                <a:ea typeface="Courier" charset="0"/>
                <a:cs typeface="Courier" charset="0"/>
              </a:rPr>
              <a:t>rw</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link-up-down-trap-enable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enumeration</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if-mib</a:t>
            </a:r>
            <a:r>
              <a:rPr lang="mr-IN" sz="1000" b="1" kern="0" dirty="0" smtClean="0">
                <a:latin typeface="Courier" charset="0"/>
                <a:ea typeface="Courier" charset="0"/>
                <a:cs typeface="Courier" charset="0"/>
              </a:rPr>
              <a:t>}?</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interfaces-state</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name</a:t>
            </a:r>
            <a:r>
              <a:rPr lang="mr-IN" sz="1000" b="1" kern="0" dirty="0" smtClean="0">
                <a:latin typeface="Courier" charset="0"/>
                <a:ea typeface="Courier" charset="0"/>
                <a:cs typeface="Courier" charset="0"/>
              </a:rPr>
              <a:t>]</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name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string</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type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identityref</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admin-status</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enumeration</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if-mib</a:t>
            </a:r>
            <a:r>
              <a:rPr lang="mr-IN" sz="1000" b="1" kern="0" dirty="0" smtClean="0">
                <a:latin typeface="Courier" charset="0"/>
                <a:ea typeface="Courier" charset="0"/>
                <a:cs typeface="Courier" charset="0"/>
              </a:rPr>
              <a:t>}?</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oper-status</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enumeration</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last-change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yang:date-and-time</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if-index</a:t>
            </a:r>
            <a:r>
              <a:rPr lang="mr-IN" sz="1000" b="1" kern="0" dirty="0" smtClean="0">
                <a:latin typeface="Courier" charset="0"/>
                <a:ea typeface="Courier" charset="0"/>
                <a:cs typeface="Courier" charset="0"/>
              </a:rPr>
              <a:t>           int32 {</a:t>
            </a:r>
            <a:r>
              <a:rPr lang="mr-IN" sz="1000" b="1" kern="0" dirty="0" err="1" smtClean="0">
                <a:latin typeface="Courier" charset="0"/>
                <a:ea typeface="Courier" charset="0"/>
                <a:cs typeface="Courier" charset="0"/>
              </a:rPr>
              <a:t>if-mib</a:t>
            </a:r>
            <a:r>
              <a:rPr lang="mr-IN" sz="1000" b="1" kern="0" dirty="0" smtClean="0">
                <a:latin typeface="Courier" charset="0"/>
                <a:ea typeface="Courier" charset="0"/>
                <a:cs typeface="Courier" charset="0"/>
              </a:rPr>
              <a:t>}?</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phys-address</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yang:phys-address</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higher-layer-if</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interface-state-ref</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lower-layer-if</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interface-state-ref</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speed</a:t>
            </a:r>
            <a:r>
              <a:rPr lang="mr-IN" sz="1000" b="1" kern="0" dirty="0" smtClean="0">
                <a:latin typeface="Courier" charset="0"/>
                <a:ea typeface="Courier" charset="0"/>
                <a:cs typeface="Courier" charset="0"/>
              </a:rPr>
              <a:t>?             yang:gauge64</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statistics</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discontinuity-time</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yang:date-and-time</a:t>
            </a:r>
            <a:endParaRPr lang="mr-IN" sz="1000" b="1" kern="0" dirty="0" smtClean="0">
              <a:latin typeface="Courier" charset="0"/>
              <a:ea typeface="Courier" charset="0"/>
              <a:cs typeface="Courier" charset="0"/>
            </a:endParaRP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ro</a:t>
            </a:r>
            <a:r>
              <a:rPr lang="mr-IN" sz="1000" b="1" kern="0" dirty="0" smtClean="0">
                <a:latin typeface="Courier" charset="0"/>
                <a:ea typeface="Courier" charset="0"/>
                <a:cs typeface="Courier" charset="0"/>
              </a:rPr>
              <a:t> </a:t>
            </a:r>
            <a:r>
              <a:rPr lang="mr-IN" sz="1000" b="1" kern="0" dirty="0" err="1" smtClean="0">
                <a:latin typeface="Courier" charset="0"/>
                <a:ea typeface="Courier" charset="0"/>
                <a:cs typeface="Courier" charset="0"/>
              </a:rPr>
              <a:t>in-octets</a:t>
            </a:r>
            <a:r>
              <a:rPr lang="mr-IN" sz="1000" b="1" kern="0" dirty="0" smtClean="0">
                <a:latin typeface="Courier" charset="0"/>
                <a:ea typeface="Courier" charset="0"/>
                <a:cs typeface="Courier" charset="0"/>
              </a:rPr>
              <a:t>?            yang:counter64</a:t>
            </a:r>
          </a:p>
          <a:p>
            <a:pPr marL="1785" indent="0" defTabSz="914400">
              <a:lnSpc>
                <a:spcPct val="100000"/>
              </a:lnSpc>
              <a:spcBef>
                <a:spcPts val="200"/>
              </a:spcBef>
              <a:buNone/>
            </a:pPr>
            <a:r>
              <a:rPr lang="mr-IN" sz="1000" b="1" kern="0" dirty="0" smtClean="0">
                <a:latin typeface="Courier" charset="0"/>
                <a:ea typeface="Courier" charset="0"/>
                <a:cs typeface="Courier" charset="0"/>
              </a:rPr>
              <a:t>            </a:t>
            </a:r>
            <a:r>
              <a:rPr lang="en-US" sz="1000" b="1" kern="0" dirty="0" smtClean="0">
                <a:latin typeface="Courier" charset="0"/>
                <a:ea typeface="Courier" charset="0"/>
                <a:cs typeface="Courier" charset="0"/>
              </a:rPr>
              <a:t>[OUTPUT REMOVED]</a:t>
            </a:r>
            <a:endParaRPr lang="en-US" sz="1000" b="1" kern="0" dirty="0">
              <a:latin typeface="Courier" charset="0"/>
              <a:ea typeface="Courier" charset="0"/>
              <a:cs typeface="Courier" charset="0"/>
            </a:endParaRPr>
          </a:p>
        </p:txBody>
      </p:sp>
      <p:grpSp>
        <p:nvGrpSpPr>
          <p:cNvPr id="39" name="Group 38"/>
          <p:cNvGrpSpPr/>
          <p:nvPr/>
        </p:nvGrpSpPr>
        <p:grpSpPr>
          <a:xfrm>
            <a:off x="437766" y="525089"/>
            <a:ext cx="5415811" cy="294818"/>
            <a:chOff x="437766" y="512130"/>
            <a:chExt cx="5415811" cy="307777"/>
          </a:xfrm>
        </p:grpSpPr>
        <p:sp>
          <p:nvSpPr>
            <p:cNvPr id="40" name="Rectangle 39"/>
            <p:cNvSpPr/>
            <p:nvPr/>
          </p:nvSpPr>
          <p:spPr>
            <a:xfrm>
              <a:off x="437766" y="580468"/>
              <a:ext cx="2957135" cy="19614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41" name="TextBox 40"/>
            <p:cNvSpPr txBox="1"/>
            <p:nvPr/>
          </p:nvSpPr>
          <p:spPr>
            <a:xfrm>
              <a:off x="3367442" y="512130"/>
              <a:ext cx="2486135" cy="307777"/>
            </a:xfrm>
            <a:prstGeom prst="rect">
              <a:avLst/>
            </a:prstGeom>
            <a:noFill/>
          </p:spPr>
          <p:txBody>
            <a:bodyPr wrap="square" rtlCol="0">
              <a:spAutoFit/>
            </a:bodyPr>
            <a:lstStyle/>
            <a:p>
              <a:r>
                <a:rPr lang="en-US" sz="1400" b="1" dirty="0" smtClean="0"/>
                <a:t>Module Name</a:t>
              </a:r>
              <a:endParaRPr lang="en-US" sz="1400" b="1" dirty="0"/>
            </a:p>
          </p:txBody>
        </p:sp>
      </p:grpSp>
      <p:sp>
        <p:nvSpPr>
          <p:cNvPr id="42" name="TextBox 41"/>
          <p:cNvSpPr txBox="1"/>
          <p:nvPr/>
        </p:nvSpPr>
        <p:spPr>
          <a:xfrm>
            <a:off x="6167598" y="4486083"/>
            <a:ext cx="2922595" cy="276999"/>
          </a:xfrm>
          <a:prstGeom prst="rect">
            <a:avLst/>
          </a:prstGeom>
          <a:noFill/>
        </p:spPr>
        <p:txBody>
          <a:bodyPr wrap="none" rtlCol="0">
            <a:spAutoFit/>
          </a:bodyPr>
          <a:lstStyle/>
          <a:p>
            <a:pPr algn="r"/>
            <a:r>
              <a:rPr lang="en-US" sz="1200" i="1" dirty="0" smtClean="0"/>
              <a:t>Example edited for simplicity </a:t>
            </a:r>
            <a:r>
              <a:rPr lang="en-US" sz="1200" i="1" smtClean="0"/>
              <a:t>and brevity</a:t>
            </a:r>
            <a:endParaRPr lang="en-US" sz="1200" i="1"/>
          </a:p>
        </p:txBody>
      </p:sp>
      <p:grpSp>
        <p:nvGrpSpPr>
          <p:cNvPr id="43" name="Group 42"/>
          <p:cNvGrpSpPr/>
          <p:nvPr/>
        </p:nvGrpSpPr>
        <p:grpSpPr>
          <a:xfrm>
            <a:off x="1241314" y="1063702"/>
            <a:ext cx="5443270" cy="307777"/>
            <a:chOff x="1318752" y="1170262"/>
            <a:chExt cx="5443270" cy="307777"/>
          </a:xfrm>
        </p:grpSpPr>
        <p:sp>
          <p:nvSpPr>
            <p:cNvPr id="44" name="Rectangle 43"/>
            <p:cNvSpPr/>
            <p:nvPr/>
          </p:nvSpPr>
          <p:spPr>
            <a:xfrm>
              <a:off x="1318752" y="1250830"/>
              <a:ext cx="3134231" cy="17139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45" name="TextBox 44"/>
            <p:cNvSpPr txBox="1"/>
            <p:nvPr/>
          </p:nvSpPr>
          <p:spPr>
            <a:xfrm>
              <a:off x="4452983" y="1170262"/>
              <a:ext cx="2309039" cy="307777"/>
            </a:xfrm>
            <a:prstGeom prst="rect">
              <a:avLst/>
            </a:prstGeom>
            <a:noFill/>
          </p:spPr>
          <p:txBody>
            <a:bodyPr wrap="square" rtlCol="0">
              <a:spAutoFit/>
            </a:bodyPr>
            <a:lstStyle/>
            <a:p>
              <a:r>
                <a:rPr lang="en-US" sz="1400" b="1" dirty="0" smtClean="0"/>
                <a:t>Leaf</a:t>
              </a:r>
              <a:endParaRPr lang="en-US" sz="1400" b="1" dirty="0"/>
            </a:p>
          </p:txBody>
        </p:sp>
      </p:grpSp>
      <p:grpSp>
        <p:nvGrpSpPr>
          <p:cNvPr id="46" name="Group 45"/>
          <p:cNvGrpSpPr/>
          <p:nvPr/>
        </p:nvGrpSpPr>
        <p:grpSpPr>
          <a:xfrm>
            <a:off x="2935143" y="2294687"/>
            <a:ext cx="3824048" cy="307777"/>
            <a:chOff x="2810576" y="2822491"/>
            <a:chExt cx="3824048" cy="307777"/>
          </a:xfrm>
        </p:grpSpPr>
        <p:sp>
          <p:nvSpPr>
            <p:cNvPr id="47" name="Rectangle 46"/>
            <p:cNvSpPr/>
            <p:nvPr/>
          </p:nvSpPr>
          <p:spPr>
            <a:xfrm>
              <a:off x="2810576" y="2897204"/>
              <a:ext cx="1756421" cy="23306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48" name="TextBox 47"/>
            <p:cNvSpPr txBox="1"/>
            <p:nvPr/>
          </p:nvSpPr>
          <p:spPr>
            <a:xfrm>
              <a:off x="4653424" y="2822491"/>
              <a:ext cx="1981200" cy="307777"/>
            </a:xfrm>
            <a:prstGeom prst="rect">
              <a:avLst/>
            </a:prstGeom>
            <a:noFill/>
          </p:spPr>
          <p:txBody>
            <a:bodyPr wrap="square" rtlCol="0">
              <a:spAutoFit/>
            </a:bodyPr>
            <a:lstStyle/>
            <a:p>
              <a:r>
                <a:rPr lang="en-US" sz="1400" b="1" dirty="0" smtClean="0"/>
                <a:t>Data Type</a:t>
              </a:r>
              <a:endParaRPr lang="en-US" sz="1400" b="1" dirty="0"/>
            </a:p>
          </p:txBody>
        </p:sp>
      </p:grpSp>
      <p:grpSp>
        <p:nvGrpSpPr>
          <p:cNvPr id="49" name="Group 48"/>
          <p:cNvGrpSpPr/>
          <p:nvPr/>
        </p:nvGrpSpPr>
        <p:grpSpPr>
          <a:xfrm>
            <a:off x="260671" y="819906"/>
            <a:ext cx="470481" cy="3943176"/>
            <a:chOff x="260671" y="819906"/>
            <a:chExt cx="470481" cy="3666177"/>
          </a:xfrm>
        </p:grpSpPr>
        <p:sp>
          <p:nvSpPr>
            <p:cNvPr id="50" name="Left Bracket 49"/>
            <p:cNvSpPr/>
            <p:nvPr/>
          </p:nvSpPr>
          <p:spPr>
            <a:xfrm>
              <a:off x="562712" y="849485"/>
              <a:ext cx="168440" cy="1056318"/>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1" name="TextBox 50"/>
            <p:cNvSpPr txBox="1"/>
            <p:nvPr/>
          </p:nvSpPr>
          <p:spPr>
            <a:xfrm rot="16200000">
              <a:off x="-117603" y="1208965"/>
              <a:ext cx="1085895" cy="307777"/>
            </a:xfrm>
            <a:prstGeom prst="rect">
              <a:avLst/>
            </a:prstGeom>
            <a:noFill/>
          </p:spPr>
          <p:txBody>
            <a:bodyPr wrap="square" rtlCol="0">
              <a:spAutoFit/>
            </a:bodyPr>
            <a:lstStyle/>
            <a:p>
              <a:pPr algn="ctr"/>
              <a:r>
                <a:rPr lang="en-US" sz="1400" b="1" dirty="0" smtClean="0"/>
                <a:t>container</a:t>
              </a:r>
              <a:endParaRPr lang="en-US" sz="1400" b="1" dirty="0"/>
            </a:p>
          </p:txBody>
        </p:sp>
        <p:sp>
          <p:nvSpPr>
            <p:cNvPr id="52" name="Left Bracket 51"/>
            <p:cNvSpPr/>
            <p:nvPr/>
          </p:nvSpPr>
          <p:spPr>
            <a:xfrm>
              <a:off x="560958" y="2001521"/>
              <a:ext cx="170194" cy="2484562"/>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3" name="TextBox 52"/>
            <p:cNvSpPr txBox="1"/>
            <p:nvPr/>
          </p:nvSpPr>
          <p:spPr>
            <a:xfrm rot="16200000">
              <a:off x="-128388" y="3030519"/>
              <a:ext cx="1085895" cy="307777"/>
            </a:xfrm>
            <a:prstGeom prst="rect">
              <a:avLst/>
            </a:prstGeom>
            <a:noFill/>
          </p:spPr>
          <p:txBody>
            <a:bodyPr wrap="square" rtlCol="0">
              <a:spAutoFit/>
            </a:bodyPr>
            <a:lstStyle/>
            <a:p>
              <a:pPr algn="ctr"/>
              <a:r>
                <a:rPr lang="en-US" sz="1400" b="1" dirty="0" smtClean="0"/>
                <a:t>container</a:t>
              </a:r>
              <a:endParaRPr lang="en-US" sz="1400" b="1" dirty="0"/>
            </a:p>
          </p:txBody>
        </p:sp>
      </p:grpSp>
      <p:grpSp>
        <p:nvGrpSpPr>
          <p:cNvPr id="54" name="Group 53"/>
          <p:cNvGrpSpPr/>
          <p:nvPr/>
        </p:nvGrpSpPr>
        <p:grpSpPr>
          <a:xfrm>
            <a:off x="596378" y="996483"/>
            <a:ext cx="526154" cy="3750493"/>
            <a:chOff x="596378" y="996484"/>
            <a:chExt cx="526154" cy="3352854"/>
          </a:xfrm>
        </p:grpSpPr>
        <p:sp>
          <p:nvSpPr>
            <p:cNvPr id="55" name="Left Bracket 54"/>
            <p:cNvSpPr/>
            <p:nvPr/>
          </p:nvSpPr>
          <p:spPr>
            <a:xfrm>
              <a:off x="880114" y="996484"/>
              <a:ext cx="48082" cy="792097"/>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56" name="TextBox 55"/>
            <p:cNvSpPr txBox="1"/>
            <p:nvPr/>
          </p:nvSpPr>
          <p:spPr>
            <a:xfrm rot="16200000">
              <a:off x="613538" y="1260127"/>
              <a:ext cx="710211" cy="307777"/>
            </a:xfrm>
            <a:prstGeom prst="rect">
              <a:avLst/>
            </a:prstGeom>
            <a:noFill/>
          </p:spPr>
          <p:txBody>
            <a:bodyPr wrap="square" rtlCol="0">
              <a:spAutoFit/>
            </a:bodyPr>
            <a:lstStyle/>
            <a:p>
              <a:pPr algn="ctr"/>
              <a:r>
                <a:rPr lang="en-US" sz="1400" b="1" dirty="0" smtClean="0"/>
                <a:t>list</a:t>
              </a:r>
              <a:endParaRPr lang="en-US" sz="1400" b="1" dirty="0"/>
            </a:p>
          </p:txBody>
        </p:sp>
        <p:sp>
          <p:nvSpPr>
            <p:cNvPr id="57" name="TextBox 56"/>
            <p:cNvSpPr txBox="1"/>
            <p:nvPr/>
          </p:nvSpPr>
          <p:spPr>
            <a:xfrm rot="16200000">
              <a:off x="395161" y="2884884"/>
              <a:ext cx="710211" cy="307777"/>
            </a:xfrm>
            <a:prstGeom prst="rect">
              <a:avLst/>
            </a:prstGeom>
            <a:noFill/>
          </p:spPr>
          <p:txBody>
            <a:bodyPr wrap="square" rtlCol="0">
              <a:spAutoFit/>
            </a:bodyPr>
            <a:lstStyle/>
            <a:p>
              <a:pPr algn="ctr"/>
              <a:r>
                <a:rPr lang="en-US" sz="1400" b="1" dirty="0" smtClean="0"/>
                <a:t>list</a:t>
              </a:r>
              <a:endParaRPr lang="en-US" sz="1400" b="1" dirty="0"/>
            </a:p>
          </p:txBody>
        </p:sp>
        <p:sp>
          <p:nvSpPr>
            <p:cNvPr id="58" name="Left Bracket 57"/>
            <p:cNvSpPr/>
            <p:nvPr/>
          </p:nvSpPr>
          <p:spPr>
            <a:xfrm>
              <a:off x="862010" y="2167387"/>
              <a:ext cx="46237" cy="2181951"/>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grpSp>
        <p:nvGrpSpPr>
          <p:cNvPr id="59" name="Group 58"/>
          <p:cNvGrpSpPr/>
          <p:nvPr/>
        </p:nvGrpSpPr>
        <p:grpSpPr>
          <a:xfrm>
            <a:off x="2209800" y="845840"/>
            <a:ext cx="2979840" cy="307777"/>
            <a:chOff x="2056989" y="845100"/>
            <a:chExt cx="2979840" cy="307777"/>
          </a:xfrm>
        </p:grpSpPr>
        <p:sp>
          <p:nvSpPr>
            <p:cNvPr id="60" name="Rectangle 59"/>
            <p:cNvSpPr/>
            <p:nvPr/>
          </p:nvSpPr>
          <p:spPr>
            <a:xfrm>
              <a:off x="2056989" y="941201"/>
              <a:ext cx="551457" cy="21167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1" name="TextBox 60"/>
            <p:cNvSpPr txBox="1"/>
            <p:nvPr/>
          </p:nvSpPr>
          <p:spPr>
            <a:xfrm>
              <a:off x="2550694" y="845100"/>
              <a:ext cx="2486135" cy="307777"/>
            </a:xfrm>
            <a:prstGeom prst="rect">
              <a:avLst/>
            </a:prstGeom>
            <a:noFill/>
          </p:spPr>
          <p:txBody>
            <a:bodyPr wrap="square" rtlCol="0">
              <a:spAutoFit/>
            </a:bodyPr>
            <a:lstStyle/>
            <a:p>
              <a:r>
                <a:rPr lang="en-US" sz="1400" b="1" dirty="0" smtClean="0"/>
                <a:t>Key</a:t>
              </a:r>
              <a:endParaRPr lang="en-US" sz="1400" b="1" dirty="0"/>
            </a:p>
          </p:txBody>
        </p:sp>
      </p:grpSp>
      <p:sp>
        <p:nvSpPr>
          <p:cNvPr id="5" name="Slide Number Placeholder 4"/>
          <p:cNvSpPr>
            <a:spLocks noGrp="1"/>
          </p:cNvSpPr>
          <p:nvPr>
            <p:ph type="sldNum" sz="quarter" idx="4"/>
          </p:nvPr>
        </p:nvSpPr>
        <p:spPr/>
        <p:txBody>
          <a:bodyPr/>
          <a:lstStyle/>
          <a:p>
            <a:fld id="{96A97DD0-5BE7-4856-A2A9-C42C6688E607}" type="slidenum">
              <a:rPr lang="en-US" smtClean="0"/>
              <a:pPr/>
              <a:t>26</a:t>
            </a:fld>
            <a:endParaRPr lang="en-US" dirty="0"/>
          </a:p>
        </p:txBody>
      </p:sp>
    </p:spTree>
    <p:extLst>
      <p:ext uri="{BB962C8B-B14F-4D97-AF65-F5344CB8AC3E}">
        <p14:creationId xmlns:p14="http://schemas.microsoft.com/office/powerpoint/2010/main" val="46264567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9"/>
                                        </p:tgtEl>
                                        <p:attrNameLst>
                                          <p:attrName>style.visibility</p:attrName>
                                        </p:attrNameLst>
                                      </p:cBhvr>
                                      <p:to>
                                        <p:strVal val="visible"/>
                                      </p:to>
                                    </p:set>
                                    <p:animEffect transition="in" filter="dissolve">
                                      <p:cBhvr>
                                        <p:cTn id="7" dur="500"/>
                                        <p:tgtEl>
                                          <p:spTgt spid="3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49"/>
                                        </p:tgtEl>
                                        <p:attrNameLst>
                                          <p:attrName>style.visibility</p:attrName>
                                        </p:attrNameLst>
                                      </p:cBhvr>
                                      <p:to>
                                        <p:strVal val="visible"/>
                                      </p:to>
                                    </p:set>
                                    <p:animEffect transition="in" filter="dissolve">
                                      <p:cBhvr>
                                        <p:cTn id="12" dur="500"/>
                                        <p:tgtEl>
                                          <p:spTgt spid="4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4"/>
                                        </p:tgtEl>
                                        <p:attrNameLst>
                                          <p:attrName>style.visibility</p:attrName>
                                        </p:attrNameLst>
                                      </p:cBhvr>
                                      <p:to>
                                        <p:strVal val="visible"/>
                                      </p:to>
                                    </p:set>
                                    <p:animEffect transition="in" filter="dissolve">
                                      <p:cBhvr>
                                        <p:cTn id="17" dur="500"/>
                                        <p:tgtEl>
                                          <p:spTgt spid="54"/>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59"/>
                                        </p:tgtEl>
                                        <p:attrNameLst>
                                          <p:attrName>style.visibility</p:attrName>
                                        </p:attrNameLst>
                                      </p:cBhvr>
                                      <p:to>
                                        <p:strVal val="visible"/>
                                      </p:to>
                                    </p:set>
                                    <p:animEffect transition="in" filter="dissolve">
                                      <p:cBhvr>
                                        <p:cTn id="22" dur="500"/>
                                        <p:tgtEl>
                                          <p:spTgt spid="59"/>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dissolve">
                                      <p:cBhvr>
                                        <p:cTn id="27" dur="500"/>
                                        <p:tgtEl>
                                          <p:spTgt spid="43"/>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46"/>
                                        </p:tgtEl>
                                        <p:attrNameLst>
                                          <p:attrName>style.visibility</p:attrName>
                                        </p:attrNameLst>
                                      </p:cBhvr>
                                      <p:to>
                                        <p:strVal val="visible"/>
                                      </p:to>
                                    </p:set>
                                    <p:animEffect transition="in" filter="dissolve">
                                      <p:cBhvr>
                                        <p:cTn id="32"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554852"/>
            <a:ext cx="2387065" cy="588648"/>
          </a:xfrm>
          <a:prstGeom prst="rect">
            <a:avLst/>
          </a:prstGeom>
          <a:solidFill>
            <a:schemeClr val="bg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3" name="Title 2"/>
          <p:cNvSpPr>
            <a:spLocks noGrp="1"/>
          </p:cNvSpPr>
          <p:nvPr>
            <p:ph type="title"/>
          </p:nvPr>
        </p:nvSpPr>
        <p:spPr/>
        <p:txBody>
          <a:bodyPr/>
          <a:lstStyle/>
          <a:p>
            <a:r>
              <a:rPr lang="en-US" dirty="0" smtClean="0"/>
              <a:t>XML Output Review</a:t>
            </a:r>
            <a:endParaRPr lang="en-US" dirty="0"/>
          </a:p>
        </p:txBody>
      </p:sp>
      <p:sp>
        <p:nvSpPr>
          <p:cNvPr id="4" name="Content Placeholder 3"/>
          <p:cNvSpPr>
            <a:spLocks noGrp="1"/>
          </p:cNvSpPr>
          <p:nvPr>
            <p:ph idx="4294967295"/>
          </p:nvPr>
        </p:nvSpPr>
        <p:spPr>
          <a:xfrm>
            <a:off x="685800" y="816454"/>
            <a:ext cx="8345487" cy="3486150"/>
          </a:xfrm>
        </p:spPr>
        <p:txBody>
          <a:bodyPr/>
          <a:lstStyle/>
          <a:p>
            <a:pPr marL="1785" indent="0" algn="l">
              <a:spcBef>
                <a:spcPts val="200"/>
              </a:spcBef>
              <a:buNone/>
            </a:pPr>
            <a:r>
              <a:rPr lang="en-US" sz="1000" b="1" dirty="0">
                <a:latin typeface="Courier" charset="0"/>
                <a:ea typeface="Courier" charset="0"/>
                <a:cs typeface="Courier" charset="0"/>
              </a:rPr>
              <a:t>&lt;interfaces </a:t>
            </a:r>
            <a:r>
              <a:rPr lang="en-US" sz="1000" b="1" dirty="0" err="1">
                <a:latin typeface="Courier" charset="0"/>
                <a:ea typeface="Courier" charset="0"/>
                <a:cs typeface="Courier" charset="0"/>
              </a:rPr>
              <a:t>xmlns</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urn:ietf:params:xml:ns:yang:ietf-interfaces</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&lt;interface&gt;</a:t>
            </a:r>
          </a:p>
          <a:p>
            <a:pPr marL="1785" indent="0" algn="l">
              <a:spcBef>
                <a:spcPts val="200"/>
              </a:spcBef>
              <a:buNone/>
            </a:pPr>
            <a:r>
              <a:rPr lang="en-US" sz="1000" b="1" dirty="0">
                <a:latin typeface="Courier" charset="0"/>
                <a:ea typeface="Courier" charset="0"/>
                <a:cs typeface="Courier" charset="0"/>
              </a:rPr>
              <a:t>        &lt;name&gt;GigabitEthernet1&lt;/name&gt;</a:t>
            </a:r>
          </a:p>
          <a:p>
            <a:pPr marL="1785" indent="0" algn="l">
              <a:spcBef>
                <a:spcPts val="200"/>
              </a:spcBef>
              <a:buNone/>
            </a:pPr>
            <a:r>
              <a:rPr lang="en-US" sz="1000" b="1" dirty="0">
                <a:latin typeface="Courier" charset="0"/>
                <a:ea typeface="Courier" charset="0"/>
                <a:cs typeface="Courier" charset="0"/>
              </a:rPr>
              <a:t>        &lt;type </a:t>
            </a:r>
            <a:r>
              <a:rPr lang="en-US" sz="1000" b="1" dirty="0" err="1">
                <a:latin typeface="Courier" charset="0"/>
                <a:ea typeface="Courier" charset="0"/>
                <a:cs typeface="Courier" charset="0"/>
              </a:rPr>
              <a:t>xmlns:ianaift</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urn:ietf:params:xml:ns:yang:iana-if-type</a:t>
            </a:r>
            <a:r>
              <a:rPr lang="en-US" sz="1000" b="1" dirty="0">
                <a:latin typeface="Courier" charset="0"/>
                <a:ea typeface="Courier" charset="0"/>
                <a:cs typeface="Courier" charset="0"/>
              </a:rPr>
              <a:t>"&gt;</a:t>
            </a:r>
            <a:r>
              <a:rPr lang="en-US" sz="1000" b="1" dirty="0" err="1">
                <a:latin typeface="Courier" charset="0"/>
                <a:ea typeface="Courier" charset="0"/>
                <a:cs typeface="Courier" charset="0"/>
              </a:rPr>
              <a:t>ianaift:ethernetCsmacd</a:t>
            </a:r>
            <a:r>
              <a:rPr lang="en-US" sz="1000" b="1" dirty="0">
                <a:latin typeface="Courier" charset="0"/>
                <a:ea typeface="Courier" charset="0"/>
                <a:cs typeface="Courier" charset="0"/>
              </a:rPr>
              <a:t>&lt;/type&gt;</a:t>
            </a:r>
          </a:p>
          <a:p>
            <a:pPr marL="1785" indent="0" algn="l">
              <a:spcBef>
                <a:spcPts val="200"/>
              </a:spcBef>
              <a:buNone/>
            </a:pPr>
            <a:r>
              <a:rPr lang="en-US" sz="1000" b="1" dirty="0">
                <a:latin typeface="Courier" charset="0"/>
                <a:ea typeface="Courier" charset="0"/>
                <a:cs typeface="Courier" charset="0"/>
              </a:rPr>
              <a:t>        &lt;enabled&gt;true&lt;/enabled&gt;</a:t>
            </a:r>
          </a:p>
          <a:p>
            <a:pPr marL="1785" indent="0" algn="l">
              <a:spcBef>
                <a:spcPts val="200"/>
              </a:spcBef>
              <a:buNone/>
            </a:pPr>
            <a:r>
              <a:rPr lang="en-US" sz="1000" b="1" dirty="0">
                <a:latin typeface="Courier" charset="0"/>
                <a:ea typeface="Courier" charset="0"/>
                <a:cs typeface="Courier" charset="0"/>
              </a:rPr>
              <a:t>        &lt;ipv4 </a:t>
            </a:r>
            <a:r>
              <a:rPr lang="en-US" sz="1000" b="1" dirty="0" err="1">
                <a:latin typeface="Courier" charset="0"/>
                <a:ea typeface="Courier" charset="0"/>
                <a:cs typeface="Courier" charset="0"/>
              </a:rPr>
              <a:t>xmlns</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urn:ietf:params:xml:ns:yang:ietf-ip</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&lt;address&gt;</a:t>
            </a:r>
          </a:p>
          <a:p>
            <a:pPr marL="1785" indent="0" algn="l">
              <a:spcBef>
                <a:spcPts val="200"/>
              </a:spcBef>
              <a:buNone/>
            </a:pPr>
            <a:r>
              <a:rPr lang="en-US" sz="1000" b="1" dirty="0">
                <a:latin typeface="Courier" charset="0"/>
                <a:ea typeface="Courier" charset="0"/>
                <a:cs typeface="Courier" charset="0"/>
              </a:rPr>
              <a:t>                &lt;</a:t>
            </a:r>
            <a:r>
              <a:rPr lang="en-US" sz="1000" b="1" dirty="0" err="1">
                <a:latin typeface="Courier" charset="0"/>
                <a:ea typeface="Courier" charset="0"/>
                <a:cs typeface="Courier" charset="0"/>
              </a:rPr>
              <a:t>ip</a:t>
            </a:r>
            <a:r>
              <a:rPr lang="en-US" sz="1000" b="1" dirty="0">
                <a:latin typeface="Courier" charset="0"/>
                <a:ea typeface="Courier" charset="0"/>
                <a:cs typeface="Courier" charset="0"/>
              </a:rPr>
              <a:t>&gt;198.18.133.212&lt;/</a:t>
            </a:r>
            <a:r>
              <a:rPr lang="en-US" sz="1000" b="1" dirty="0" err="1">
                <a:latin typeface="Courier" charset="0"/>
                <a:ea typeface="Courier" charset="0"/>
                <a:cs typeface="Courier" charset="0"/>
              </a:rPr>
              <a:t>ip</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&lt;netmask&gt;255.255.192.0&lt;/netmask&gt;</a:t>
            </a:r>
          </a:p>
          <a:p>
            <a:pPr marL="1785" indent="0" algn="l">
              <a:spcBef>
                <a:spcPts val="200"/>
              </a:spcBef>
              <a:buNone/>
            </a:pPr>
            <a:r>
              <a:rPr lang="en-US" sz="1000" b="1" dirty="0">
                <a:latin typeface="Courier" charset="0"/>
                <a:ea typeface="Courier" charset="0"/>
                <a:cs typeface="Courier" charset="0"/>
              </a:rPr>
              <a:t>            &lt;/address&gt;</a:t>
            </a:r>
          </a:p>
          <a:p>
            <a:pPr marL="1785" indent="0" algn="l">
              <a:spcBef>
                <a:spcPts val="200"/>
              </a:spcBef>
              <a:buNone/>
            </a:pPr>
            <a:r>
              <a:rPr lang="en-US" sz="1000" b="1" dirty="0">
                <a:latin typeface="Courier" charset="0"/>
                <a:ea typeface="Courier" charset="0"/>
                <a:cs typeface="Courier" charset="0"/>
              </a:rPr>
              <a:t>        &lt;/ipv4&gt;</a:t>
            </a:r>
          </a:p>
          <a:p>
            <a:pPr marL="1785" indent="0" algn="l">
              <a:spcBef>
                <a:spcPts val="200"/>
              </a:spcBef>
              <a:buNone/>
            </a:pPr>
            <a:r>
              <a:rPr lang="en-US" sz="1000" b="1" dirty="0">
                <a:latin typeface="Courier" charset="0"/>
                <a:ea typeface="Courier" charset="0"/>
                <a:cs typeface="Courier" charset="0"/>
              </a:rPr>
              <a:t>        &lt;ipv6 </a:t>
            </a:r>
            <a:r>
              <a:rPr lang="en-US" sz="1000" b="1" dirty="0" err="1">
                <a:latin typeface="Courier" charset="0"/>
                <a:ea typeface="Courier" charset="0"/>
                <a:cs typeface="Courier" charset="0"/>
              </a:rPr>
              <a:t>xmlns</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urn:ietf:params:xml:ns:yang:ietf-ip</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&lt;/interface&gt;</a:t>
            </a:r>
          </a:p>
          <a:p>
            <a:pPr marL="1785" indent="0" algn="l">
              <a:spcBef>
                <a:spcPts val="200"/>
              </a:spcBef>
              <a:buNone/>
            </a:pPr>
            <a:r>
              <a:rPr lang="en-US" sz="1000" b="1" dirty="0">
                <a:latin typeface="Courier" charset="0"/>
                <a:ea typeface="Courier" charset="0"/>
                <a:cs typeface="Courier" charset="0"/>
              </a:rPr>
              <a:t>    &lt;interface&gt;</a:t>
            </a:r>
          </a:p>
          <a:p>
            <a:pPr marL="1785" indent="0" algn="l">
              <a:spcBef>
                <a:spcPts val="200"/>
              </a:spcBef>
              <a:buNone/>
            </a:pPr>
            <a:r>
              <a:rPr lang="en-US" sz="1000" b="1" dirty="0">
                <a:latin typeface="Courier" charset="0"/>
                <a:ea typeface="Courier" charset="0"/>
                <a:cs typeface="Courier" charset="0"/>
              </a:rPr>
              <a:t>        &lt;name&gt;GigabitEthernet3&lt;/name&gt;</a:t>
            </a:r>
          </a:p>
          <a:p>
            <a:pPr marL="1785" indent="0" algn="l">
              <a:spcBef>
                <a:spcPts val="200"/>
              </a:spcBef>
              <a:buNone/>
            </a:pPr>
            <a:r>
              <a:rPr lang="en-US" sz="1000" b="1" dirty="0">
                <a:latin typeface="Courier" charset="0"/>
                <a:ea typeface="Courier" charset="0"/>
                <a:cs typeface="Courier" charset="0"/>
              </a:rPr>
              <a:t>        &lt;type </a:t>
            </a:r>
            <a:r>
              <a:rPr lang="en-US" sz="1000" b="1" dirty="0" err="1">
                <a:latin typeface="Courier" charset="0"/>
                <a:ea typeface="Courier" charset="0"/>
                <a:cs typeface="Courier" charset="0"/>
              </a:rPr>
              <a:t>xmlns:ianaift</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urn:ietf:params:xml:ns:yang:iana-if-type</a:t>
            </a:r>
            <a:r>
              <a:rPr lang="en-US" sz="1000" b="1" dirty="0">
                <a:latin typeface="Courier" charset="0"/>
                <a:ea typeface="Courier" charset="0"/>
                <a:cs typeface="Courier" charset="0"/>
              </a:rPr>
              <a:t>"&gt;</a:t>
            </a:r>
            <a:r>
              <a:rPr lang="en-US" sz="1000" b="1" dirty="0" err="1">
                <a:latin typeface="Courier" charset="0"/>
                <a:ea typeface="Courier" charset="0"/>
                <a:cs typeface="Courier" charset="0"/>
              </a:rPr>
              <a:t>ianaift:ethernetCsmacd</a:t>
            </a:r>
            <a:r>
              <a:rPr lang="en-US" sz="1000" b="1" dirty="0">
                <a:latin typeface="Courier" charset="0"/>
                <a:ea typeface="Courier" charset="0"/>
                <a:cs typeface="Courier" charset="0"/>
              </a:rPr>
              <a:t>&lt;/type&gt;</a:t>
            </a:r>
          </a:p>
          <a:p>
            <a:pPr marL="1785" indent="0" algn="l">
              <a:spcBef>
                <a:spcPts val="200"/>
              </a:spcBef>
              <a:buNone/>
            </a:pPr>
            <a:r>
              <a:rPr lang="en-US" sz="1000" b="1" dirty="0">
                <a:latin typeface="Courier" charset="0"/>
                <a:ea typeface="Courier" charset="0"/>
                <a:cs typeface="Courier" charset="0"/>
              </a:rPr>
              <a:t>        &lt;enabled&gt;false&lt;/enabled&gt;</a:t>
            </a:r>
          </a:p>
          <a:p>
            <a:pPr marL="1785" indent="0" algn="l">
              <a:spcBef>
                <a:spcPts val="200"/>
              </a:spcBef>
              <a:buNone/>
            </a:pPr>
            <a:r>
              <a:rPr lang="en-US" sz="1000" b="1" dirty="0">
                <a:latin typeface="Courier" charset="0"/>
                <a:ea typeface="Courier" charset="0"/>
                <a:cs typeface="Courier" charset="0"/>
              </a:rPr>
              <a:t>        &lt;ipv4 </a:t>
            </a:r>
            <a:r>
              <a:rPr lang="en-US" sz="1000" b="1" dirty="0" err="1">
                <a:latin typeface="Courier" charset="0"/>
                <a:ea typeface="Courier" charset="0"/>
                <a:cs typeface="Courier" charset="0"/>
              </a:rPr>
              <a:t>xmlns</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urn:ietf:params:xml:ns:yang:ietf-ip</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&lt;ipv6 </a:t>
            </a:r>
            <a:r>
              <a:rPr lang="en-US" sz="1000" b="1" dirty="0" err="1">
                <a:latin typeface="Courier" charset="0"/>
                <a:ea typeface="Courier" charset="0"/>
                <a:cs typeface="Courier" charset="0"/>
              </a:rPr>
              <a:t>xmlns</a:t>
            </a:r>
            <a:r>
              <a:rPr lang="en-US" sz="1000" b="1" dirty="0">
                <a:latin typeface="Courier" charset="0"/>
                <a:ea typeface="Courier" charset="0"/>
                <a:cs typeface="Courier" charset="0"/>
              </a:rPr>
              <a:t>="</a:t>
            </a:r>
            <a:r>
              <a:rPr lang="en-US" sz="1000" b="1" dirty="0" err="1">
                <a:latin typeface="Courier" charset="0"/>
                <a:ea typeface="Courier" charset="0"/>
                <a:cs typeface="Courier" charset="0"/>
              </a:rPr>
              <a:t>urn:ietf:params:xml:ns:yang:ietf-ip</a:t>
            </a:r>
            <a:r>
              <a:rPr lang="en-US" sz="1000" b="1" dirty="0">
                <a:latin typeface="Courier" charset="0"/>
                <a:ea typeface="Courier" charset="0"/>
                <a:cs typeface="Courier" charset="0"/>
              </a:rPr>
              <a:t>"/&gt;</a:t>
            </a:r>
          </a:p>
          <a:p>
            <a:pPr marL="1785" indent="0" algn="l">
              <a:spcBef>
                <a:spcPts val="200"/>
              </a:spcBef>
              <a:buNone/>
            </a:pPr>
            <a:r>
              <a:rPr lang="en-US" sz="1000" b="1" dirty="0">
                <a:latin typeface="Courier" charset="0"/>
                <a:ea typeface="Courier" charset="0"/>
                <a:cs typeface="Courier" charset="0"/>
              </a:rPr>
              <a:t>    &lt;/interface&gt;</a:t>
            </a:r>
          </a:p>
          <a:p>
            <a:pPr marL="1785" indent="0" algn="l">
              <a:spcBef>
                <a:spcPts val="200"/>
              </a:spcBef>
              <a:buNone/>
            </a:pPr>
            <a:r>
              <a:rPr lang="en-US" sz="1000" b="1" dirty="0">
                <a:latin typeface="Courier" charset="0"/>
                <a:ea typeface="Courier" charset="0"/>
                <a:cs typeface="Courier" charset="0"/>
              </a:rPr>
              <a:t>&lt;/interfaces&gt;</a:t>
            </a:r>
          </a:p>
        </p:txBody>
      </p:sp>
      <p:sp>
        <p:nvSpPr>
          <p:cNvPr id="9" name="TextBox 8"/>
          <p:cNvSpPr txBox="1"/>
          <p:nvPr/>
        </p:nvSpPr>
        <p:spPr>
          <a:xfrm>
            <a:off x="6167598" y="4486083"/>
            <a:ext cx="2922595" cy="276999"/>
          </a:xfrm>
          <a:prstGeom prst="rect">
            <a:avLst/>
          </a:prstGeom>
          <a:noFill/>
        </p:spPr>
        <p:txBody>
          <a:bodyPr wrap="none" rtlCol="0">
            <a:spAutoFit/>
          </a:bodyPr>
          <a:lstStyle/>
          <a:p>
            <a:pPr algn="r"/>
            <a:r>
              <a:rPr lang="en-US" sz="1200" i="1" dirty="0" smtClean="0"/>
              <a:t>Example edited for simplicity </a:t>
            </a:r>
            <a:r>
              <a:rPr lang="en-US" sz="1200" i="1" smtClean="0"/>
              <a:t>and brevity</a:t>
            </a:r>
            <a:endParaRPr lang="en-US" sz="1200" i="1"/>
          </a:p>
        </p:txBody>
      </p:sp>
      <p:sp>
        <p:nvSpPr>
          <p:cNvPr id="22" name="Left Bracket 21"/>
          <p:cNvSpPr/>
          <p:nvPr/>
        </p:nvSpPr>
        <p:spPr>
          <a:xfrm>
            <a:off x="1182688" y="1652888"/>
            <a:ext cx="112712" cy="1017336"/>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7" name="Group 6"/>
          <p:cNvGrpSpPr/>
          <p:nvPr/>
        </p:nvGrpSpPr>
        <p:grpSpPr>
          <a:xfrm>
            <a:off x="190272" y="908323"/>
            <a:ext cx="459766" cy="3339827"/>
            <a:chOff x="28875" y="686134"/>
            <a:chExt cx="459766" cy="3301525"/>
          </a:xfrm>
        </p:grpSpPr>
        <p:sp>
          <p:nvSpPr>
            <p:cNvPr id="20" name="Left Bracket 19"/>
            <p:cNvSpPr/>
            <p:nvPr/>
          </p:nvSpPr>
          <p:spPr>
            <a:xfrm>
              <a:off x="291141" y="686134"/>
              <a:ext cx="197500" cy="3301525"/>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rot="16200000">
              <a:off x="-1060304" y="2222592"/>
              <a:ext cx="2486135" cy="307777"/>
            </a:xfrm>
            <a:prstGeom prst="rect">
              <a:avLst/>
            </a:prstGeom>
            <a:noFill/>
          </p:spPr>
          <p:txBody>
            <a:bodyPr wrap="square" rtlCol="0">
              <a:spAutoFit/>
            </a:bodyPr>
            <a:lstStyle/>
            <a:p>
              <a:pPr algn="ctr"/>
              <a:r>
                <a:rPr lang="en-US" sz="1400" b="1" dirty="0"/>
                <a:t>i</a:t>
              </a:r>
              <a:r>
                <a:rPr lang="en-US" sz="1400" b="1" dirty="0" smtClean="0"/>
                <a:t>nterfaces container</a:t>
              </a:r>
              <a:endParaRPr lang="en-US" sz="1400" b="1" dirty="0"/>
            </a:p>
          </p:txBody>
        </p:sp>
      </p:grpSp>
      <p:grpSp>
        <p:nvGrpSpPr>
          <p:cNvPr id="8" name="Group 7"/>
          <p:cNvGrpSpPr/>
          <p:nvPr/>
        </p:nvGrpSpPr>
        <p:grpSpPr>
          <a:xfrm>
            <a:off x="590652" y="1058521"/>
            <a:ext cx="419110" cy="1818029"/>
            <a:chOff x="367913" y="855623"/>
            <a:chExt cx="419110" cy="1811035"/>
          </a:xfrm>
        </p:grpSpPr>
        <p:sp>
          <p:nvSpPr>
            <p:cNvPr id="21" name="Left Bracket 20"/>
            <p:cNvSpPr/>
            <p:nvPr/>
          </p:nvSpPr>
          <p:spPr>
            <a:xfrm>
              <a:off x="630521" y="855625"/>
              <a:ext cx="156502" cy="1811033"/>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6" name="TextBox 25"/>
            <p:cNvSpPr txBox="1"/>
            <p:nvPr/>
          </p:nvSpPr>
          <p:spPr>
            <a:xfrm rot="16200000">
              <a:off x="-383715" y="1607251"/>
              <a:ext cx="1811034" cy="307777"/>
            </a:xfrm>
            <a:prstGeom prst="rect">
              <a:avLst/>
            </a:prstGeom>
            <a:noFill/>
          </p:spPr>
          <p:txBody>
            <a:bodyPr wrap="square" rtlCol="0">
              <a:spAutoFit/>
            </a:bodyPr>
            <a:lstStyle/>
            <a:p>
              <a:pPr algn="ctr"/>
              <a:r>
                <a:rPr lang="en-US" sz="1400" b="1" dirty="0"/>
                <a:t>i</a:t>
              </a:r>
              <a:r>
                <a:rPr lang="en-US" sz="1400" b="1" dirty="0" smtClean="0"/>
                <a:t>nterface node</a:t>
              </a:r>
              <a:endParaRPr lang="en-US" sz="1400" b="1" dirty="0"/>
            </a:p>
          </p:txBody>
        </p:sp>
      </p:grpSp>
      <p:grpSp>
        <p:nvGrpSpPr>
          <p:cNvPr id="11" name="Group 10"/>
          <p:cNvGrpSpPr/>
          <p:nvPr/>
        </p:nvGrpSpPr>
        <p:grpSpPr>
          <a:xfrm>
            <a:off x="934192" y="1059506"/>
            <a:ext cx="5402761" cy="307777"/>
            <a:chOff x="1046905" y="860668"/>
            <a:chExt cx="5402761" cy="307777"/>
          </a:xfrm>
        </p:grpSpPr>
        <p:sp>
          <p:nvSpPr>
            <p:cNvPr id="27" name="Rectangle 26"/>
            <p:cNvSpPr/>
            <p:nvPr/>
          </p:nvSpPr>
          <p:spPr>
            <a:xfrm>
              <a:off x="1046905" y="925111"/>
              <a:ext cx="2957135" cy="236841"/>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28" name="TextBox 27"/>
            <p:cNvSpPr txBox="1"/>
            <p:nvPr/>
          </p:nvSpPr>
          <p:spPr>
            <a:xfrm>
              <a:off x="3963531" y="860668"/>
              <a:ext cx="2486135" cy="307777"/>
            </a:xfrm>
            <a:prstGeom prst="rect">
              <a:avLst/>
            </a:prstGeom>
            <a:noFill/>
          </p:spPr>
          <p:txBody>
            <a:bodyPr wrap="square" rtlCol="0">
              <a:spAutoFit/>
            </a:bodyPr>
            <a:lstStyle/>
            <a:p>
              <a:r>
                <a:rPr lang="en-US" sz="1400" b="1" dirty="0" smtClean="0"/>
                <a:t>Leaf</a:t>
              </a:r>
              <a:endParaRPr lang="en-US" sz="1400" b="1" dirty="0"/>
            </a:p>
          </p:txBody>
        </p:sp>
      </p:grpSp>
      <p:grpSp>
        <p:nvGrpSpPr>
          <p:cNvPr id="10" name="Group 9"/>
          <p:cNvGrpSpPr/>
          <p:nvPr/>
        </p:nvGrpSpPr>
        <p:grpSpPr>
          <a:xfrm>
            <a:off x="685800" y="529359"/>
            <a:ext cx="7928607" cy="457974"/>
            <a:chOff x="1332469" y="289700"/>
            <a:chExt cx="6680536" cy="457974"/>
          </a:xfrm>
        </p:grpSpPr>
        <p:sp>
          <p:nvSpPr>
            <p:cNvPr id="29" name="Rectangle 28"/>
            <p:cNvSpPr/>
            <p:nvPr/>
          </p:nvSpPr>
          <p:spPr>
            <a:xfrm>
              <a:off x="1332469" y="589300"/>
              <a:ext cx="4237535" cy="15837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30" name="TextBox 29"/>
            <p:cNvSpPr txBox="1"/>
            <p:nvPr/>
          </p:nvSpPr>
          <p:spPr>
            <a:xfrm>
              <a:off x="5101888" y="289700"/>
              <a:ext cx="2911117" cy="307777"/>
            </a:xfrm>
            <a:prstGeom prst="rect">
              <a:avLst/>
            </a:prstGeom>
            <a:noFill/>
          </p:spPr>
          <p:txBody>
            <a:bodyPr wrap="square" rtlCol="0">
              <a:spAutoFit/>
            </a:bodyPr>
            <a:lstStyle/>
            <a:p>
              <a:r>
                <a:rPr lang="en-US" sz="1400" b="1" dirty="0" smtClean="0"/>
                <a:t>Namespace = Capability = Model</a:t>
              </a:r>
              <a:endParaRPr lang="en-US" sz="1400" b="1" dirty="0"/>
            </a:p>
          </p:txBody>
        </p:sp>
      </p:grpSp>
      <p:sp>
        <p:nvSpPr>
          <p:cNvPr id="6" name="Slide Number Placeholder 5"/>
          <p:cNvSpPr>
            <a:spLocks noGrp="1"/>
          </p:cNvSpPr>
          <p:nvPr>
            <p:ph type="sldNum" sz="quarter" idx="4"/>
          </p:nvPr>
        </p:nvSpPr>
        <p:spPr/>
        <p:txBody>
          <a:bodyPr/>
          <a:lstStyle/>
          <a:p>
            <a:fld id="{96A97DD0-5BE7-4856-A2A9-C42C6688E607}" type="slidenum">
              <a:rPr lang="en-US" smtClean="0"/>
              <a:pPr/>
              <a:t>27</a:t>
            </a:fld>
            <a:endParaRPr lang="en-US" dirty="0"/>
          </a:p>
        </p:txBody>
      </p:sp>
    </p:spTree>
    <p:extLst>
      <p:ext uri="{BB962C8B-B14F-4D97-AF65-F5344CB8AC3E}">
        <p14:creationId xmlns:p14="http://schemas.microsoft.com/office/powerpoint/2010/main" val="151862263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dissolve">
                                      <p:cBhvr>
                                        <p:cTn id="17" dur="500"/>
                                        <p:tgtEl>
                                          <p:spTgt spid="8"/>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dissolve">
                                      <p:cBhvr>
                                        <p:cTn id="20" dur="500"/>
                                        <p:tgtEl>
                                          <p:spTgt spid="22"/>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dissolve">
                                      <p:cBhvr>
                                        <p:cTn id="25"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9051" y="2166220"/>
            <a:ext cx="4746349" cy="1142052"/>
          </a:xfrm>
        </p:spPr>
        <p:txBody>
          <a:bodyPr/>
          <a:lstStyle/>
          <a:p>
            <a:r>
              <a:rPr lang="en-US" dirty="0" smtClean="0"/>
              <a:t>Introduction to</a:t>
            </a:r>
            <a:br>
              <a:rPr lang="en-US" dirty="0" smtClean="0"/>
            </a:br>
            <a:r>
              <a:rPr lang="en-US" dirty="0" smtClean="0"/>
              <a:t>NETCONF</a:t>
            </a:r>
            <a:endParaRPr lang="en-US" dirty="0"/>
          </a:p>
        </p:txBody>
      </p:sp>
      <p:sp>
        <p:nvSpPr>
          <p:cNvPr id="4" name="Slide Number Placeholder 3"/>
          <p:cNvSpPr>
            <a:spLocks noGrp="1"/>
          </p:cNvSpPr>
          <p:nvPr>
            <p:ph type="sldNum" sz="quarter" idx="4"/>
          </p:nvPr>
        </p:nvSpPr>
        <p:spPr/>
        <p:txBody>
          <a:bodyPr/>
          <a:lstStyle/>
          <a:p>
            <a:fld id="{96A97DD0-5BE7-4856-A2A9-C42C6688E607}" type="slidenum">
              <a:rPr lang="en-US" smtClean="0">
                <a:solidFill>
                  <a:srgbClr val="FFFFFF">
                    <a:alpha val="60000"/>
                  </a:srgbClr>
                </a:solidFill>
              </a:rPr>
              <a:pPr/>
              <a:t>28</a:t>
            </a:fld>
            <a:endParaRPr lang="en-US" dirty="0">
              <a:solidFill>
                <a:srgbClr val="FFFFFF">
                  <a:alpha val="60000"/>
                </a:srgbClr>
              </a:solidFill>
            </a:endParaRPr>
          </a:p>
        </p:txBody>
      </p:sp>
    </p:spTree>
    <p:extLst>
      <p:ext uri="{BB962C8B-B14F-4D97-AF65-F5344CB8AC3E}">
        <p14:creationId xmlns:p14="http://schemas.microsoft.com/office/powerpoint/2010/main" val="927813601"/>
      </p:ext>
    </p:extLst>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Introducing the NETCONF Protocol</a:t>
            </a:r>
            <a:endParaRPr lang="en-US" dirty="0"/>
          </a:p>
        </p:txBody>
      </p:sp>
      <p:pic>
        <p:nvPicPr>
          <p:cNvPr id="4" name="Content Placeholder 3"/>
          <p:cNvPicPr>
            <a:picLocks noGrp="1" noChangeAspect="1"/>
          </p:cNvPicPr>
          <p:nvPr>
            <p:ph idx="4294967295"/>
          </p:nvPr>
        </p:nvPicPr>
        <p:blipFill>
          <a:blip r:embed="rId3"/>
          <a:stretch>
            <a:fillRect/>
          </a:stretch>
        </p:blipFill>
        <p:spPr>
          <a:xfrm>
            <a:off x="356616" y="1546812"/>
            <a:ext cx="5237163" cy="1636712"/>
          </a:xfrm>
          <a:prstGeom prst="rect">
            <a:avLst/>
          </a:prstGeom>
        </p:spPr>
      </p:pic>
      <p:sp>
        <p:nvSpPr>
          <p:cNvPr id="5" name="TextBox 4"/>
          <p:cNvSpPr txBox="1"/>
          <p:nvPr/>
        </p:nvSpPr>
        <p:spPr>
          <a:xfrm>
            <a:off x="5693869" y="1546812"/>
            <a:ext cx="3296449" cy="2031325"/>
          </a:xfrm>
          <a:prstGeom prst="rect">
            <a:avLst/>
          </a:prstGeom>
          <a:noFill/>
        </p:spPr>
        <p:txBody>
          <a:bodyPr wrap="square" rtlCol="0">
            <a:spAutoFit/>
          </a:bodyPr>
          <a:lstStyle/>
          <a:p>
            <a:r>
              <a:rPr lang="en-US" b="1" dirty="0">
                <a:ea typeface="ＭＳ Ｐゴシック" charset="0"/>
                <a:cs typeface="ＭＳ Ｐゴシック" charset="0"/>
              </a:rPr>
              <a:t>Some key details:</a:t>
            </a:r>
            <a:endParaRPr lang="en-US" dirty="0">
              <a:ea typeface="ＭＳ Ｐゴシック" charset="0"/>
              <a:cs typeface="ＭＳ Ｐゴシック" charset="0"/>
            </a:endParaRPr>
          </a:p>
          <a:p>
            <a:pPr marL="285750" indent="-285750">
              <a:buFont typeface="Arial" charset="0"/>
              <a:buChar char="•"/>
            </a:pPr>
            <a:r>
              <a:rPr lang="en-US" dirty="0" smtClean="0">
                <a:ea typeface="ＭＳ Ｐゴシック" charset="0"/>
                <a:cs typeface="ＭＳ Ｐゴシック" charset="0"/>
              </a:rPr>
              <a:t>Initial standard in </a:t>
            </a:r>
            <a:r>
              <a:rPr lang="en-US" dirty="0">
                <a:ea typeface="ＭＳ Ｐゴシック" charset="0"/>
                <a:cs typeface="ＭＳ Ｐゴシック" charset="0"/>
              </a:rPr>
              <a:t>2006 with </a:t>
            </a:r>
            <a:r>
              <a:rPr lang="en-US" dirty="0">
                <a:ea typeface="ＭＳ Ｐゴシック" charset="0"/>
                <a:cs typeface="ＭＳ Ｐゴシック" charset="0"/>
                <a:hlinkClick r:id="rId4"/>
              </a:rPr>
              <a:t>RFC4741</a:t>
            </a:r>
            <a:endParaRPr lang="en-US" dirty="0">
              <a:ea typeface="ＭＳ Ｐゴシック" charset="0"/>
              <a:cs typeface="ＭＳ Ｐゴシック" charset="0"/>
            </a:endParaRPr>
          </a:p>
          <a:p>
            <a:pPr marL="285750" indent="-285750">
              <a:buFont typeface="Arial" charset="0"/>
              <a:buChar char="•"/>
            </a:pPr>
            <a:r>
              <a:rPr lang="en-US" dirty="0">
                <a:ea typeface="ＭＳ Ｐゴシック" charset="0"/>
                <a:cs typeface="ＭＳ Ｐゴシック" charset="0"/>
              </a:rPr>
              <a:t>Latest standard is </a:t>
            </a:r>
            <a:r>
              <a:rPr lang="en-US" dirty="0">
                <a:ea typeface="ＭＳ Ｐゴシック" charset="0"/>
                <a:cs typeface="ＭＳ Ｐゴシック" charset="0"/>
                <a:hlinkClick r:id="rId5"/>
              </a:rPr>
              <a:t>RFC6241</a:t>
            </a:r>
            <a:r>
              <a:rPr lang="en-US" dirty="0">
                <a:ea typeface="ＭＳ Ｐゴシック" charset="0"/>
                <a:cs typeface="ＭＳ Ｐゴシック" charset="0"/>
              </a:rPr>
              <a:t> in 2011</a:t>
            </a:r>
          </a:p>
          <a:p>
            <a:pPr marL="285750" indent="-285750">
              <a:buFont typeface="Arial" charset="0"/>
              <a:buChar char="•"/>
            </a:pPr>
            <a:r>
              <a:rPr lang="en-US" dirty="0">
                <a:ea typeface="ＭＳ Ｐゴシック" charset="0"/>
                <a:cs typeface="ＭＳ Ｐゴシック" charset="0"/>
              </a:rPr>
              <a:t>Does </a:t>
            </a:r>
            <a:r>
              <a:rPr lang="en-US" b="1" dirty="0">
                <a:ea typeface="ＭＳ Ｐゴシック" charset="0"/>
                <a:cs typeface="ＭＳ Ｐゴシック" charset="0"/>
              </a:rPr>
              <a:t>NOT</a:t>
            </a:r>
            <a:r>
              <a:rPr lang="en-US" dirty="0">
                <a:ea typeface="ＭＳ Ｐゴシック" charset="0"/>
                <a:cs typeface="ＭＳ Ｐゴシック" charset="0"/>
              </a:rPr>
              <a:t> explicitly define </a:t>
            </a:r>
            <a:r>
              <a:rPr lang="en-US" dirty="0" smtClean="0">
                <a:ea typeface="ＭＳ Ｐゴシック" charset="0"/>
                <a:cs typeface="ＭＳ Ｐゴシック" charset="0"/>
              </a:rPr>
              <a:t>content</a:t>
            </a:r>
            <a:endParaRPr lang="en-US" dirty="0"/>
          </a:p>
        </p:txBody>
      </p:sp>
      <p:sp>
        <p:nvSpPr>
          <p:cNvPr id="6" name="Slide Number Placeholder 5"/>
          <p:cNvSpPr>
            <a:spLocks noGrp="1"/>
          </p:cNvSpPr>
          <p:nvPr>
            <p:ph type="sldNum" sz="quarter" idx="4"/>
          </p:nvPr>
        </p:nvSpPr>
        <p:spPr/>
        <p:txBody>
          <a:bodyPr/>
          <a:lstStyle/>
          <a:p>
            <a:fld id="{96A97DD0-5BE7-4856-A2A9-C42C6688E607}" type="slidenum">
              <a:rPr lang="en-US" smtClean="0"/>
              <a:pPr/>
              <a:t>29</a:t>
            </a:fld>
            <a:endParaRPr lang="en-US" dirty="0"/>
          </a:p>
        </p:txBody>
      </p:sp>
    </p:spTree>
    <p:extLst>
      <p:ext uri="{BB962C8B-B14F-4D97-AF65-F5344CB8AC3E}">
        <p14:creationId xmlns:p14="http://schemas.microsoft.com/office/powerpoint/2010/main" val="884431140"/>
      </p:ext>
    </p:extLst>
  </p:cSld>
  <p:clrMapOvr>
    <a:masterClrMapping/>
  </p:clrMapOvr>
  <p:transition>
    <p:fade/>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NETCONF Protocol Stack</a:t>
            </a:r>
            <a:endParaRPr lang="en-US" dirty="0"/>
          </a:p>
        </p:txBody>
      </p:sp>
      <p:pic>
        <p:nvPicPr>
          <p:cNvPr id="4" name="Content Placeholder 3"/>
          <p:cNvPicPr>
            <a:picLocks noGrp="1" noChangeAspect="1"/>
          </p:cNvPicPr>
          <p:nvPr>
            <p:ph idx="4294967295"/>
          </p:nvPr>
        </p:nvPicPr>
        <p:blipFill>
          <a:blip r:embed="rId3"/>
          <a:stretch>
            <a:fillRect/>
          </a:stretch>
        </p:blipFill>
        <p:spPr>
          <a:xfrm>
            <a:off x="1230185" y="1047750"/>
            <a:ext cx="6765925" cy="3073400"/>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30</a:t>
            </a:fld>
            <a:endParaRPr lang="en-US" dirty="0"/>
          </a:p>
        </p:txBody>
      </p:sp>
    </p:spTree>
    <p:extLst>
      <p:ext uri="{BB962C8B-B14F-4D97-AF65-F5344CB8AC3E}">
        <p14:creationId xmlns:p14="http://schemas.microsoft.com/office/powerpoint/2010/main" val="1976842455"/>
      </p:ext>
    </p:extLst>
  </p:cSld>
  <p:clrMapOvr>
    <a:masterClrMapping/>
  </p:clrMapOvr>
  <p:transition>
    <p:fade/>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NETCONF </a:t>
            </a:r>
            <a:r>
              <a:rPr lang="en-US" dirty="0" smtClean="0"/>
              <a:t>Actions</a:t>
            </a:r>
            <a:endParaRPr lang="en-US" dirty="0"/>
          </a:p>
        </p:txBody>
      </p:sp>
      <p:graphicFrame>
        <p:nvGraphicFramePr>
          <p:cNvPr id="3" name="Table 2"/>
          <p:cNvGraphicFramePr>
            <a:graphicFrameLocks noGrp="1"/>
          </p:cNvGraphicFramePr>
          <p:nvPr>
            <p:extLst>
              <p:ext uri="{D42A27DB-BD31-4B8C-83A1-F6EECF244321}">
                <p14:modId xmlns:p14="http://schemas.microsoft.com/office/powerpoint/2010/main" val="877059190"/>
              </p:ext>
            </p:extLst>
          </p:nvPr>
        </p:nvGraphicFramePr>
        <p:xfrm>
          <a:off x="440404" y="895350"/>
          <a:ext cx="8345488" cy="3855720"/>
        </p:xfrm>
        <a:graphic>
          <a:graphicData uri="http://schemas.openxmlformats.org/drawingml/2006/table">
            <a:tbl>
              <a:tblPr firstRow="1" bandRow="1">
                <a:tableStyleId>{073A0DAA-6AF3-43AB-8588-CEC1D06C72B9}</a:tableStyleId>
              </a:tblPr>
              <a:tblGrid>
                <a:gridCol w="2798654">
                  <a:extLst>
                    <a:ext uri="{9D8B030D-6E8A-4147-A177-3AD203B41FA5}">
                      <a16:colId xmlns="" xmlns:a16="http://schemas.microsoft.com/office/drawing/2014/main" val="20000"/>
                    </a:ext>
                  </a:extLst>
                </a:gridCol>
                <a:gridCol w="5546834">
                  <a:extLst>
                    <a:ext uri="{9D8B030D-6E8A-4147-A177-3AD203B41FA5}">
                      <a16:colId xmlns="" xmlns:a16="http://schemas.microsoft.com/office/drawing/2014/main" val="20001"/>
                    </a:ext>
                  </a:extLst>
                </a:gridCol>
              </a:tblGrid>
              <a:tr h="370840">
                <a:tc>
                  <a:txBody>
                    <a:bodyPr/>
                    <a:lstStyle/>
                    <a:p>
                      <a:r>
                        <a:rPr lang="en-US" sz="1400" dirty="0" smtClean="0"/>
                        <a:t>Operation</a:t>
                      </a:r>
                      <a:endParaRPr lang="en-US" sz="1400" dirty="0"/>
                    </a:p>
                  </a:txBody>
                  <a:tcPr/>
                </a:tc>
                <a:tc>
                  <a:txBody>
                    <a:bodyPr/>
                    <a:lstStyle/>
                    <a:p>
                      <a:r>
                        <a:rPr lang="en-US" sz="1400" dirty="0" smtClean="0"/>
                        <a:t>Description</a:t>
                      </a:r>
                      <a:endParaRPr lang="en-US" sz="1400" dirty="0"/>
                    </a:p>
                  </a:txBody>
                  <a:tcPr/>
                </a:tc>
                <a:extLst>
                  <a:ext uri="{0D108BD9-81ED-4DB2-BD59-A6C34878D82A}">
                    <a16:rowId xmlns="" xmlns:a16="http://schemas.microsoft.com/office/drawing/2014/main" val="10000"/>
                  </a:ext>
                </a:extLst>
              </a:tr>
              <a:tr h="370840">
                <a:tc>
                  <a:txBody>
                    <a:bodyPr/>
                    <a:lstStyle/>
                    <a:p>
                      <a:r>
                        <a:rPr lang="en-US" sz="1400" dirty="0" smtClean="0">
                          <a:latin typeface="Courier" charset="0"/>
                          <a:ea typeface="Courier" charset="0"/>
                          <a:cs typeface="Courier" charset="0"/>
                        </a:rPr>
                        <a:t>&lt;get&gt;</a:t>
                      </a:r>
                      <a:endParaRPr lang="en-US" sz="1400" dirty="0">
                        <a:latin typeface="Courier" charset="0"/>
                        <a:ea typeface="Courier" charset="0"/>
                        <a:cs typeface="Courier" charset="0"/>
                      </a:endParaRPr>
                    </a:p>
                  </a:txBody>
                  <a:tcPr/>
                </a:tc>
                <a:tc>
                  <a:txBody>
                    <a:bodyPr/>
                    <a:lstStyle/>
                    <a:p>
                      <a:r>
                        <a:rPr lang="en-US" sz="1400" dirty="0" smtClean="0"/>
                        <a:t>Retrieve running configuration and device state information</a:t>
                      </a:r>
                      <a:endParaRPr lang="en-US" sz="1400" dirty="0"/>
                    </a:p>
                  </a:txBody>
                  <a:tcPr/>
                </a:tc>
                <a:extLst>
                  <a:ext uri="{0D108BD9-81ED-4DB2-BD59-A6C34878D82A}">
                    <a16:rowId xmlns="" xmlns:a16="http://schemas.microsoft.com/office/drawing/2014/main" val="10001"/>
                  </a:ext>
                </a:extLst>
              </a:tr>
              <a:tr h="370840">
                <a:tc>
                  <a:txBody>
                    <a:bodyPr/>
                    <a:lstStyle/>
                    <a:p>
                      <a:r>
                        <a:rPr lang="en-US" sz="1400" dirty="0" smtClean="0">
                          <a:latin typeface="Courier" charset="0"/>
                          <a:ea typeface="Courier" charset="0"/>
                          <a:cs typeface="Courier" charset="0"/>
                        </a:rPr>
                        <a:t>&lt;get-</a:t>
                      </a:r>
                      <a:r>
                        <a:rPr lang="en-US" sz="1400" dirty="0" err="1" smtClean="0">
                          <a:latin typeface="Courier" charset="0"/>
                          <a:ea typeface="Courier" charset="0"/>
                          <a:cs typeface="Courier" charset="0"/>
                        </a:rPr>
                        <a:t>config</a:t>
                      </a:r>
                      <a:r>
                        <a:rPr lang="en-US" sz="1400" dirty="0" smtClean="0">
                          <a:latin typeface="Courier" charset="0"/>
                          <a:ea typeface="Courier" charset="0"/>
                          <a:cs typeface="Courier" charset="0"/>
                        </a:rPr>
                        <a:t>&gt;</a:t>
                      </a:r>
                      <a:endParaRPr lang="en-US" sz="1400" dirty="0">
                        <a:latin typeface="Courier" charset="0"/>
                        <a:ea typeface="Courier" charset="0"/>
                        <a:cs typeface="Courier" charset="0"/>
                      </a:endParaRPr>
                    </a:p>
                  </a:txBody>
                  <a:tcPr/>
                </a:tc>
                <a:tc>
                  <a:txBody>
                    <a:bodyPr/>
                    <a:lstStyle/>
                    <a:p>
                      <a:r>
                        <a:rPr lang="en-US" sz="1400" dirty="0" smtClean="0"/>
                        <a:t> Retrieve all or part of specified configuration data store</a:t>
                      </a:r>
                      <a:endParaRPr lang="en-US" sz="1400" dirty="0"/>
                    </a:p>
                  </a:txBody>
                  <a:tcPr/>
                </a:tc>
                <a:extLst>
                  <a:ext uri="{0D108BD9-81ED-4DB2-BD59-A6C34878D82A}">
                    <a16:rowId xmlns="" xmlns:a16="http://schemas.microsoft.com/office/drawing/2014/main" val="10002"/>
                  </a:ext>
                </a:extLst>
              </a:tr>
              <a:tr h="370840">
                <a:tc>
                  <a:txBody>
                    <a:bodyPr/>
                    <a:lstStyle/>
                    <a:p>
                      <a:r>
                        <a:rPr lang="en-US" sz="1400" dirty="0" smtClean="0">
                          <a:latin typeface="Courier" charset="0"/>
                          <a:ea typeface="Courier" charset="0"/>
                          <a:cs typeface="Courier" charset="0"/>
                        </a:rPr>
                        <a:t>&lt;edit-</a:t>
                      </a:r>
                      <a:r>
                        <a:rPr lang="en-US" sz="1400" dirty="0" err="1" smtClean="0">
                          <a:latin typeface="Courier" charset="0"/>
                          <a:ea typeface="Courier" charset="0"/>
                          <a:cs typeface="Courier" charset="0"/>
                        </a:rPr>
                        <a:t>config</a:t>
                      </a:r>
                      <a:r>
                        <a:rPr lang="en-US" sz="1400" dirty="0" smtClean="0">
                          <a:latin typeface="Courier" charset="0"/>
                          <a:ea typeface="Courier" charset="0"/>
                          <a:cs typeface="Courier" charset="0"/>
                        </a:rPr>
                        <a:t>&gt;</a:t>
                      </a:r>
                      <a:endParaRPr lang="en-US" sz="1400" dirty="0">
                        <a:latin typeface="Courier" charset="0"/>
                        <a:ea typeface="Courier" charset="0"/>
                        <a:cs typeface="Courier" charset="0"/>
                      </a:endParaRPr>
                    </a:p>
                  </a:txBody>
                  <a:tcPr/>
                </a:tc>
                <a:tc>
                  <a:txBody>
                    <a:bodyPr/>
                    <a:lstStyle/>
                    <a:p>
                      <a:r>
                        <a:rPr lang="en-US" sz="1400" dirty="0" smtClean="0"/>
                        <a:t>Loads all or part of a configuration to the specified configuration data store</a:t>
                      </a:r>
                      <a:endParaRPr lang="en-US" sz="1400" dirty="0"/>
                    </a:p>
                  </a:txBody>
                  <a:tcPr/>
                </a:tc>
                <a:extLst>
                  <a:ext uri="{0D108BD9-81ED-4DB2-BD59-A6C34878D82A}">
                    <a16:rowId xmlns="" xmlns:a16="http://schemas.microsoft.com/office/drawing/2014/main" val="10003"/>
                  </a:ext>
                </a:extLst>
              </a:tr>
              <a:tr h="370840">
                <a:tc>
                  <a:txBody>
                    <a:bodyPr/>
                    <a:lstStyle/>
                    <a:p>
                      <a:r>
                        <a:rPr lang="en-US" sz="1400" dirty="0" smtClean="0">
                          <a:latin typeface="Courier" charset="0"/>
                          <a:ea typeface="Courier" charset="0"/>
                          <a:cs typeface="Courier" charset="0"/>
                        </a:rPr>
                        <a:t>&lt;copy-</a:t>
                      </a:r>
                      <a:r>
                        <a:rPr lang="en-US" sz="1400" dirty="0" err="1" smtClean="0">
                          <a:latin typeface="Courier" charset="0"/>
                          <a:ea typeface="Courier" charset="0"/>
                          <a:cs typeface="Courier" charset="0"/>
                        </a:rPr>
                        <a:t>config</a:t>
                      </a:r>
                      <a:r>
                        <a:rPr lang="en-US" sz="1400" dirty="0" smtClean="0">
                          <a:latin typeface="Courier" charset="0"/>
                          <a:ea typeface="Courier" charset="0"/>
                          <a:cs typeface="Courier" charset="0"/>
                        </a:rPr>
                        <a:t>&gt;</a:t>
                      </a:r>
                      <a:endParaRPr lang="en-US" sz="1400" dirty="0">
                        <a:latin typeface="Courier" charset="0"/>
                        <a:ea typeface="Courier" charset="0"/>
                        <a:cs typeface="Courier" charset="0"/>
                      </a:endParaRPr>
                    </a:p>
                  </a:txBody>
                  <a:tcPr/>
                </a:tc>
                <a:tc>
                  <a:txBody>
                    <a:bodyPr/>
                    <a:lstStyle/>
                    <a:p>
                      <a:r>
                        <a:rPr lang="en-US" sz="1400" dirty="0" smtClean="0"/>
                        <a:t>Replace an entire configuration data store with another</a:t>
                      </a:r>
                      <a:endParaRPr lang="en-US" sz="1400" dirty="0"/>
                    </a:p>
                  </a:txBody>
                  <a:tcPr/>
                </a:tc>
                <a:extLst>
                  <a:ext uri="{0D108BD9-81ED-4DB2-BD59-A6C34878D82A}">
                    <a16:rowId xmlns="" xmlns:a16="http://schemas.microsoft.com/office/drawing/2014/main" val="10004"/>
                  </a:ext>
                </a:extLst>
              </a:tr>
              <a:tr h="370840">
                <a:tc>
                  <a:txBody>
                    <a:bodyPr/>
                    <a:lstStyle/>
                    <a:p>
                      <a:r>
                        <a:rPr lang="en-US" sz="1400" dirty="0" smtClean="0">
                          <a:latin typeface="Courier" charset="0"/>
                          <a:ea typeface="Courier" charset="0"/>
                          <a:cs typeface="Courier" charset="0"/>
                        </a:rPr>
                        <a:t>&lt;delete-</a:t>
                      </a:r>
                      <a:r>
                        <a:rPr lang="en-US" sz="1400" dirty="0" err="1" smtClean="0">
                          <a:latin typeface="Courier" charset="0"/>
                          <a:ea typeface="Courier" charset="0"/>
                          <a:cs typeface="Courier" charset="0"/>
                        </a:rPr>
                        <a:t>config</a:t>
                      </a:r>
                      <a:r>
                        <a:rPr lang="en-US" sz="1400" dirty="0" smtClean="0">
                          <a:latin typeface="Courier" charset="0"/>
                          <a:ea typeface="Courier" charset="0"/>
                          <a:cs typeface="Courier" charset="0"/>
                        </a:rPr>
                        <a:t>&gt;</a:t>
                      </a:r>
                      <a:endParaRPr lang="en-US" sz="1400" dirty="0">
                        <a:latin typeface="Courier" charset="0"/>
                        <a:ea typeface="Courier" charset="0"/>
                        <a:cs typeface="Courier" charset="0"/>
                      </a:endParaRPr>
                    </a:p>
                  </a:txBody>
                  <a:tcPr/>
                </a:tc>
                <a:tc>
                  <a:txBody>
                    <a:bodyPr/>
                    <a:lstStyle/>
                    <a:p>
                      <a:r>
                        <a:rPr lang="en-US" sz="1400" dirty="0" smtClean="0"/>
                        <a:t>Delete a configuration data store</a:t>
                      </a:r>
                      <a:endParaRPr lang="en-US" sz="1400" dirty="0"/>
                    </a:p>
                  </a:txBody>
                  <a:tcPr/>
                </a:tc>
                <a:extLst>
                  <a:ext uri="{0D108BD9-81ED-4DB2-BD59-A6C34878D82A}">
                    <a16:rowId xmlns="" xmlns:a16="http://schemas.microsoft.com/office/drawing/2014/main" val="10005"/>
                  </a:ext>
                </a:extLst>
              </a:tr>
              <a:tr h="370840">
                <a:tc>
                  <a:txBody>
                    <a:bodyPr/>
                    <a:lstStyle/>
                    <a:p>
                      <a:r>
                        <a:rPr lang="en-US" sz="1400" dirty="0" smtClean="0">
                          <a:latin typeface="Courier" charset="0"/>
                          <a:ea typeface="Courier" charset="0"/>
                          <a:cs typeface="Courier" charset="0"/>
                        </a:rPr>
                        <a:t>&lt;commit&gt;</a:t>
                      </a:r>
                      <a:endParaRPr lang="en-US" sz="1400" dirty="0">
                        <a:latin typeface="Courier" charset="0"/>
                        <a:ea typeface="Courier" charset="0"/>
                        <a:cs typeface="Courier" charset="0"/>
                      </a:endParaRPr>
                    </a:p>
                  </a:txBody>
                  <a:tcPr/>
                </a:tc>
                <a:tc>
                  <a:txBody>
                    <a:bodyPr/>
                    <a:lstStyle/>
                    <a:p>
                      <a:r>
                        <a:rPr lang="en-US" sz="1400" dirty="0" smtClean="0"/>
                        <a:t>Copy candidate data store to running data store</a:t>
                      </a:r>
                      <a:endParaRPr lang="en-US" sz="1400" dirty="0"/>
                    </a:p>
                  </a:txBody>
                  <a:tcPr/>
                </a:tc>
                <a:extLst>
                  <a:ext uri="{0D108BD9-81ED-4DB2-BD59-A6C34878D82A}">
                    <a16:rowId xmlns="" xmlns:a16="http://schemas.microsoft.com/office/drawing/2014/main" val="10006"/>
                  </a:ext>
                </a:extLst>
              </a:tr>
              <a:tr h="370840">
                <a:tc>
                  <a:txBody>
                    <a:bodyPr/>
                    <a:lstStyle/>
                    <a:p>
                      <a:r>
                        <a:rPr lang="en-US" sz="1400" dirty="0" smtClean="0">
                          <a:latin typeface="Courier" charset="0"/>
                          <a:ea typeface="Courier" charset="0"/>
                          <a:cs typeface="Courier" charset="0"/>
                        </a:rPr>
                        <a:t>&lt;lock&gt;</a:t>
                      </a:r>
                      <a:r>
                        <a:rPr lang="en-US" sz="1400" baseline="0" dirty="0" smtClean="0">
                          <a:latin typeface="Courier" charset="0"/>
                          <a:ea typeface="Courier" charset="0"/>
                          <a:cs typeface="Courier" charset="0"/>
                        </a:rPr>
                        <a:t> / &lt;unlock&gt;</a:t>
                      </a:r>
                      <a:endParaRPr lang="en-US" sz="1400" dirty="0">
                        <a:latin typeface="Courier" charset="0"/>
                        <a:ea typeface="Courier" charset="0"/>
                        <a:cs typeface="Courier" charset="0"/>
                      </a:endParaRPr>
                    </a:p>
                  </a:txBody>
                  <a:tcPr/>
                </a:tc>
                <a:tc>
                  <a:txBody>
                    <a:bodyPr/>
                    <a:lstStyle/>
                    <a:p>
                      <a:r>
                        <a:rPr lang="en-US" sz="1400" dirty="0" smtClean="0"/>
                        <a:t>Lock or unlock the entire configuration data store system</a:t>
                      </a:r>
                      <a:endParaRPr lang="en-US" sz="1400" dirty="0"/>
                    </a:p>
                  </a:txBody>
                  <a:tcPr/>
                </a:tc>
                <a:extLst>
                  <a:ext uri="{0D108BD9-81ED-4DB2-BD59-A6C34878D82A}">
                    <a16:rowId xmlns="" xmlns:a16="http://schemas.microsoft.com/office/drawing/2014/main" val="10007"/>
                  </a:ext>
                </a:extLst>
              </a:tr>
              <a:tr h="370840">
                <a:tc>
                  <a:txBody>
                    <a:bodyPr/>
                    <a:lstStyle/>
                    <a:p>
                      <a:r>
                        <a:rPr lang="en-US" sz="1400" dirty="0" smtClean="0">
                          <a:latin typeface="Courier" charset="0"/>
                          <a:ea typeface="Courier" charset="0"/>
                          <a:cs typeface="Courier" charset="0"/>
                        </a:rPr>
                        <a:t>&lt;close-session&gt;</a:t>
                      </a:r>
                      <a:endParaRPr lang="en-US" sz="1400" dirty="0">
                        <a:latin typeface="Courier" charset="0"/>
                        <a:ea typeface="Courier" charset="0"/>
                        <a:cs typeface="Courier" charset="0"/>
                      </a:endParaRPr>
                    </a:p>
                  </a:txBody>
                  <a:tcPr/>
                </a:tc>
                <a:tc>
                  <a:txBody>
                    <a:bodyPr/>
                    <a:lstStyle/>
                    <a:p>
                      <a:r>
                        <a:rPr lang="en-US" sz="1400" dirty="0" smtClean="0"/>
                        <a:t>Graceful termination of NETCONF session</a:t>
                      </a:r>
                      <a:endParaRPr lang="en-US" sz="1400" dirty="0"/>
                    </a:p>
                  </a:txBody>
                  <a:tcPr/>
                </a:tc>
                <a:extLst>
                  <a:ext uri="{0D108BD9-81ED-4DB2-BD59-A6C34878D82A}">
                    <a16:rowId xmlns="" xmlns:a16="http://schemas.microsoft.com/office/drawing/2014/main" val="10008"/>
                  </a:ext>
                </a:extLst>
              </a:tr>
              <a:tr h="370840">
                <a:tc>
                  <a:txBody>
                    <a:bodyPr/>
                    <a:lstStyle/>
                    <a:p>
                      <a:r>
                        <a:rPr lang="en-US" sz="1400" dirty="0" smtClean="0">
                          <a:latin typeface="Courier" charset="0"/>
                          <a:ea typeface="Courier" charset="0"/>
                          <a:cs typeface="Courier" charset="0"/>
                        </a:rPr>
                        <a:t>&lt;kill-session&gt;</a:t>
                      </a:r>
                      <a:endParaRPr lang="en-US" sz="1400" dirty="0">
                        <a:latin typeface="Courier" charset="0"/>
                        <a:ea typeface="Courier" charset="0"/>
                        <a:cs typeface="Courier" charset="0"/>
                      </a:endParaRPr>
                    </a:p>
                  </a:txBody>
                  <a:tcPr/>
                </a:tc>
                <a:tc>
                  <a:txBody>
                    <a:bodyPr/>
                    <a:lstStyle/>
                    <a:p>
                      <a:r>
                        <a:rPr lang="en-US" sz="1400" dirty="0" smtClean="0"/>
                        <a:t>Forced termination of NETCONF session</a:t>
                      </a:r>
                      <a:endParaRPr lang="en-US" sz="1400" dirty="0"/>
                    </a:p>
                  </a:txBody>
                  <a:tcPr/>
                </a:tc>
                <a:extLst>
                  <a:ext uri="{0D108BD9-81ED-4DB2-BD59-A6C34878D82A}">
                    <a16:rowId xmlns="" xmlns:a16="http://schemas.microsoft.com/office/drawing/2014/main" val="10009"/>
                  </a:ext>
                </a:extLst>
              </a:tr>
            </a:tbl>
          </a:graphicData>
        </a:graphic>
      </p:graphicFrame>
      <p:sp>
        <p:nvSpPr>
          <p:cNvPr id="5" name="Slide Number Placeholder 4"/>
          <p:cNvSpPr>
            <a:spLocks noGrp="1"/>
          </p:cNvSpPr>
          <p:nvPr>
            <p:ph type="sldNum" sz="quarter" idx="4"/>
          </p:nvPr>
        </p:nvSpPr>
        <p:spPr/>
        <p:txBody>
          <a:bodyPr/>
          <a:lstStyle/>
          <a:p>
            <a:fld id="{96A97DD0-5BE7-4856-A2A9-C42C6688E607}" type="slidenum">
              <a:rPr lang="en-US" smtClean="0"/>
              <a:pPr/>
              <a:t>31</a:t>
            </a:fld>
            <a:endParaRPr lang="en-US" dirty="0"/>
          </a:p>
        </p:txBody>
      </p:sp>
    </p:spTree>
    <p:extLst>
      <p:ext uri="{BB962C8B-B14F-4D97-AF65-F5344CB8AC3E}">
        <p14:creationId xmlns:p14="http://schemas.microsoft.com/office/powerpoint/2010/main" val="956971455"/>
      </p:ext>
    </p:extLst>
  </p:cSld>
  <p:clrMapOvr>
    <a:masterClrMapping/>
  </p:clrMapOvr>
  <p:transition>
    <p:fade/>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NETCONF Data Stores</a:t>
            </a:r>
          </a:p>
        </p:txBody>
      </p:sp>
      <p:pic>
        <p:nvPicPr>
          <p:cNvPr id="4" name="Content Placeholder 3"/>
          <p:cNvPicPr>
            <a:picLocks noGrp="1" noChangeAspect="1"/>
          </p:cNvPicPr>
          <p:nvPr>
            <p:ph idx="4294967295"/>
          </p:nvPr>
        </p:nvPicPr>
        <p:blipFill>
          <a:blip r:embed="rId3"/>
          <a:stretch>
            <a:fillRect/>
          </a:stretch>
        </p:blipFill>
        <p:spPr>
          <a:xfrm>
            <a:off x="317500" y="1477963"/>
            <a:ext cx="3873500" cy="1557337"/>
          </a:xfrm>
          <a:prstGeom prst="rect">
            <a:avLst/>
          </a:prstGeom>
        </p:spPr>
      </p:pic>
      <p:sp>
        <p:nvSpPr>
          <p:cNvPr id="5" name="Content Placeholder 3"/>
          <p:cNvSpPr txBox="1">
            <a:spLocks/>
          </p:cNvSpPr>
          <p:nvPr/>
        </p:nvSpPr>
        <p:spPr>
          <a:xfrm>
            <a:off x="437766" y="3753853"/>
            <a:ext cx="8345488" cy="464559"/>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lang="en-US" sz="2000" b="0" i="0" kern="1200" baseline="0">
                <a:solidFill>
                  <a:schemeClr val="tx2"/>
                </a:solidFill>
                <a:latin typeface="+mn-lt"/>
                <a:ea typeface="ＭＳ Ｐゴシック" charset="0"/>
                <a:cs typeface="CiscoSans ExtraLight"/>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algn="l"/>
            <a:r>
              <a:rPr lang="en-US" dirty="0">
                <a:latin typeface="Courier" charset="0"/>
                <a:ea typeface="Courier" charset="0"/>
                <a:cs typeface="Courier" charset="0"/>
              </a:rPr>
              <a:t>result = </a:t>
            </a:r>
            <a:r>
              <a:rPr lang="en-US" dirty="0" err="1">
                <a:latin typeface="Courier" charset="0"/>
                <a:ea typeface="Courier" charset="0"/>
                <a:cs typeface="Courier" charset="0"/>
              </a:rPr>
              <a:t>m.get_config</a:t>
            </a:r>
            <a:r>
              <a:rPr lang="en-US" dirty="0">
                <a:latin typeface="Courier" charset="0"/>
                <a:ea typeface="Courier" charset="0"/>
                <a:cs typeface="Courier" charset="0"/>
              </a:rPr>
              <a:t>('</a:t>
            </a:r>
            <a:r>
              <a:rPr lang="en-US" b="1" dirty="0">
                <a:solidFill>
                  <a:srgbClr val="FF0000"/>
                </a:solidFill>
                <a:latin typeface="Courier" charset="0"/>
                <a:ea typeface="Courier" charset="0"/>
                <a:cs typeface="Courier" charset="0"/>
              </a:rPr>
              <a:t>running</a:t>
            </a:r>
            <a:r>
              <a:rPr lang="en-US" dirty="0">
                <a:latin typeface="Courier" charset="0"/>
                <a:ea typeface="Courier" charset="0"/>
                <a:cs typeface="Courier" charset="0"/>
              </a:rPr>
              <a:t>', </a:t>
            </a:r>
            <a:r>
              <a:rPr lang="en-US" dirty="0" err="1">
                <a:latin typeface="Courier" charset="0"/>
                <a:ea typeface="Courier" charset="0"/>
                <a:cs typeface="Courier" charset="0"/>
              </a:rPr>
              <a:t>hostname_filter</a:t>
            </a:r>
            <a:r>
              <a:rPr lang="en-US" dirty="0">
                <a:latin typeface="Courier" charset="0"/>
                <a:ea typeface="Courier" charset="0"/>
                <a:cs typeface="Courier" charset="0"/>
              </a:rPr>
              <a:t>)</a:t>
            </a:r>
            <a:endParaRPr lang="mr-IN" dirty="0">
              <a:latin typeface="Courier" charset="0"/>
              <a:ea typeface="Courier" charset="0"/>
              <a:cs typeface="Courier" charset="0"/>
            </a:endParaRPr>
          </a:p>
        </p:txBody>
      </p:sp>
      <p:sp>
        <p:nvSpPr>
          <p:cNvPr id="6" name="TextBox 5"/>
          <p:cNvSpPr txBox="1"/>
          <p:nvPr/>
        </p:nvSpPr>
        <p:spPr>
          <a:xfrm>
            <a:off x="4458814" y="1383973"/>
            <a:ext cx="4324440" cy="2369880"/>
          </a:xfrm>
          <a:prstGeom prst="rect">
            <a:avLst/>
          </a:prstGeom>
          <a:noFill/>
        </p:spPr>
        <p:txBody>
          <a:bodyPr wrap="square" rtlCol="0">
            <a:spAutoFit/>
          </a:bodyPr>
          <a:lstStyle/>
          <a:p>
            <a:r>
              <a:rPr lang="en-US" b="1" dirty="0"/>
              <a:t>Data Store Key Points</a:t>
            </a:r>
          </a:p>
          <a:p>
            <a:pPr marL="285750" indent="-285750">
              <a:buFont typeface="Arial" charset="0"/>
              <a:buChar char="•"/>
            </a:pPr>
            <a:r>
              <a:rPr lang="en-US" sz="1600" dirty="0" smtClean="0"/>
              <a:t>Entire </a:t>
            </a:r>
            <a:r>
              <a:rPr lang="en-US" sz="1600" dirty="0"/>
              <a:t>or partial </a:t>
            </a:r>
            <a:r>
              <a:rPr lang="en-US" sz="1600" dirty="0" smtClean="0"/>
              <a:t>configuration</a:t>
            </a:r>
            <a:r>
              <a:rPr lang="en-US" sz="1600" dirty="0"/>
              <a:t> </a:t>
            </a:r>
          </a:p>
          <a:p>
            <a:pPr marL="285750" indent="-285750">
              <a:buFont typeface="Arial" charset="0"/>
              <a:buChar char="•"/>
            </a:pPr>
            <a:r>
              <a:rPr lang="en-US" sz="1600" dirty="0"/>
              <a:t>"running" is the only mandatory data store</a:t>
            </a:r>
          </a:p>
          <a:p>
            <a:pPr marL="285750" indent="-285750">
              <a:buFont typeface="Arial" charset="0"/>
              <a:buChar char="•"/>
            </a:pPr>
            <a:r>
              <a:rPr lang="en-US" sz="1600" dirty="0"/>
              <a:t>Not all data stores are writeable</a:t>
            </a:r>
          </a:p>
          <a:p>
            <a:pPr marL="285750" indent="-285750">
              <a:buFont typeface="Arial" charset="0"/>
              <a:buChar char="•"/>
            </a:pPr>
            <a:r>
              <a:rPr lang="en-US" sz="1600" dirty="0"/>
              <a:t>A "URL" data store is supported by IOS to enable &lt;</a:t>
            </a:r>
            <a:r>
              <a:rPr lang="en-US" sz="1600" dirty="0" err="1"/>
              <a:t>config</a:t>
            </a:r>
            <a:r>
              <a:rPr lang="en-US" sz="1600" dirty="0"/>
              <a:t>-copy&gt;</a:t>
            </a:r>
          </a:p>
          <a:p>
            <a:pPr marL="285750" indent="-285750">
              <a:buFont typeface="Arial" charset="0"/>
              <a:buChar char="•"/>
            </a:pPr>
            <a:r>
              <a:rPr lang="en-US" sz="1600" dirty="0"/>
              <a:t>Every NETCONF message must target a data store</a:t>
            </a:r>
          </a:p>
          <a:p>
            <a:endParaRPr lang="en-US" dirty="0"/>
          </a:p>
        </p:txBody>
      </p:sp>
      <p:sp>
        <p:nvSpPr>
          <p:cNvPr id="7" name="Slide Number Placeholder 6"/>
          <p:cNvSpPr>
            <a:spLocks noGrp="1"/>
          </p:cNvSpPr>
          <p:nvPr>
            <p:ph type="sldNum" sz="quarter" idx="4"/>
          </p:nvPr>
        </p:nvSpPr>
        <p:spPr/>
        <p:txBody>
          <a:bodyPr/>
          <a:lstStyle/>
          <a:p>
            <a:fld id="{96A97DD0-5BE7-4856-A2A9-C42C6688E607}" type="slidenum">
              <a:rPr lang="en-US" smtClean="0"/>
              <a:pPr/>
              <a:t>32</a:t>
            </a:fld>
            <a:endParaRPr lang="en-US" dirty="0"/>
          </a:p>
        </p:txBody>
      </p:sp>
    </p:spTree>
    <p:extLst>
      <p:ext uri="{BB962C8B-B14F-4D97-AF65-F5344CB8AC3E}">
        <p14:creationId xmlns:p14="http://schemas.microsoft.com/office/powerpoint/2010/main" val="1088446819"/>
      </p:ext>
    </p:extLst>
  </p:cSld>
  <p:clrMapOvr>
    <a:masterClrMapping/>
  </p:clrMapOvr>
  <p:transition>
    <p:fade/>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1</a:t>
            </a:r>
            <a:endParaRPr lang="en-US" dirty="0"/>
          </a:p>
        </p:txBody>
      </p:sp>
      <p:sp>
        <p:nvSpPr>
          <p:cNvPr id="4" name="Content Placeholder 3"/>
          <p:cNvSpPr>
            <a:spLocks noGrp="1"/>
          </p:cNvSpPr>
          <p:nvPr>
            <p:ph idx="4294967295"/>
          </p:nvPr>
        </p:nvSpPr>
        <p:spPr>
          <a:xfrm>
            <a:off x="798513" y="731838"/>
            <a:ext cx="8345487" cy="3486150"/>
          </a:xfrm>
        </p:spPr>
        <p:txBody>
          <a:bodyPr/>
          <a:lstStyle/>
          <a:p>
            <a:pPr marL="1785" indent="0">
              <a:lnSpc>
                <a:spcPct val="100000"/>
              </a:lnSpc>
              <a:spcBef>
                <a:spcPts val="200"/>
              </a:spcBef>
              <a:buNone/>
            </a:pPr>
            <a:r>
              <a:rPr lang="en-US" sz="1200" dirty="0">
                <a:latin typeface="Courier" charset="0"/>
                <a:ea typeface="Courier" charset="0"/>
                <a:cs typeface="Courier" charset="0"/>
              </a:rPr>
              <a:t>#!/</a:t>
            </a:r>
            <a:r>
              <a:rPr lang="en-US" sz="1200" dirty="0" err="1">
                <a:latin typeface="Courier" charset="0"/>
                <a:ea typeface="Courier" charset="0"/>
                <a:cs typeface="Courier" charset="0"/>
              </a:rPr>
              <a:t>usr</a:t>
            </a:r>
            <a:r>
              <a:rPr lang="en-US" sz="1200" dirty="0">
                <a:latin typeface="Courier" charset="0"/>
                <a:ea typeface="Courier" charset="0"/>
                <a:cs typeface="Courier" charset="0"/>
              </a:rPr>
              <a:t>/bin/</a:t>
            </a:r>
            <a:r>
              <a:rPr lang="en-US" sz="1200" dirty="0" err="1">
                <a:latin typeface="Courier" charset="0"/>
                <a:ea typeface="Courier" charset="0"/>
                <a:cs typeface="Courier" charset="0"/>
              </a:rPr>
              <a:t>env</a:t>
            </a:r>
            <a:r>
              <a:rPr lang="en-US" sz="1200" dirty="0">
                <a:latin typeface="Courier" charset="0"/>
                <a:ea typeface="Courier" charset="0"/>
                <a:cs typeface="Courier" charset="0"/>
              </a:rPr>
              <a:t> </a:t>
            </a:r>
            <a:r>
              <a:rPr lang="en-US" sz="1200" dirty="0" smtClean="0">
                <a:latin typeface="Courier" charset="0"/>
                <a:ea typeface="Courier" charset="0"/>
                <a:cs typeface="Courier" charset="0"/>
              </a:rPr>
              <a:t>python</a:t>
            </a:r>
            <a:endParaRPr lang="en-US" sz="1200" dirty="0">
              <a:latin typeface="Courier" charset="0"/>
              <a:ea typeface="Courier" charset="0"/>
              <a:cs typeface="Courier" charset="0"/>
            </a:endParaRPr>
          </a:p>
          <a:p>
            <a:pPr marL="1785" indent="0">
              <a:lnSpc>
                <a:spcPct val="100000"/>
              </a:lnSpc>
              <a:spcBef>
                <a:spcPts val="200"/>
              </a:spcBef>
              <a:buNone/>
            </a:pPr>
            <a:endParaRPr lang="en-US" sz="1200" dirty="0" smtClean="0">
              <a:latin typeface="Courier" charset="0"/>
              <a:ea typeface="Courier" charset="0"/>
              <a:cs typeface="Courier" charset="0"/>
            </a:endParaRPr>
          </a:p>
          <a:p>
            <a:pPr marL="1785" indent="0">
              <a:spcBef>
                <a:spcPts val="100"/>
              </a:spcBef>
              <a:buNone/>
            </a:pPr>
            <a:r>
              <a:rPr lang="en-US" sz="1200" dirty="0" smtClean="0">
                <a:latin typeface="Courier" charset="0"/>
                <a:ea typeface="Courier" charset="0"/>
                <a:cs typeface="Courier" charset="0"/>
              </a:rPr>
              <a:t>from </a:t>
            </a:r>
            <a:r>
              <a:rPr lang="en-US" sz="1200" dirty="0" err="1">
                <a:latin typeface="Courier" charset="0"/>
                <a:ea typeface="Courier" charset="0"/>
                <a:cs typeface="Courier" charset="0"/>
              </a:rPr>
              <a:t>ncclient</a:t>
            </a:r>
            <a:r>
              <a:rPr lang="en-US" sz="1200" dirty="0">
                <a:latin typeface="Courier" charset="0"/>
                <a:ea typeface="Courier" charset="0"/>
                <a:cs typeface="Courier" charset="0"/>
              </a:rPr>
              <a:t> import manager</a:t>
            </a:r>
          </a:p>
          <a:p>
            <a:pPr marL="1785" indent="0">
              <a:spcBef>
                <a:spcPts val="100"/>
              </a:spcBef>
              <a:buNone/>
            </a:pPr>
            <a:r>
              <a:rPr lang="en-US" sz="1200" dirty="0">
                <a:latin typeface="Courier" charset="0"/>
                <a:ea typeface="Courier" charset="0"/>
                <a:cs typeface="Courier" charset="0"/>
              </a:rPr>
              <a:t>from </a:t>
            </a:r>
            <a:r>
              <a:rPr lang="en-US" sz="1200" dirty="0" err="1">
                <a:latin typeface="Courier" charset="0"/>
                <a:ea typeface="Courier" charset="0"/>
                <a:cs typeface="Courier" charset="0"/>
              </a:rPr>
              <a:t>pprint</a:t>
            </a:r>
            <a:r>
              <a:rPr lang="en-US" sz="1200" dirty="0">
                <a:latin typeface="Courier" charset="0"/>
                <a:ea typeface="Courier" charset="0"/>
                <a:cs typeface="Courier" charset="0"/>
              </a:rPr>
              <a:t> import </a:t>
            </a:r>
            <a:r>
              <a:rPr lang="en-US" sz="1200" dirty="0" err="1">
                <a:latin typeface="Courier" charset="0"/>
                <a:ea typeface="Courier" charset="0"/>
                <a:cs typeface="Courier" charset="0"/>
              </a:rPr>
              <a:t>pprint</a:t>
            </a:r>
            <a:endParaRPr lang="en-US" sz="1200" dirty="0">
              <a:latin typeface="Courier" charset="0"/>
              <a:ea typeface="Courier" charset="0"/>
              <a:cs typeface="Courier" charset="0"/>
            </a:endParaRPr>
          </a:p>
          <a:p>
            <a:pPr marL="1785" indent="0">
              <a:spcBef>
                <a:spcPts val="100"/>
              </a:spcBef>
              <a:buNone/>
            </a:pPr>
            <a:r>
              <a:rPr lang="en-US" sz="1200" dirty="0">
                <a:latin typeface="Courier" charset="0"/>
                <a:ea typeface="Courier" charset="0"/>
                <a:cs typeface="Courier" charset="0"/>
              </a:rPr>
              <a:t>import </a:t>
            </a:r>
            <a:r>
              <a:rPr lang="en-US" sz="1200" dirty="0" err="1">
                <a:latin typeface="Courier" charset="0"/>
                <a:ea typeface="Courier" charset="0"/>
                <a:cs typeface="Courier" charset="0"/>
              </a:rPr>
              <a:t>xmltodict</a:t>
            </a:r>
            <a:endParaRPr lang="en-US" sz="1200" dirty="0">
              <a:latin typeface="Courier" charset="0"/>
              <a:ea typeface="Courier" charset="0"/>
              <a:cs typeface="Courier" charset="0"/>
            </a:endParaRPr>
          </a:p>
          <a:p>
            <a:pPr marL="1785" indent="0">
              <a:spcBef>
                <a:spcPts val="100"/>
              </a:spcBef>
              <a:buNone/>
            </a:pPr>
            <a:r>
              <a:rPr lang="en-US" sz="1200" dirty="0">
                <a:latin typeface="Courier" charset="0"/>
                <a:ea typeface="Courier" charset="0"/>
                <a:cs typeface="Courier" charset="0"/>
              </a:rPr>
              <a:t>import </a:t>
            </a:r>
            <a:r>
              <a:rPr lang="en-US" sz="1200" dirty="0" err="1">
                <a:latin typeface="Courier" charset="0"/>
                <a:ea typeface="Courier" charset="0"/>
                <a:cs typeface="Courier" charset="0"/>
              </a:rPr>
              <a:t>xml.dom.minidom</a:t>
            </a:r>
            <a:endParaRPr lang="en-US" sz="1200" dirty="0">
              <a:latin typeface="Courier" charset="0"/>
              <a:ea typeface="Courier" charset="0"/>
              <a:cs typeface="Courier" charset="0"/>
            </a:endParaRPr>
          </a:p>
          <a:p>
            <a:pPr marL="1785" indent="0">
              <a:spcBef>
                <a:spcPts val="100"/>
              </a:spcBef>
              <a:buNone/>
            </a:pPr>
            <a:r>
              <a:rPr lang="en-US" sz="1200" dirty="0">
                <a:latin typeface="Courier" charset="0"/>
                <a:ea typeface="Courier" charset="0"/>
                <a:cs typeface="Courier" charset="0"/>
              </a:rPr>
              <a:t/>
            </a:r>
            <a:br>
              <a:rPr lang="en-US" sz="1200" dirty="0">
                <a:latin typeface="Courier" charset="0"/>
                <a:ea typeface="Courier" charset="0"/>
                <a:cs typeface="Courier" charset="0"/>
              </a:rPr>
            </a:br>
            <a:endParaRPr lang="en-US" sz="1200" dirty="0">
              <a:latin typeface="Courier" charset="0"/>
              <a:ea typeface="Courier" charset="0"/>
              <a:cs typeface="Courier" charset="0"/>
            </a:endParaRPr>
          </a:p>
          <a:p>
            <a:pPr marL="1785" indent="0">
              <a:spcBef>
                <a:spcPts val="100"/>
              </a:spcBef>
              <a:buNone/>
            </a:pPr>
            <a:r>
              <a:rPr lang="en-US" sz="1200" dirty="0" smtClean="0">
                <a:latin typeface="Courier" charset="0"/>
                <a:ea typeface="Courier" charset="0"/>
                <a:cs typeface="Courier" charset="0"/>
              </a:rPr>
              <a:t>HOST </a:t>
            </a:r>
            <a:r>
              <a:rPr lang="en-US" sz="1200" dirty="0">
                <a:latin typeface="Courier" charset="0"/>
                <a:ea typeface="Courier" charset="0"/>
                <a:cs typeface="Courier" charset="0"/>
              </a:rPr>
              <a:t>= </a:t>
            </a:r>
            <a:r>
              <a:rPr lang="en-US" sz="1200" dirty="0" smtClean="0">
                <a:latin typeface="Courier" charset="0"/>
                <a:ea typeface="Courier" charset="0"/>
                <a:cs typeface="Courier" charset="0"/>
              </a:rPr>
              <a:t>’</a:t>
            </a:r>
            <a:r>
              <a:rPr lang="en-US" sz="1200" dirty="0" err="1" smtClean="0">
                <a:latin typeface="Courier" charset="0"/>
                <a:ea typeface="Courier" charset="0"/>
                <a:cs typeface="Courier" charset="0"/>
              </a:rPr>
              <a:t>devent.foobar.com</a:t>
            </a:r>
            <a:r>
              <a:rPr lang="en-US" sz="1200" dirty="0" smtClean="0">
                <a:latin typeface="Courier" charset="0"/>
                <a:ea typeface="Courier" charset="0"/>
                <a:cs typeface="Courier" charset="0"/>
              </a:rPr>
              <a:t>'</a:t>
            </a:r>
            <a:endParaRPr lang="en-US" sz="1200" dirty="0">
              <a:latin typeface="Courier" charset="0"/>
              <a:ea typeface="Courier" charset="0"/>
              <a:cs typeface="Courier" charset="0"/>
            </a:endParaRPr>
          </a:p>
          <a:p>
            <a:pPr marL="1785" indent="0">
              <a:spcBef>
                <a:spcPts val="100"/>
              </a:spcBef>
              <a:buNone/>
            </a:pPr>
            <a:r>
              <a:rPr lang="en-US" sz="1200" dirty="0" smtClean="0">
                <a:latin typeface="Courier" charset="0"/>
                <a:ea typeface="Courier" charset="0"/>
                <a:cs typeface="Courier" charset="0"/>
              </a:rPr>
              <a:t>PORT </a:t>
            </a:r>
            <a:r>
              <a:rPr lang="en-US" sz="1200" dirty="0">
                <a:latin typeface="Courier" charset="0"/>
                <a:ea typeface="Courier" charset="0"/>
                <a:cs typeface="Courier" charset="0"/>
              </a:rPr>
              <a:t>= 10000</a:t>
            </a:r>
          </a:p>
          <a:p>
            <a:pPr marL="1785" indent="0">
              <a:spcBef>
                <a:spcPts val="100"/>
              </a:spcBef>
              <a:buNone/>
            </a:pPr>
            <a:r>
              <a:rPr lang="en-US" sz="1200" dirty="0" smtClean="0">
                <a:latin typeface="Courier" charset="0"/>
                <a:ea typeface="Courier" charset="0"/>
                <a:cs typeface="Courier" charset="0"/>
              </a:rPr>
              <a:t>USER </a:t>
            </a:r>
            <a:r>
              <a:rPr lang="en-US" sz="1200" dirty="0">
                <a:latin typeface="Courier" charset="0"/>
                <a:ea typeface="Courier" charset="0"/>
                <a:cs typeface="Courier" charset="0"/>
              </a:rPr>
              <a:t>= </a:t>
            </a:r>
            <a:r>
              <a:rPr lang="en-US" sz="1200" dirty="0" smtClean="0">
                <a:latin typeface="Courier" charset="0"/>
                <a:ea typeface="Courier" charset="0"/>
                <a:cs typeface="Courier" charset="0"/>
              </a:rPr>
              <a:t>’Eddie'</a:t>
            </a:r>
            <a:endParaRPr lang="en-US" sz="1200" dirty="0">
              <a:latin typeface="Courier" charset="0"/>
              <a:ea typeface="Courier" charset="0"/>
              <a:cs typeface="Courier" charset="0"/>
            </a:endParaRPr>
          </a:p>
          <a:p>
            <a:pPr marL="1785" indent="0">
              <a:spcBef>
                <a:spcPts val="100"/>
              </a:spcBef>
              <a:buNone/>
            </a:pPr>
            <a:r>
              <a:rPr lang="en-US" sz="1200" dirty="0">
                <a:latin typeface="Courier" charset="0"/>
                <a:ea typeface="Courier" charset="0"/>
                <a:cs typeface="Courier" charset="0"/>
              </a:rPr>
              <a:t>PASS = </a:t>
            </a:r>
            <a:r>
              <a:rPr lang="en-US" sz="1200" dirty="0" smtClean="0">
                <a:latin typeface="Courier" charset="0"/>
                <a:ea typeface="Courier" charset="0"/>
                <a:cs typeface="Courier" charset="0"/>
              </a:rPr>
              <a:t>‘G30rg3'</a:t>
            </a:r>
            <a:endParaRPr lang="en-US" sz="1200" dirty="0">
              <a:latin typeface="Courier" charset="0"/>
              <a:ea typeface="Courier" charset="0"/>
              <a:cs typeface="Courier" charset="0"/>
            </a:endParaRPr>
          </a:p>
        </p:txBody>
      </p:sp>
      <p:grpSp>
        <p:nvGrpSpPr>
          <p:cNvPr id="9" name="Group 8"/>
          <p:cNvGrpSpPr/>
          <p:nvPr/>
        </p:nvGrpSpPr>
        <p:grpSpPr>
          <a:xfrm>
            <a:off x="798513" y="1123949"/>
            <a:ext cx="4992743" cy="798794"/>
            <a:chOff x="433765" y="1145397"/>
            <a:chExt cx="4992743" cy="469151"/>
          </a:xfrm>
        </p:grpSpPr>
        <p:sp>
          <p:nvSpPr>
            <p:cNvPr id="5" name="Rectangle 4"/>
            <p:cNvSpPr/>
            <p:nvPr/>
          </p:nvSpPr>
          <p:spPr>
            <a:xfrm>
              <a:off x="433765" y="1145397"/>
              <a:ext cx="2957135" cy="469151"/>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3434958" y="1245216"/>
              <a:ext cx="1991550" cy="369332"/>
            </a:xfrm>
            <a:prstGeom prst="rect">
              <a:avLst/>
            </a:prstGeom>
            <a:noFill/>
          </p:spPr>
          <p:txBody>
            <a:bodyPr wrap="square" rtlCol="0">
              <a:spAutoFit/>
            </a:bodyPr>
            <a:lstStyle/>
            <a:p>
              <a:r>
                <a:rPr lang="en-US" b="1" dirty="0" smtClean="0"/>
                <a:t>Import libraries</a:t>
              </a:r>
              <a:endParaRPr lang="en-US" b="1" dirty="0"/>
            </a:p>
          </p:txBody>
        </p:sp>
      </p:grpSp>
      <p:grpSp>
        <p:nvGrpSpPr>
          <p:cNvPr id="10" name="Group 9"/>
          <p:cNvGrpSpPr/>
          <p:nvPr/>
        </p:nvGrpSpPr>
        <p:grpSpPr>
          <a:xfrm>
            <a:off x="798513" y="2194064"/>
            <a:ext cx="4750216" cy="758683"/>
            <a:chOff x="433765" y="2779817"/>
            <a:chExt cx="4938303" cy="494794"/>
          </a:xfrm>
        </p:grpSpPr>
        <p:sp>
          <p:nvSpPr>
            <p:cNvPr id="7" name="Rectangle 6"/>
            <p:cNvSpPr/>
            <p:nvPr/>
          </p:nvSpPr>
          <p:spPr>
            <a:xfrm>
              <a:off x="433765" y="2779817"/>
              <a:ext cx="3074224" cy="49479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TextBox 7"/>
            <p:cNvSpPr txBox="1"/>
            <p:nvPr/>
          </p:nvSpPr>
          <p:spPr>
            <a:xfrm>
              <a:off x="3558318" y="2905279"/>
              <a:ext cx="1813750" cy="369332"/>
            </a:xfrm>
            <a:prstGeom prst="rect">
              <a:avLst/>
            </a:prstGeom>
            <a:noFill/>
          </p:spPr>
          <p:txBody>
            <a:bodyPr wrap="square" rtlCol="0">
              <a:spAutoFit/>
            </a:bodyPr>
            <a:lstStyle/>
            <a:p>
              <a:r>
                <a:rPr lang="en-US" b="1" dirty="0" smtClean="0"/>
                <a:t>Set Variables</a:t>
              </a:r>
              <a:endParaRPr lang="en-US" b="1" dirty="0"/>
            </a:p>
          </p:txBody>
        </p:sp>
      </p:grpSp>
      <p:sp>
        <p:nvSpPr>
          <p:cNvPr id="11" name="Slide Number Placeholder 10"/>
          <p:cNvSpPr>
            <a:spLocks noGrp="1"/>
          </p:cNvSpPr>
          <p:nvPr>
            <p:ph type="sldNum" sz="quarter" idx="4"/>
          </p:nvPr>
        </p:nvSpPr>
        <p:spPr/>
        <p:txBody>
          <a:bodyPr/>
          <a:lstStyle/>
          <a:p>
            <a:fld id="{96A97DD0-5BE7-4856-A2A9-C42C6688E607}" type="slidenum">
              <a:rPr lang="en-US" smtClean="0"/>
              <a:pPr/>
              <a:t>33</a:t>
            </a:fld>
            <a:endParaRPr lang="en-US" dirty="0"/>
          </a:p>
        </p:txBody>
      </p:sp>
    </p:spTree>
    <p:extLst>
      <p:ext uri="{BB962C8B-B14F-4D97-AF65-F5344CB8AC3E}">
        <p14:creationId xmlns:p14="http://schemas.microsoft.com/office/powerpoint/2010/main" val="2706016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dissolv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2</a:t>
            </a:r>
            <a:endParaRPr lang="en-US" dirty="0"/>
          </a:p>
        </p:txBody>
      </p:sp>
      <p:sp>
        <p:nvSpPr>
          <p:cNvPr id="4" name="Content Placeholder 3"/>
          <p:cNvSpPr>
            <a:spLocks noGrp="1"/>
          </p:cNvSpPr>
          <p:nvPr>
            <p:ph idx="4294967295"/>
          </p:nvPr>
        </p:nvSpPr>
        <p:spPr>
          <a:xfrm>
            <a:off x="356616" y="819150"/>
            <a:ext cx="8345487" cy="3486150"/>
          </a:xfrm>
        </p:spPr>
        <p:txBody>
          <a:bodyPr/>
          <a:lstStyle/>
          <a:p>
            <a:pPr marL="1785" indent="0">
              <a:spcBef>
                <a:spcPts val="100"/>
              </a:spcBef>
              <a:buNone/>
            </a:pPr>
            <a:r>
              <a:rPr lang="en-US" sz="1200" b="1" dirty="0" smtClean="0">
                <a:latin typeface="Courier" charset="0"/>
                <a:ea typeface="Courier" charset="0"/>
                <a:cs typeface="Courier" charset="0"/>
              </a:rPr>
              <a:t>m </a:t>
            </a:r>
            <a:r>
              <a:rPr lang="en-US" sz="1200" b="1" dirty="0">
                <a:latin typeface="Courier" charset="0"/>
                <a:ea typeface="Courier" charset="0"/>
                <a:cs typeface="Courier" charset="0"/>
              </a:rPr>
              <a:t>= </a:t>
            </a:r>
            <a:r>
              <a:rPr lang="en-US" sz="1200" b="1" dirty="0" err="1">
                <a:latin typeface="Courier" charset="0"/>
                <a:ea typeface="Courier" charset="0"/>
                <a:cs typeface="Courier" charset="0"/>
              </a:rPr>
              <a:t>manager.connect</a:t>
            </a:r>
            <a:r>
              <a:rPr lang="en-US" sz="1200" b="1" dirty="0">
                <a:latin typeface="Courier" charset="0"/>
                <a:ea typeface="Courier" charset="0"/>
                <a:cs typeface="Courier" charset="0"/>
              </a:rPr>
              <a:t>(host=HOST, port=PORT, username=USER,</a:t>
            </a:r>
          </a:p>
          <a:p>
            <a:pPr marL="1785" indent="0">
              <a:spcBef>
                <a:spcPts val="100"/>
              </a:spcBef>
              <a:buNone/>
            </a:pPr>
            <a:r>
              <a:rPr lang="en-US" sz="1200" b="1" dirty="0">
                <a:latin typeface="Courier" charset="0"/>
                <a:ea typeface="Courier" charset="0"/>
                <a:cs typeface="Courier" charset="0"/>
              </a:rPr>
              <a:t>                     password=PASS, </a:t>
            </a:r>
            <a:r>
              <a:rPr lang="en-US" sz="1200" b="1" dirty="0" err="1">
                <a:latin typeface="Courier" charset="0"/>
                <a:ea typeface="Courier" charset="0"/>
                <a:cs typeface="Courier" charset="0"/>
              </a:rPr>
              <a:t>hostkey_verify</a:t>
            </a:r>
            <a:r>
              <a:rPr lang="en-US" sz="1200" b="1" dirty="0">
                <a:latin typeface="Courier" charset="0"/>
                <a:ea typeface="Courier" charset="0"/>
                <a:cs typeface="Courier" charset="0"/>
              </a:rPr>
              <a:t>=False,</a:t>
            </a:r>
          </a:p>
          <a:p>
            <a:pPr marL="1785" indent="0">
              <a:spcBef>
                <a:spcPts val="100"/>
              </a:spcBef>
              <a:buNone/>
            </a:pPr>
            <a:r>
              <a:rPr lang="en-US" sz="1200" b="1" dirty="0">
                <a:latin typeface="Courier" charset="0"/>
                <a:ea typeface="Courier" charset="0"/>
                <a:cs typeface="Courier" charset="0"/>
              </a:rPr>
              <a:t>                     </a:t>
            </a:r>
            <a:r>
              <a:rPr lang="en-US" sz="1200" b="1" dirty="0" err="1">
                <a:latin typeface="Courier" charset="0"/>
                <a:ea typeface="Courier" charset="0"/>
                <a:cs typeface="Courier" charset="0"/>
              </a:rPr>
              <a:t>device_params</a:t>
            </a:r>
            <a:r>
              <a:rPr lang="en-US" sz="1200" b="1" dirty="0">
                <a:latin typeface="Courier" charset="0"/>
                <a:ea typeface="Courier" charset="0"/>
                <a:cs typeface="Courier" charset="0"/>
              </a:rPr>
              <a:t>={'name': 'default'},</a:t>
            </a:r>
          </a:p>
          <a:p>
            <a:pPr marL="1785" indent="0">
              <a:spcBef>
                <a:spcPts val="100"/>
              </a:spcBef>
              <a:buNone/>
            </a:pPr>
            <a:r>
              <a:rPr lang="en-US" sz="1200" b="1" dirty="0">
                <a:latin typeface="Courier" charset="0"/>
                <a:ea typeface="Courier" charset="0"/>
                <a:cs typeface="Courier" charset="0"/>
              </a:rPr>
              <a:t>                     </a:t>
            </a:r>
            <a:r>
              <a:rPr lang="en-US" sz="1200" b="1" dirty="0" err="1">
                <a:latin typeface="Courier" charset="0"/>
                <a:ea typeface="Courier" charset="0"/>
                <a:cs typeface="Courier" charset="0"/>
              </a:rPr>
              <a:t>allow_agent</a:t>
            </a:r>
            <a:r>
              <a:rPr lang="en-US" sz="1200" b="1" dirty="0">
                <a:latin typeface="Courier" charset="0"/>
                <a:ea typeface="Courier" charset="0"/>
                <a:cs typeface="Courier" charset="0"/>
              </a:rPr>
              <a:t>=False, </a:t>
            </a:r>
            <a:r>
              <a:rPr lang="en-US" sz="1200" b="1" dirty="0" err="1">
                <a:latin typeface="Courier" charset="0"/>
                <a:ea typeface="Courier" charset="0"/>
                <a:cs typeface="Courier" charset="0"/>
              </a:rPr>
              <a:t>look_for_keys</a:t>
            </a:r>
            <a:r>
              <a:rPr lang="en-US" sz="1200" b="1" dirty="0">
                <a:latin typeface="Courier" charset="0"/>
                <a:ea typeface="Courier" charset="0"/>
                <a:cs typeface="Courier" charset="0"/>
              </a:rPr>
              <a:t>=False)</a:t>
            </a:r>
          </a:p>
        </p:txBody>
      </p:sp>
      <p:grpSp>
        <p:nvGrpSpPr>
          <p:cNvPr id="10" name="Group 9"/>
          <p:cNvGrpSpPr/>
          <p:nvPr/>
        </p:nvGrpSpPr>
        <p:grpSpPr>
          <a:xfrm>
            <a:off x="356616" y="819150"/>
            <a:ext cx="7667680" cy="838199"/>
            <a:chOff x="433765" y="2779816"/>
            <a:chExt cx="7971285" cy="967153"/>
          </a:xfrm>
        </p:grpSpPr>
        <p:sp>
          <p:nvSpPr>
            <p:cNvPr id="7" name="Rectangle 6"/>
            <p:cNvSpPr/>
            <p:nvPr/>
          </p:nvSpPr>
          <p:spPr>
            <a:xfrm>
              <a:off x="433765" y="2779816"/>
              <a:ext cx="6157535" cy="96715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smtClean="0"/>
            </a:p>
          </p:txBody>
        </p:sp>
        <p:sp>
          <p:nvSpPr>
            <p:cNvPr id="8" name="TextBox 7"/>
            <p:cNvSpPr txBox="1"/>
            <p:nvPr/>
          </p:nvSpPr>
          <p:spPr>
            <a:xfrm>
              <a:off x="6591300" y="2970412"/>
              <a:ext cx="1813750" cy="585959"/>
            </a:xfrm>
            <a:prstGeom prst="rect">
              <a:avLst/>
            </a:prstGeom>
            <a:noFill/>
          </p:spPr>
          <p:txBody>
            <a:bodyPr wrap="square" rtlCol="0">
              <a:spAutoFit/>
            </a:bodyPr>
            <a:lstStyle/>
            <a:p>
              <a:r>
                <a:rPr lang="en-US" b="1" dirty="0" smtClean="0"/>
                <a:t>Connect and say hello</a:t>
              </a:r>
              <a:endParaRPr lang="en-US" b="1" dirty="0"/>
            </a:p>
          </p:txBody>
        </p:sp>
      </p:grpSp>
      <p:sp>
        <p:nvSpPr>
          <p:cNvPr id="5" name="Slide Number Placeholder 4"/>
          <p:cNvSpPr>
            <a:spLocks noGrp="1"/>
          </p:cNvSpPr>
          <p:nvPr>
            <p:ph type="sldNum" sz="quarter" idx="4"/>
          </p:nvPr>
        </p:nvSpPr>
        <p:spPr/>
        <p:txBody>
          <a:bodyPr/>
          <a:lstStyle/>
          <a:p>
            <a:fld id="{96A97DD0-5BE7-4856-A2A9-C42C6688E607}" type="slidenum">
              <a:rPr lang="en-US" smtClean="0"/>
              <a:pPr/>
              <a:t>34</a:t>
            </a:fld>
            <a:endParaRPr lang="en-US" dirty="0"/>
          </a:p>
        </p:txBody>
      </p:sp>
    </p:spTree>
    <p:extLst>
      <p:ext uri="{BB962C8B-B14F-4D97-AF65-F5344CB8AC3E}">
        <p14:creationId xmlns:p14="http://schemas.microsoft.com/office/powerpoint/2010/main" val="194299492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dissolve">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a:t>
            </a:r>
            <a:r>
              <a:rPr lang="en-US" dirty="0"/>
              <a:t>3</a:t>
            </a:r>
          </a:p>
        </p:txBody>
      </p:sp>
      <p:sp>
        <p:nvSpPr>
          <p:cNvPr id="4" name="Content Placeholder 3"/>
          <p:cNvSpPr>
            <a:spLocks noGrp="1"/>
          </p:cNvSpPr>
          <p:nvPr>
            <p:ph idx="4294967295"/>
          </p:nvPr>
        </p:nvSpPr>
        <p:spPr>
          <a:xfrm>
            <a:off x="356616" y="742950"/>
            <a:ext cx="8345487" cy="3486150"/>
          </a:xfrm>
        </p:spPr>
        <p:txBody>
          <a:bodyPr/>
          <a:lstStyle/>
          <a:p>
            <a:pPr marL="1785" indent="0">
              <a:spcBef>
                <a:spcPts val="100"/>
              </a:spcBef>
              <a:buNone/>
            </a:pPr>
            <a:r>
              <a:rPr lang="is-IS" sz="1100" b="1" dirty="0" smtClean="0">
                <a:latin typeface="Courier" charset="0"/>
                <a:ea typeface="Courier" charset="0"/>
                <a:cs typeface="Courier" charset="0"/>
              </a:rPr>
              <a:t>hostname_filter = '''</a:t>
            </a:r>
          </a:p>
          <a:p>
            <a:pPr marL="1785" indent="0">
              <a:spcBef>
                <a:spcPts val="100"/>
              </a:spcBef>
              <a:buNone/>
            </a:pPr>
            <a:r>
              <a:rPr lang="is-IS" sz="1100" b="1" dirty="0" smtClean="0">
                <a:latin typeface="Courier" charset="0"/>
                <a:ea typeface="Courier" charset="0"/>
                <a:cs typeface="Courier" charset="0"/>
              </a:rPr>
              <a:t>                  &lt;filter&gt;</a:t>
            </a:r>
          </a:p>
          <a:p>
            <a:pPr marL="1785" indent="0">
              <a:spcBef>
                <a:spcPts val="100"/>
              </a:spcBef>
              <a:buNone/>
            </a:pPr>
            <a:r>
              <a:rPr lang="is-IS" sz="1100" b="1" dirty="0" smtClean="0">
                <a:latin typeface="Courier" charset="0"/>
                <a:ea typeface="Courier" charset="0"/>
                <a:cs typeface="Courier" charset="0"/>
              </a:rPr>
              <a:t>                      &lt;native xmlns="http://cisco.com/ns/yang/Cisco-IOS-XE-native"&gt;</a:t>
            </a:r>
          </a:p>
          <a:p>
            <a:pPr marL="1785" indent="0">
              <a:spcBef>
                <a:spcPts val="100"/>
              </a:spcBef>
              <a:buNone/>
            </a:pPr>
            <a:r>
              <a:rPr lang="is-IS" sz="1100" b="1" dirty="0" smtClean="0">
                <a:latin typeface="Courier" charset="0"/>
                <a:ea typeface="Courier" charset="0"/>
                <a:cs typeface="Courier" charset="0"/>
              </a:rPr>
              <a:t>                          &lt;hostname&gt;&lt;/hostname&gt;</a:t>
            </a:r>
          </a:p>
          <a:p>
            <a:pPr marL="1785" indent="0">
              <a:spcBef>
                <a:spcPts val="100"/>
              </a:spcBef>
              <a:buNone/>
            </a:pPr>
            <a:r>
              <a:rPr lang="is-IS" sz="1100" b="1" dirty="0" smtClean="0">
                <a:latin typeface="Courier" charset="0"/>
                <a:ea typeface="Courier" charset="0"/>
                <a:cs typeface="Courier" charset="0"/>
              </a:rPr>
              <a:t>                          &lt;version&gt;&lt;/version&gt;</a:t>
            </a:r>
          </a:p>
          <a:p>
            <a:pPr marL="1785" indent="0">
              <a:spcBef>
                <a:spcPts val="100"/>
              </a:spcBef>
              <a:buNone/>
            </a:pPr>
            <a:r>
              <a:rPr lang="is-IS" sz="1100" b="1" dirty="0" smtClean="0">
                <a:latin typeface="Courier" charset="0"/>
                <a:ea typeface="Courier" charset="0"/>
                <a:cs typeface="Courier" charset="0"/>
              </a:rPr>
              <a:t>                      &lt;/native&gt;</a:t>
            </a:r>
          </a:p>
          <a:p>
            <a:pPr marL="1785" indent="0">
              <a:spcBef>
                <a:spcPts val="100"/>
              </a:spcBef>
              <a:buNone/>
            </a:pPr>
            <a:r>
              <a:rPr lang="is-IS" sz="1100" b="1" dirty="0" smtClean="0">
                <a:latin typeface="Courier" charset="0"/>
                <a:ea typeface="Courier" charset="0"/>
                <a:cs typeface="Courier" charset="0"/>
              </a:rPr>
              <a:t>                  &lt;/filter&gt;</a:t>
            </a:r>
          </a:p>
          <a:p>
            <a:pPr marL="1785" indent="0">
              <a:spcBef>
                <a:spcPts val="100"/>
              </a:spcBef>
              <a:buNone/>
            </a:pPr>
            <a:r>
              <a:rPr lang="is-IS" sz="1100" b="1" dirty="0" smtClean="0">
                <a:latin typeface="Courier" charset="0"/>
                <a:ea typeface="Courier" charset="0"/>
                <a:cs typeface="Courier" charset="0"/>
              </a:rPr>
              <a:t>                  ''’</a:t>
            </a:r>
          </a:p>
          <a:p>
            <a:pPr marL="1785" indent="0">
              <a:spcBef>
                <a:spcPts val="100"/>
              </a:spcBef>
              <a:buNone/>
            </a:pPr>
            <a:endParaRPr lang="is-IS" sz="1100" dirty="0">
              <a:latin typeface="Courier" charset="0"/>
              <a:ea typeface="Courier" charset="0"/>
              <a:cs typeface="Courier" charset="0"/>
            </a:endParaRPr>
          </a:p>
          <a:p>
            <a:pPr marL="1785" indent="0">
              <a:spcBef>
                <a:spcPts val="100"/>
              </a:spcBef>
              <a:buNone/>
            </a:pPr>
            <a:endParaRPr lang="en-US" sz="1100" dirty="0" smtClean="0"/>
          </a:p>
          <a:p>
            <a:pPr marL="1785" indent="0">
              <a:spcBef>
                <a:spcPts val="100"/>
              </a:spcBef>
              <a:buNone/>
            </a:pPr>
            <a:r>
              <a:rPr lang="en-US" sz="1100" dirty="0" err="1" smtClean="0"/>
              <a:t>netconf_reply</a:t>
            </a:r>
            <a:r>
              <a:rPr lang="en-US" sz="1100" dirty="0" smtClean="0"/>
              <a:t> </a:t>
            </a:r>
            <a:r>
              <a:rPr lang="en-US" sz="1100" dirty="0"/>
              <a:t>= </a:t>
            </a:r>
            <a:r>
              <a:rPr lang="en-US" sz="1100" dirty="0" err="1"/>
              <a:t>m.get_config</a:t>
            </a:r>
            <a:r>
              <a:rPr lang="en-US" sz="1100" dirty="0"/>
              <a:t>('running', </a:t>
            </a:r>
            <a:r>
              <a:rPr lang="en-US" sz="1100" dirty="0" err="1"/>
              <a:t>hostname_filter</a:t>
            </a:r>
            <a:r>
              <a:rPr lang="en-US" sz="1100" dirty="0"/>
              <a:t>)</a:t>
            </a:r>
          </a:p>
          <a:p>
            <a:pPr marL="1785" indent="0">
              <a:spcBef>
                <a:spcPts val="100"/>
              </a:spcBef>
              <a:buNone/>
            </a:pPr>
            <a:endParaRPr lang="is-IS" sz="1100" dirty="0" smtClean="0">
              <a:latin typeface="Courier" charset="0"/>
              <a:ea typeface="Courier" charset="0"/>
              <a:cs typeface="Courier" charset="0"/>
            </a:endParaRPr>
          </a:p>
          <a:p>
            <a:pPr marL="1785" indent="0">
              <a:spcBef>
                <a:spcPts val="100"/>
              </a:spcBef>
              <a:buNone/>
            </a:pPr>
            <a:endParaRPr lang="is-IS" sz="1100" dirty="0">
              <a:latin typeface="Courier" charset="0"/>
              <a:ea typeface="Courier" charset="0"/>
              <a:cs typeface="Courier" charset="0"/>
            </a:endParaRPr>
          </a:p>
        </p:txBody>
      </p:sp>
      <p:grpSp>
        <p:nvGrpSpPr>
          <p:cNvPr id="9" name="Group 8"/>
          <p:cNvGrpSpPr/>
          <p:nvPr/>
        </p:nvGrpSpPr>
        <p:grpSpPr>
          <a:xfrm>
            <a:off x="356617" y="751735"/>
            <a:ext cx="8617595" cy="1286613"/>
            <a:chOff x="811970" y="1891189"/>
            <a:chExt cx="6849827" cy="709362"/>
          </a:xfrm>
        </p:grpSpPr>
        <p:sp>
          <p:nvSpPr>
            <p:cNvPr id="5" name="Rectangle 4"/>
            <p:cNvSpPr/>
            <p:nvPr/>
          </p:nvSpPr>
          <p:spPr>
            <a:xfrm>
              <a:off x="811970" y="1891189"/>
              <a:ext cx="5652275" cy="70936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6524812" y="2048605"/>
              <a:ext cx="1136985" cy="509069"/>
            </a:xfrm>
            <a:prstGeom prst="rect">
              <a:avLst/>
            </a:prstGeom>
            <a:noFill/>
          </p:spPr>
          <p:txBody>
            <a:bodyPr wrap="square" rtlCol="0">
              <a:spAutoFit/>
            </a:bodyPr>
            <a:lstStyle/>
            <a:p>
              <a:r>
                <a:rPr lang="en-US" b="1" dirty="0" smtClean="0"/>
                <a:t>Filter the data in the response from get-</a:t>
              </a:r>
              <a:r>
                <a:rPr lang="en-US" b="1" dirty="0" err="1" smtClean="0"/>
                <a:t>config</a:t>
              </a:r>
              <a:endParaRPr lang="en-US" b="1" dirty="0"/>
            </a:p>
          </p:txBody>
        </p:sp>
      </p:grpSp>
      <p:grpSp>
        <p:nvGrpSpPr>
          <p:cNvPr id="7" name="Group 6"/>
          <p:cNvGrpSpPr/>
          <p:nvPr/>
        </p:nvGrpSpPr>
        <p:grpSpPr>
          <a:xfrm>
            <a:off x="356617" y="2374820"/>
            <a:ext cx="8253982" cy="300081"/>
            <a:chOff x="811971" y="1876327"/>
            <a:chExt cx="5409996" cy="165447"/>
          </a:xfrm>
        </p:grpSpPr>
        <p:sp>
          <p:nvSpPr>
            <p:cNvPr id="8" name="Rectangle 7"/>
            <p:cNvSpPr/>
            <p:nvPr/>
          </p:nvSpPr>
          <p:spPr>
            <a:xfrm>
              <a:off x="811971" y="1891189"/>
              <a:ext cx="2413322" cy="13572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0" name="TextBox 9"/>
            <p:cNvSpPr txBox="1"/>
            <p:nvPr/>
          </p:nvSpPr>
          <p:spPr>
            <a:xfrm>
              <a:off x="3375126" y="1876327"/>
              <a:ext cx="2846841" cy="165447"/>
            </a:xfrm>
            <a:prstGeom prst="rect">
              <a:avLst/>
            </a:prstGeom>
            <a:noFill/>
          </p:spPr>
          <p:txBody>
            <a:bodyPr wrap="square" rtlCol="0">
              <a:spAutoFit/>
            </a:bodyPr>
            <a:lstStyle/>
            <a:p>
              <a:r>
                <a:rPr lang="en-US" b="1" dirty="0" smtClean="0"/>
                <a:t>Issue a ‘get-</a:t>
              </a:r>
              <a:r>
                <a:rPr lang="en-US" b="1" dirty="0" err="1" smtClean="0"/>
                <a:t>config</a:t>
              </a:r>
              <a:r>
                <a:rPr lang="en-US" b="1" dirty="0" smtClean="0"/>
                <a:t>’ in open NETCONF session</a:t>
              </a:r>
              <a:endParaRPr lang="en-US" b="1" dirty="0"/>
            </a:p>
          </p:txBody>
        </p:sp>
      </p:grpSp>
      <p:sp>
        <p:nvSpPr>
          <p:cNvPr id="11" name="Slide Number Placeholder 10"/>
          <p:cNvSpPr>
            <a:spLocks noGrp="1"/>
          </p:cNvSpPr>
          <p:nvPr>
            <p:ph type="sldNum" sz="quarter" idx="4"/>
          </p:nvPr>
        </p:nvSpPr>
        <p:spPr/>
        <p:txBody>
          <a:bodyPr/>
          <a:lstStyle/>
          <a:p>
            <a:fld id="{96A97DD0-5BE7-4856-A2A9-C42C6688E607}" type="slidenum">
              <a:rPr lang="en-US" smtClean="0"/>
              <a:pPr/>
              <a:t>35</a:t>
            </a:fld>
            <a:endParaRPr lang="en-US" dirty="0"/>
          </a:p>
        </p:txBody>
      </p:sp>
    </p:spTree>
    <p:extLst>
      <p:ext uri="{BB962C8B-B14F-4D97-AF65-F5344CB8AC3E}">
        <p14:creationId xmlns:p14="http://schemas.microsoft.com/office/powerpoint/2010/main" val="60548575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3b (Read in Filter from File)</a:t>
            </a:r>
            <a:endParaRPr lang="en-US" dirty="0"/>
          </a:p>
        </p:txBody>
      </p:sp>
      <p:sp>
        <p:nvSpPr>
          <p:cNvPr id="4" name="Content Placeholder 3"/>
          <p:cNvSpPr>
            <a:spLocks noGrp="1"/>
          </p:cNvSpPr>
          <p:nvPr>
            <p:ph idx="4294967295"/>
          </p:nvPr>
        </p:nvSpPr>
        <p:spPr>
          <a:xfrm>
            <a:off x="356616" y="767911"/>
            <a:ext cx="8345487" cy="3486150"/>
          </a:xfrm>
        </p:spPr>
        <p:txBody>
          <a:bodyPr/>
          <a:lstStyle/>
          <a:p>
            <a:pPr marL="1785" indent="0">
              <a:buNone/>
            </a:pPr>
            <a:r>
              <a:rPr lang="en-US" sz="1100" b="1" dirty="0" err="1"/>
              <a:t>hostname_filter</a:t>
            </a:r>
            <a:r>
              <a:rPr lang="en-US" sz="1100" b="1" dirty="0"/>
              <a:t> = open("</a:t>
            </a:r>
            <a:r>
              <a:rPr lang="en-US" sz="1100" b="1" dirty="0" err="1"/>
              <a:t>hostname_filter.xml</a:t>
            </a:r>
            <a:r>
              <a:rPr lang="en-US" sz="1100" b="1" dirty="0"/>
              <a:t>").read()</a:t>
            </a:r>
          </a:p>
          <a:p>
            <a:pPr marL="1785" indent="0">
              <a:spcBef>
                <a:spcPts val="100"/>
              </a:spcBef>
              <a:buNone/>
            </a:pPr>
            <a:endParaRPr lang="is-IS" sz="1100" dirty="0">
              <a:latin typeface="Courier" charset="0"/>
              <a:ea typeface="Courier" charset="0"/>
              <a:cs typeface="Courier" charset="0"/>
            </a:endParaRPr>
          </a:p>
          <a:p>
            <a:pPr marL="1785" indent="0">
              <a:spcBef>
                <a:spcPts val="100"/>
              </a:spcBef>
              <a:buNone/>
            </a:pPr>
            <a:endParaRPr lang="en-US" sz="1100" dirty="0" smtClean="0"/>
          </a:p>
          <a:p>
            <a:pPr marL="1785" indent="0">
              <a:spcBef>
                <a:spcPts val="100"/>
              </a:spcBef>
              <a:buNone/>
            </a:pPr>
            <a:endParaRPr lang="en-US" sz="1100" dirty="0" smtClean="0"/>
          </a:p>
          <a:p>
            <a:pPr marL="1785" indent="0">
              <a:spcBef>
                <a:spcPts val="100"/>
              </a:spcBef>
              <a:buNone/>
            </a:pPr>
            <a:endParaRPr lang="en-US" sz="1100" dirty="0"/>
          </a:p>
          <a:p>
            <a:pPr marL="1785" indent="0">
              <a:spcBef>
                <a:spcPts val="100"/>
              </a:spcBef>
              <a:buNone/>
            </a:pPr>
            <a:endParaRPr lang="en-US" sz="1100" dirty="0" smtClean="0"/>
          </a:p>
          <a:p>
            <a:pPr marL="1785" indent="0">
              <a:spcBef>
                <a:spcPts val="100"/>
              </a:spcBef>
              <a:buNone/>
            </a:pPr>
            <a:endParaRPr lang="en-US" sz="1100" dirty="0"/>
          </a:p>
          <a:p>
            <a:pPr marL="1785" indent="0">
              <a:spcBef>
                <a:spcPts val="100"/>
              </a:spcBef>
              <a:buNone/>
            </a:pPr>
            <a:endParaRPr lang="en-US" sz="1100" dirty="0" smtClean="0"/>
          </a:p>
          <a:p>
            <a:pPr marL="1785" indent="0">
              <a:spcBef>
                <a:spcPts val="100"/>
              </a:spcBef>
              <a:buNone/>
            </a:pPr>
            <a:endParaRPr lang="en-US" sz="1100" dirty="0"/>
          </a:p>
          <a:p>
            <a:pPr marL="1785" indent="0">
              <a:spcBef>
                <a:spcPts val="100"/>
              </a:spcBef>
              <a:buNone/>
            </a:pPr>
            <a:endParaRPr lang="en-US" sz="1100" dirty="0" smtClean="0"/>
          </a:p>
          <a:p>
            <a:pPr marL="1785" indent="0">
              <a:spcBef>
                <a:spcPts val="100"/>
              </a:spcBef>
              <a:buNone/>
            </a:pPr>
            <a:r>
              <a:rPr lang="en-US" sz="1100" dirty="0" err="1" smtClean="0"/>
              <a:t>netconf_reply</a:t>
            </a:r>
            <a:r>
              <a:rPr lang="en-US" sz="1100" dirty="0" smtClean="0"/>
              <a:t> </a:t>
            </a:r>
            <a:r>
              <a:rPr lang="en-US" sz="1100" dirty="0"/>
              <a:t>= </a:t>
            </a:r>
            <a:r>
              <a:rPr lang="en-US" sz="1100" dirty="0" err="1"/>
              <a:t>m.get_config</a:t>
            </a:r>
            <a:r>
              <a:rPr lang="en-US" sz="1100" dirty="0"/>
              <a:t>('running', </a:t>
            </a:r>
            <a:r>
              <a:rPr lang="en-US" sz="1100" dirty="0" err="1"/>
              <a:t>hostname_filter</a:t>
            </a:r>
            <a:r>
              <a:rPr lang="en-US" sz="1100" dirty="0"/>
              <a:t>)</a:t>
            </a:r>
          </a:p>
          <a:p>
            <a:pPr marL="1785" indent="0">
              <a:spcBef>
                <a:spcPts val="100"/>
              </a:spcBef>
              <a:buNone/>
            </a:pPr>
            <a:endParaRPr lang="is-IS" sz="1100" dirty="0">
              <a:latin typeface="Courier" charset="0"/>
              <a:ea typeface="Courier" charset="0"/>
              <a:cs typeface="Courier" charset="0"/>
            </a:endParaRPr>
          </a:p>
        </p:txBody>
      </p:sp>
      <p:grpSp>
        <p:nvGrpSpPr>
          <p:cNvPr id="9" name="Group 8"/>
          <p:cNvGrpSpPr/>
          <p:nvPr/>
        </p:nvGrpSpPr>
        <p:grpSpPr>
          <a:xfrm>
            <a:off x="356615" y="693269"/>
            <a:ext cx="8177786" cy="507831"/>
            <a:chOff x="811969" y="1858955"/>
            <a:chExt cx="4784819" cy="279988"/>
          </a:xfrm>
        </p:grpSpPr>
        <p:sp>
          <p:nvSpPr>
            <p:cNvPr id="5" name="Rectangle 4"/>
            <p:cNvSpPr/>
            <p:nvPr/>
          </p:nvSpPr>
          <p:spPr>
            <a:xfrm>
              <a:off x="811969" y="1893227"/>
              <a:ext cx="2020574" cy="11915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2966297" y="1858955"/>
              <a:ext cx="2630491" cy="279988"/>
            </a:xfrm>
            <a:prstGeom prst="rect">
              <a:avLst/>
            </a:prstGeom>
            <a:noFill/>
          </p:spPr>
          <p:txBody>
            <a:bodyPr wrap="square" rtlCol="0">
              <a:spAutoFit/>
            </a:bodyPr>
            <a:lstStyle/>
            <a:p>
              <a:r>
                <a:rPr lang="en-US" b="1" dirty="0" smtClean="0"/>
                <a:t>Opens file named ‘</a:t>
              </a:r>
              <a:r>
                <a:rPr lang="en-US" b="1" dirty="0" err="1" smtClean="0"/>
                <a:t>hostname_filter.xml</a:t>
              </a:r>
              <a:r>
                <a:rPr lang="en-US" b="1" dirty="0" smtClean="0"/>
                <a:t> and reads it into the script</a:t>
              </a:r>
              <a:endParaRPr lang="en-US" b="1" dirty="0"/>
            </a:p>
          </p:txBody>
        </p:sp>
      </p:grpSp>
      <p:grpSp>
        <p:nvGrpSpPr>
          <p:cNvPr id="7" name="Group 6"/>
          <p:cNvGrpSpPr/>
          <p:nvPr/>
        </p:nvGrpSpPr>
        <p:grpSpPr>
          <a:xfrm>
            <a:off x="356617" y="2374820"/>
            <a:ext cx="8253982" cy="300081"/>
            <a:chOff x="811971" y="1876327"/>
            <a:chExt cx="5409996" cy="165447"/>
          </a:xfrm>
        </p:grpSpPr>
        <p:sp>
          <p:nvSpPr>
            <p:cNvPr id="8" name="Rectangle 7"/>
            <p:cNvSpPr/>
            <p:nvPr/>
          </p:nvSpPr>
          <p:spPr>
            <a:xfrm>
              <a:off x="811971" y="1891189"/>
              <a:ext cx="2413322" cy="13572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0" name="TextBox 9"/>
            <p:cNvSpPr txBox="1"/>
            <p:nvPr/>
          </p:nvSpPr>
          <p:spPr>
            <a:xfrm>
              <a:off x="3375126" y="1876327"/>
              <a:ext cx="2846841" cy="165447"/>
            </a:xfrm>
            <a:prstGeom prst="rect">
              <a:avLst/>
            </a:prstGeom>
            <a:noFill/>
          </p:spPr>
          <p:txBody>
            <a:bodyPr wrap="square" rtlCol="0">
              <a:spAutoFit/>
            </a:bodyPr>
            <a:lstStyle/>
            <a:p>
              <a:r>
                <a:rPr lang="en-US" b="1" dirty="0" smtClean="0"/>
                <a:t>Issue a ‘get-</a:t>
              </a:r>
              <a:r>
                <a:rPr lang="en-US" b="1" dirty="0" err="1" smtClean="0"/>
                <a:t>config</a:t>
              </a:r>
              <a:r>
                <a:rPr lang="en-US" b="1" dirty="0" smtClean="0"/>
                <a:t>’ in open NETCONF session</a:t>
              </a:r>
              <a:endParaRPr lang="en-US" b="1" dirty="0"/>
            </a:p>
          </p:txBody>
        </p:sp>
      </p:grpSp>
      <p:sp>
        <p:nvSpPr>
          <p:cNvPr id="12" name="TextBox 11"/>
          <p:cNvSpPr txBox="1"/>
          <p:nvPr/>
        </p:nvSpPr>
        <p:spPr>
          <a:xfrm>
            <a:off x="340849" y="3268780"/>
            <a:ext cx="6042039" cy="1489895"/>
          </a:xfrm>
          <a:prstGeom prst="rect">
            <a:avLst/>
          </a:prstGeom>
          <a:noFill/>
        </p:spPr>
        <p:txBody>
          <a:bodyPr wrap="none" rtlCol="0">
            <a:spAutoFit/>
          </a:bodyPr>
          <a:lstStyle/>
          <a:p>
            <a:r>
              <a:rPr lang="en-US" sz="1200" b="1" dirty="0" smtClean="0">
                <a:latin typeface="Courier" charset="0"/>
                <a:ea typeface="Courier" charset="0"/>
                <a:cs typeface="Courier" charset="0"/>
              </a:rPr>
              <a:t>&lt;</a:t>
            </a:r>
            <a:r>
              <a:rPr lang="en-US" sz="1200" b="1" dirty="0">
                <a:latin typeface="Courier" charset="0"/>
                <a:ea typeface="Courier" charset="0"/>
                <a:cs typeface="Courier" charset="0"/>
              </a:rPr>
              <a:t>filter&gt;</a:t>
            </a:r>
          </a:p>
          <a:p>
            <a:r>
              <a:rPr lang="en-US" sz="1200" b="1" dirty="0" smtClean="0">
                <a:latin typeface="Courier" charset="0"/>
                <a:ea typeface="Courier" charset="0"/>
                <a:cs typeface="Courier" charset="0"/>
              </a:rPr>
              <a:t>  &lt;native </a:t>
            </a:r>
            <a:r>
              <a:rPr lang="en-US" sz="1200" b="1" dirty="0" err="1" smtClean="0">
                <a:latin typeface="Courier" charset="0"/>
                <a:ea typeface="Courier" charset="0"/>
                <a:cs typeface="Courier" charset="0"/>
              </a:rPr>
              <a:t>xmlns</a:t>
            </a:r>
            <a:r>
              <a:rPr lang="en-US" sz="1200" b="1" dirty="0" smtClean="0">
                <a:latin typeface="Courier" charset="0"/>
                <a:ea typeface="Courier" charset="0"/>
                <a:cs typeface="Courier" charset="0"/>
              </a:rPr>
              <a:t>="http://</a:t>
            </a:r>
            <a:r>
              <a:rPr lang="en-US" sz="1200" b="1" dirty="0" err="1" smtClean="0">
                <a:latin typeface="Courier" charset="0"/>
                <a:ea typeface="Courier" charset="0"/>
                <a:cs typeface="Courier" charset="0"/>
              </a:rPr>
              <a:t>cisco.com</a:t>
            </a:r>
            <a:r>
              <a:rPr lang="en-US" sz="1200" b="1" dirty="0" smtClean="0">
                <a:latin typeface="Courier" charset="0"/>
                <a:ea typeface="Courier" charset="0"/>
                <a:cs typeface="Courier" charset="0"/>
              </a:rPr>
              <a:t>/ns/yang/Cisco-IOS-XE-native"&gt;</a:t>
            </a:r>
          </a:p>
          <a:p>
            <a:pPr marL="1785" indent="0">
              <a:spcBef>
                <a:spcPts val="100"/>
              </a:spcBef>
              <a:buNone/>
            </a:pPr>
            <a:r>
              <a:rPr lang="en-US" sz="1200" b="1" dirty="0" smtClean="0">
                <a:latin typeface="Courier" charset="0"/>
                <a:ea typeface="Courier" charset="0"/>
                <a:cs typeface="Courier" charset="0"/>
              </a:rPr>
              <a:t>      </a:t>
            </a:r>
            <a:r>
              <a:rPr lang="is-IS" sz="1200" b="1" dirty="0">
                <a:latin typeface="Courier" charset="0"/>
                <a:ea typeface="Courier" charset="0"/>
                <a:cs typeface="Courier" charset="0"/>
              </a:rPr>
              <a:t>&lt;hostname&gt;&lt;/hostname&gt;</a:t>
            </a:r>
          </a:p>
          <a:p>
            <a:pPr marL="1785" indent="0">
              <a:spcBef>
                <a:spcPts val="100"/>
              </a:spcBef>
              <a:buNone/>
            </a:pPr>
            <a:r>
              <a:rPr lang="is-IS" sz="1200" b="1" dirty="0">
                <a:latin typeface="Courier" charset="0"/>
                <a:ea typeface="Courier" charset="0"/>
                <a:cs typeface="Courier" charset="0"/>
              </a:rPr>
              <a:t>      </a:t>
            </a:r>
            <a:r>
              <a:rPr lang="is-IS" sz="1200" b="1" dirty="0" smtClean="0">
                <a:latin typeface="Courier" charset="0"/>
                <a:ea typeface="Courier" charset="0"/>
                <a:cs typeface="Courier" charset="0"/>
              </a:rPr>
              <a:t>&lt;</a:t>
            </a:r>
            <a:r>
              <a:rPr lang="is-IS" sz="1200" b="1" dirty="0">
                <a:latin typeface="Courier" charset="0"/>
                <a:ea typeface="Courier" charset="0"/>
                <a:cs typeface="Courier" charset="0"/>
              </a:rPr>
              <a:t>version&gt;&lt;/version&gt;</a:t>
            </a:r>
          </a:p>
          <a:p>
            <a:r>
              <a:rPr lang="en-US" sz="1200" b="1" dirty="0">
                <a:latin typeface="Courier" charset="0"/>
                <a:ea typeface="Courier" charset="0"/>
                <a:cs typeface="Courier" charset="0"/>
              </a:rPr>
              <a:t>  &lt;/native&gt;</a:t>
            </a:r>
          </a:p>
          <a:p>
            <a:r>
              <a:rPr lang="en-US" sz="1200" b="1" dirty="0">
                <a:latin typeface="Courier" charset="0"/>
                <a:ea typeface="Courier" charset="0"/>
                <a:cs typeface="Courier" charset="0"/>
              </a:rPr>
              <a:t>&lt;/filter&gt;</a:t>
            </a:r>
          </a:p>
          <a:p>
            <a:pPr>
              <a:lnSpc>
                <a:spcPct val="90000"/>
              </a:lnSpc>
              <a:spcBef>
                <a:spcPts val="600"/>
              </a:spcBef>
            </a:pPr>
            <a:endParaRPr lang="en-US" dirty="0" err="1" smtClean="0"/>
          </a:p>
        </p:txBody>
      </p:sp>
      <p:sp>
        <p:nvSpPr>
          <p:cNvPr id="2" name="TextBox 1"/>
          <p:cNvSpPr txBox="1"/>
          <p:nvPr/>
        </p:nvSpPr>
        <p:spPr>
          <a:xfrm>
            <a:off x="340848" y="3040970"/>
            <a:ext cx="2820067" cy="279307"/>
          </a:xfrm>
          <a:prstGeom prst="rect">
            <a:avLst/>
          </a:prstGeom>
          <a:noFill/>
        </p:spPr>
        <p:txBody>
          <a:bodyPr wrap="none" rtlCol="0">
            <a:spAutoFit/>
          </a:bodyPr>
          <a:lstStyle/>
          <a:p>
            <a:pPr>
              <a:lnSpc>
                <a:spcPct val="90000"/>
              </a:lnSpc>
              <a:spcBef>
                <a:spcPts val="600"/>
              </a:spcBef>
            </a:pPr>
            <a:r>
              <a:rPr lang="en-US" b="1" dirty="0" smtClean="0"/>
              <a:t>Contents of </a:t>
            </a:r>
            <a:r>
              <a:rPr lang="en-US" b="1" dirty="0" err="1" smtClean="0"/>
              <a:t>hostname_filter.xml</a:t>
            </a:r>
            <a:endParaRPr lang="en-US" dirty="0" smtClean="0"/>
          </a:p>
        </p:txBody>
      </p:sp>
      <p:sp>
        <p:nvSpPr>
          <p:cNvPr id="13" name="Slide Number Placeholder 12"/>
          <p:cNvSpPr>
            <a:spLocks noGrp="1"/>
          </p:cNvSpPr>
          <p:nvPr>
            <p:ph type="sldNum" sz="quarter" idx="4"/>
          </p:nvPr>
        </p:nvSpPr>
        <p:spPr/>
        <p:txBody>
          <a:bodyPr/>
          <a:lstStyle/>
          <a:p>
            <a:fld id="{96A97DD0-5BE7-4856-A2A9-C42C6688E607}" type="slidenum">
              <a:rPr lang="en-US" smtClean="0"/>
              <a:pPr/>
              <a:t>36</a:t>
            </a:fld>
            <a:endParaRPr lang="en-US" dirty="0"/>
          </a:p>
        </p:txBody>
      </p:sp>
      <p:sp>
        <p:nvSpPr>
          <p:cNvPr id="14" name="TextBox 13"/>
          <p:cNvSpPr txBox="1"/>
          <p:nvPr/>
        </p:nvSpPr>
        <p:spPr>
          <a:xfrm>
            <a:off x="4335040" y="4460863"/>
            <a:ext cx="4563687" cy="341632"/>
          </a:xfrm>
          <a:prstGeom prst="rect">
            <a:avLst/>
          </a:prstGeom>
          <a:noFill/>
        </p:spPr>
        <p:txBody>
          <a:bodyPr wrap="square" rtlCol="0">
            <a:spAutoFit/>
          </a:bodyPr>
          <a:lstStyle/>
          <a:p>
            <a:pPr>
              <a:lnSpc>
                <a:spcPct val="90000"/>
              </a:lnSpc>
              <a:spcBef>
                <a:spcPts val="600"/>
              </a:spcBef>
            </a:pPr>
            <a:r>
              <a:rPr lang="en-US" sz="1800" b="1" smtClean="0">
                <a:solidFill>
                  <a:schemeClr val="accent4"/>
                </a:solidFill>
              </a:rPr>
              <a:t>ALTERNATIVE TO PREVIOUS SLIDE</a:t>
            </a:r>
            <a:endParaRPr lang="en-US" sz="1800" b="1" dirty="0" err="1" smtClean="0">
              <a:solidFill>
                <a:schemeClr val="accent4"/>
              </a:solidFill>
            </a:endParaRPr>
          </a:p>
        </p:txBody>
      </p:sp>
    </p:spTree>
    <p:extLst>
      <p:ext uri="{BB962C8B-B14F-4D97-AF65-F5344CB8AC3E}">
        <p14:creationId xmlns:p14="http://schemas.microsoft.com/office/powerpoint/2010/main" val="5572335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dissolve">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dissolve">
                                      <p:cBhvr>
                                        <p:cTn id="17" dur="500"/>
                                        <p:tgtEl>
                                          <p:spTgt spid="2"/>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dissolve">
                                      <p:cBhvr>
                                        <p:cTn id="20"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4</a:t>
            </a:r>
            <a:endParaRPr lang="en-US" dirty="0"/>
          </a:p>
        </p:txBody>
      </p:sp>
      <p:sp>
        <p:nvSpPr>
          <p:cNvPr id="4" name="Content Placeholder 3"/>
          <p:cNvSpPr>
            <a:spLocks noGrp="1"/>
          </p:cNvSpPr>
          <p:nvPr>
            <p:ph idx="4294967295"/>
          </p:nvPr>
        </p:nvSpPr>
        <p:spPr>
          <a:xfrm>
            <a:off x="356616" y="742950"/>
            <a:ext cx="8345487" cy="3486150"/>
          </a:xfrm>
        </p:spPr>
        <p:txBody>
          <a:bodyPr/>
          <a:lstStyle/>
          <a:p>
            <a:pPr marL="1785" indent="0">
              <a:spcBef>
                <a:spcPts val="100"/>
              </a:spcBef>
              <a:buNone/>
            </a:pPr>
            <a:r>
              <a:rPr lang="en-US" sz="1100" b="1" dirty="0"/>
              <a:t>print(</a:t>
            </a:r>
            <a:r>
              <a:rPr lang="en-US" sz="1100" b="1" dirty="0" err="1"/>
              <a:t>xml.dom.minidom.parseString</a:t>
            </a:r>
            <a:r>
              <a:rPr lang="en-US" sz="1100" b="1" dirty="0"/>
              <a:t>(</a:t>
            </a:r>
            <a:r>
              <a:rPr lang="en-US" sz="1100" b="1" dirty="0" err="1"/>
              <a:t>netconf_reply.xml</a:t>
            </a:r>
            <a:r>
              <a:rPr lang="en-US" sz="1100" b="1" dirty="0"/>
              <a:t>).</a:t>
            </a:r>
            <a:r>
              <a:rPr lang="en-US" sz="1100" b="1" dirty="0" err="1"/>
              <a:t>toprettyxml</a:t>
            </a:r>
            <a:r>
              <a:rPr lang="en-US" sz="1100" b="1" dirty="0"/>
              <a:t>())</a:t>
            </a:r>
          </a:p>
          <a:p>
            <a:pPr marL="1785" indent="0">
              <a:spcBef>
                <a:spcPts val="100"/>
              </a:spcBef>
              <a:buNone/>
            </a:pPr>
            <a:r>
              <a:rPr lang="en-US" sz="1100" b="1" dirty="0"/>
              <a:t/>
            </a:r>
            <a:br>
              <a:rPr lang="en-US" sz="1100" b="1" dirty="0"/>
            </a:br>
            <a:endParaRPr lang="en-US" sz="1100" b="1" dirty="0"/>
          </a:p>
          <a:p>
            <a:pPr marL="1785" indent="0">
              <a:spcBef>
                <a:spcPts val="100"/>
              </a:spcBef>
              <a:buNone/>
            </a:pPr>
            <a:r>
              <a:rPr lang="en-US" sz="1100" b="1" dirty="0" err="1" smtClean="0"/>
              <a:t>netconf_payload</a:t>
            </a:r>
            <a:r>
              <a:rPr lang="en-US" sz="1100" b="1" dirty="0" smtClean="0"/>
              <a:t> </a:t>
            </a:r>
            <a:r>
              <a:rPr lang="en-US" sz="1100" b="1" dirty="0"/>
              <a:t>= </a:t>
            </a:r>
            <a:r>
              <a:rPr lang="en-US" sz="1100" b="1" dirty="0" err="1"/>
              <a:t>xmltodict.parse</a:t>
            </a:r>
            <a:r>
              <a:rPr lang="en-US" sz="1100" b="1" dirty="0"/>
              <a:t>(</a:t>
            </a:r>
            <a:r>
              <a:rPr lang="en-US" sz="1100" b="1" dirty="0" err="1"/>
              <a:t>netconf_reply.xml</a:t>
            </a:r>
            <a:r>
              <a:rPr lang="en-US" sz="1100" b="1" dirty="0"/>
              <a:t>)</a:t>
            </a:r>
          </a:p>
          <a:p>
            <a:pPr marL="1785" indent="0">
              <a:spcBef>
                <a:spcPts val="100"/>
              </a:spcBef>
              <a:buNone/>
            </a:pPr>
            <a:r>
              <a:rPr lang="en-US" sz="1100" b="1" dirty="0"/>
              <a:t/>
            </a:r>
            <a:br>
              <a:rPr lang="en-US" sz="1100" b="1" dirty="0"/>
            </a:br>
            <a:endParaRPr lang="en-US" sz="1100" b="1" dirty="0"/>
          </a:p>
          <a:p>
            <a:pPr marL="1785" indent="0">
              <a:spcBef>
                <a:spcPts val="100"/>
              </a:spcBef>
              <a:buNone/>
            </a:pPr>
            <a:r>
              <a:rPr lang="en-US" sz="1100" b="1" dirty="0" smtClean="0"/>
              <a:t>hostname </a:t>
            </a:r>
            <a:r>
              <a:rPr lang="en-US" sz="1100" b="1" dirty="0"/>
              <a:t>= </a:t>
            </a:r>
            <a:r>
              <a:rPr lang="en-US" sz="1100" b="1" dirty="0" err="1"/>
              <a:t>netconf_payload</a:t>
            </a:r>
            <a:r>
              <a:rPr lang="en-US" sz="1100" b="1" dirty="0"/>
              <a:t>["</a:t>
            </a:r>
            <a:r>
              <a:rPr lang="en-US" sz="1100" b="1" dirty="0" err="1"/>
              <a:t>rpc</a:t>
            </a:r>
            <a:r>
              <a:rPr lang="en-US" sz="1100" b="1" dirty="0"/>
              <a:t>-reply"]["data"]["native"]["hostname"]</a:t>
            </a:r>
          </a:p>
          <a:p>
            <a:pPr marL="1785" indent="0">
              <a:spcBef>
                <a:spcPts val="100"/>
              </a:spcBef>
              <a:buNone/>
            </a:pPr>
            <a:r>
              <a:rPr lang="en-US" sz="1100" b="1" dirty="0"/>
              <a:t>version = </a:t>
            </a:r>
            <a:r>
              <a:rPr lang="en-US" sz="1100" b="1" dirty="0" err="1"/>
              <a:t>netconf_payload</a:t>
            </a:r>
            <a:r>
              <a:rPr lang="en-US" sz="1100" b="1" dirty="0"/>
              <a:t>["</a:t>
            </a:r>
            <a:r>
              <a:rPr lang="en-US" sz="1100" b="1" dirty="0" err="1"/>
              <a:t>rpc</a:t>
            </a:r>
            <a:r>
              <a:rPr lang="en-US" sz="1100" b="1" dirty="0"/>
              <a:t>-reply"]["data"]["native"]["version"]</a:t>
            </a:r>
          </a:p>
          <a:p>
            <a:pPr marL="1785" indent="0">
              <a:spcBef>
                <a:spcPts val="100"/>
              </a:spcBef>
              <a:buNone/>
            </a:pPr>
            <a:r>
              <a:rPr lang="en-US" sz="1100" b="1" dirty="0"/>
              <a:t/>
            </a:r>
            <a:br>
              <a:rPr lang="en-US" sz="1100" b="1" dirty="0"/>
            </a:br>
            <a:r>
              <a:rPr lang="en-US" sz="1100" b="1" dirty="0" err="1" smtClean="0"/>
              <a:t>pprint</a:t>
            </a:r>
            <a:r>
              <a:rPr lang="en-US" sz="1100" b="1" dirty="0"/>
              <a:t>("Router Hostname is: " + hostname)</a:t>
            </a:r>
          </a:p>
          <a:p>
            <a:pPr marL="1785" indent="0">
              <a:spcBef>
                <a:spcPts val="100"/>
              </a:spcBef>
              <a:buNone/>
            </a:pPr>
            <a:r>
              <a:rPr lang="en-US" sz="1100" b="1" dirty="0" err="1"/>
              <a:t>pprint</a:t>
            </a:r>
            <a:r>
              <a:rPr lang="en-US" sz="1100" b="1" dirty="0"/>
              <a:t>("Router Version is: " + version)</a:t>
            </a:r>
          </a:p>
        </p:txBody>
      </p:sp>
      <p:grpSp>
        <p:nvGrpSpPr>
          <p:cNvPr id="9" name="Group 8"/>
          <p:cNvGrpSpPr/>
          <p:nvPr/>
        </p:nvGrpSpPr>
        <p:grpSpPr>
          <a:xfrm>
            <a:off x="356617" y="707212"/>
            <a:ext cx="8701387" cy="302646"/>
            <a:chOff x="811971" y="1881744"/>
            <a:chExt cx="4858603" cy="166861"/>
          </a:xfrm>
        </p:grpSpPr>
        <p:sp>
          <p:nvSpPr>
            <p:cNvPr id="5" name="Rectangle 4"/>
            <p:cNvSpPr/>
            <p:nvPr/>
          </p:nvSpPr>
          <p:spPr>
            <a:xfrm>
              <a:off x="811971" y="1891189"/>
              <a:ext cx="2644935" cy="15741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3543181" y="1881744"/>
              <a:ext cx="2127393" cy="165447"/>
            </a:xfrm>
            <a:prstGeom prst="rect">
              <a:avLst/>
            </a:prstGeom>
            <a:noFill/>
          </p:spPr>
          <p:txBody>
            <a:bodyPr wrap="square" rtlCol="0">
              <a:spAutoFit/>
            </a:bodyPr>
            <a:lstStyle/>
            <a:p>
              <a:r>
                <a:rPr lang="en-US" b="1" dirty="0" smtClean="0"/>
                <a:t>Print out raw XML from NETCONF reply</a:t>
              </a:r>
              <a:endParaRPr lang="en-US" b="1" dirty="0"/>
            </a:p>
          </p:txBody>
        </p:sp>
      </p:grpSp>
      <p:grpSp>
        <p:nvGrpSpPr>
          <p:cNvPr id="7" name="Group 6"/>
          <p:cNvGrpSpPr/>
          <p:nvPr/>
        </p:nvGrpSpPr>
        <p:grpSpPr>
          <a:xfrm>
            <a:off x="356615" y="2197046"/>
            <a:ext cx="8062395" cy="385978"/>
            <a:chOff x="811971" y="1876327"/>
            <a:chExt cx="5284422" cy="150585"/>
          </a:xfrm>
        </p:grpSpPr>
        <p:sp>
          <p:nvSpPr>
            <p:cNvPr id="8" name="Rectangle 7"/>
            <p:cNvSpPr/>
            <p:nvPr/>
          </p:nvSpPr>
          <p:spPr>
            <a:xfrm>
              <a:off x="811971" y="1876327"/>
              <a:ext cx="2413322" cy="15058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0" name="TextBox 9"/>
            <p:cNvSpPr txBox="1"/>
            <p:nvPr/>
          </p:nvSpPr>
          <p:spPr>
            <a:xfrm>
              <a:off x="3249552" y="1900212"/>
              <a:ext cx="2846841" cy="117074"/>
            </a:xfrm>
            <a:prstGeom prst="rect">
              <a:avLst/>
            </a:prstGeom>
            <a:noFill/>
          </p:spPr>
          <p:txBody>
            <a:bodyPr wrap="square" rtlCol="0">
              <a:spAutoFit/>
            </a:bodyPr>
            <a:lstStyle/>
            <a:p>
              <a:r>
                <a:rPr lang="en-US" b="1" smtClean="0"/>
                <a:t>Print out hostname and version</a:t>
              </a:r>
              <a:endParaRPr lang="en-US" b="1" dirty="0"/>
            </a:p>
          </p:txBody>
        </p:sp>
      </p:grpSp>
      <p:grpSp>
        <p:nvGrpSpPr>
          <p:cNvPr id="12" name="Group 11"/>
          <p:cNvGrpSpPr/>
          <p:nvPr/>
        </p:nvGrpSpPr>
        <p:grpSpPr>
          <a:xfrm>
            <a:off x="369680" y="1226283"/>
            <a:ext cx="8486936" cy="316009"/>
            <a:chOff x="811971" y="1891189"/>
            <a:chExt cx="4738860" cy="174229"/>
          </a:xfrm>
        </p:grpSpPr>
        <p:sp>
          <p:nvSpPr>
            <p:cNvPr id="13" name="Rectangle 12"/>
            <p:cNvSpPr/>
            <p:nvPr/>
          </p:nvSpPr>
          <p:spPr>
            <a:xfrm>
              <a:off x="811971" y="1891189"/>
              <a:ext cx="2438844" cy="15741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4" name="TextBox 13"/>
            <p:cNvSpPr txBox="1"/>
            <p:nvPr/>
          </p:nvSpPr>
          <p:spPr>
            <a:xfrm>
              <a:off x="3278775" y="1899971"/>
              <a:ext cx="2272056" cy="165447"/>
            </a:xfrm>
            <a:prstGeom prst="rect">
              <a:avLst/>
            </a:prstGeom>
            <a:noFill/>
          </p:spPr>
          <p:txBody>
            <a:bodyPr wrap="square" rtlCol="0">
              <a:spAutoFit/>
            </a:bodyPr>
            <a:lstStyle/>
            <a:p>
              <a:r>
                <a:rPr lang="en-US" b="1" dirty="0" smtClean="0"/>
                <a:t>Parse XML payload and convert </a:t>
              </a:r>
              <a:r>
                <a:rPr lang="en-US" b="1" smtClean="0"/>
                <a:t>to dictionary</a:t>
              </a:r>
              <a:endParaRPr lang="en-US" b="1" dirty="0"/>
            </a:p>
          </p:txBody>
        </p:sp>
      </p:grpSp>
      <p:grpSp>
        <p:nvGrpSpPr>
          <p:cNvPr id="15" name="Group 14"/>
          <p:cNvGrpSpPr/>
          <p:nvPr/>
        </p:nvGrpSpPr>
        <p:grpSpPr>
          <a:xfrm>
            <a:off x="356613" y="1621191"/>
            <a:ext cx="8462994" cy="507830"/>
            <a:chOff x="804675" y="1919252"/>
            <a:chExt cx="4725491" cy="174454"/>
          </a:xfrm>
        </p:grpSpPr>
        <p:sp>
          <p:nvSpPr>
            <p:cNvPr id="16" name="Rectangle 15"/>
            <p:cNvSpPr/>
            <p:nvPr/>
          </p:nvSpPr>
          <p:spPr>
            <a:xfrm>
              <a:off x="804675" y="1936534"/>
              <a:ext cx="2778049" cy="152201"/>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7" name="TextBox 16"/>
            <p:cNvSpPr txBox="1"/>
            <p:nvPr/>
          </p:nvSpPr>
          <p:spPr>
            <a:xfrm>
              <a:off x="3669000" y="1919252"/>
              <a:ext cx="1861166" cy="174454"/>
            </a:xfrm>
            <a:prstGeom prst="rect">
              <a:avLst/>
            </a:prstGeom>
            <a:noFill/>
          </p:spPr>
          <p:txBody>
            <a:bodyPr wrap="square" rtlCol="0">
              <a:spAutoFit/>
            </a:bodyPr>
            <a:lstStyle/>
            <a:p>
              <a:r>
                <a:rPr lang="en-US" b="1" dirty="0" smtClean="0"/>
                <a:t>Retrieve the hostname and version from XML payload</a:t>
              </a:r>
              <a:endParaRPr lang="en-US" b="1" dirty="0"/>
            </a:p>
          </p:txBody>
        </p:sp>
      </p:grpSp>
      <p:sp>
        <p:nvSpPr>
          <p:cNvPr id="11" name="Slide Number Placeholder 10"/>
          <p:cNvSpPr>
            <a:spLocks noGrp="1"/>
          </p:cNvSpPr>
          <p:nvPr>
            <p:ph type="sldNum" sz="quarter" idx="4"/>
          </p:nvPr>
        </p:nvSpPr>
        <p:spPr/>
        <p:txBody>
          <a:bodyPr/>
          <a:lstStyle/>
          <a:p>
            <a:fld id="{96A97DD0-5BE7-4856-A2A9-C42C6688E607}" type="slidenum">
              <a:rPr lang="en-US" smtClean="0"/>
              <a:pPr/>
              <a:t>37</a:t>
            </a:fld>
            <a:endParaRPr lang="en-US" dirty="0"/>
          </a:p>
        </p:txBody>
      </p:sp>
    </p:spTree>
    <p:extLst>
      <p:ext uri="{BB962C8B-B14F-4D97-AF65-F5344CB8AC3E}">
        <p14:creationId xmlns:p14="http://schemas.microsoft.com/office/powerpoint/2010/main" val="4435004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dissolve">
                                      <p:cBhvr>
                                        <p:cTn id="12" dur="50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dissolve">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Code Review </a:t>
            </a:r>
            <a:r>
              <a:rPr lang="mr-IN" dirty="0" smtClean="0"/>
              <a:t>–</a:t>
            </a:r>
            <a:r>
              <a:rPr lang="en-US" dirty="0" smtClean="0"/>
              <a:t> Part 5</a:t>
            </a:r>
            <a:endParaRPr lang="en-US" dirty="0"/>
          </a:p>
        </p:txBody>
      </p:sp>
      <p:sp>
        <p:nvSpPr>
          <p:cNvPr id="4" name="Content Placeholder 3"/>
          <p:cNvSpPr>
            <a:spLocks noGrp="1"/>
          </p:cNvSpPr>
          <p:nvPr>
            <p:ph idx="4294967295"/>
          </p:nvPr>
        </p:nvSpPr>
        <p:spPr>
          <a:xfrm>
            <a:off x="356616" y="742950"/>
            <a:ext cx="8345487" cy="3486150"/>
          </a:xfrm>
        </p:spPr>
        <p:txBody>
          <a:bodyPr/>
          <a:lstStyle/>
          <a:p>
            <a:pPr marL="1785" indent="0">
              <a:spcBef>
                <a:spcPts val="100"/>
              </a:spcBef>
              <a:buNone/>
            </a:pPr>
            <a:r>
              <a:rPr lang="en-US" sz="1100" b="1" dirty="0" err="1" smtClean="0"/>
              <a:t>m.close_session</a:t>
            </a:r>
            <a:r>
              <a:rPr lang="en-US" sz="1100" b="1" dirty="0" smtClean="0"/>
              <a:t>()</a:t>
            </a:r>
            <a:endParaRPr lang="en-US" sz="1100" b="1" dirty="0"/>
          </a:p>
          <a:p>
            <a:pPr marL="1785" indent="0">
              <a:spcBef>
                <a:spcPts val="100"/>
              </a:spcBef>
              <a:buNone/>
            </a:pPr>
            <a:r>
              <a:rPr lang="en-US" sz="1100" dirty="0"/>
              <a:t/>
            </a:r>
            <a:br>
              <a:rPr lang="en-US" sz="1100" dirty="0"/>
            </a:br>
            <a:endParaRPr lang="en-US" sz="1100" dirty="0"/>
          </a:p>
        </p:txBody>
      </p:sp>
      <p:grpSp>
        <p:nvGrpSpPr>
          <p:cNvPr id="9" name="Group 8"/>
          <p:cNvGrpSpPr/>
          <p:nvPr/>
        </p:nvGrpSpPr>
        <p:grpSpPr>
          <a:xfrm>
            <a:off x="356617" y="724336"/>
            <a:ext cx="8240919" cy="310800"/>
            <a:chOff x="811971" y="1891189"/>
            <a:chExt cx="4601491" cy="171357"/>
          </a:xfrm>
        </p:grpSpPr>
        <p:sp>
          <p:nvSpPr>
            <p:cNvPr id="5" name="Rectangle 4"/>
            <p:cNvSpPr/>
            <p:nvPr/>
          </p:nvSpPr>
          <p:spPr>
            <a:xfrm>
              <a:off x="811971" y="1891189"/>
              <a:ext cx="2438844" cy="15741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3286069" y="1897099"/>
              <a:ext cx="2127393" cy="165447"/>
            </a:xfrm>
            <a:prstGeom prst="rect">
              <a:avLst/>
            </a:prstGeom>
            <a:noFill/>
          </p:spPr>
          <p:txBody>
            <a:bodyPr wrap="square" rtlCol="0">
              <a:spAutoFit/>
            </a:bodyPr>
            <a:lstStyle/>
            <a:p>
              <a:r>
                <a:rPr lang="en-US" b="1" dirty="0" smtClean="0"/>
                <a:t>Don’t forget to </a:t>
              </a:r>
              <a:r>
                <a:rPr lang="en-US" b="1" smtClean="0"/>
                <a:t>close the session!</a:t>
              </a:r>
              <a:endParaRPr lang="en-US" b="1" dirty="0"/>
            </a:p>
          </p:txBody>
        </p:sp>
      </p:grpSp>
      <p:sp>
        <p:nvSpPr>
          <p:cNvPr id="7" name="Slide Number Placeholder 6"/>
          <p:cNvSpPr>
            <a:spLocks noGrp="1"/>
          </p:cNvSpPr>
          <p:nvPr>
            <p:ph type="sldNum" sz="quarter" idx="4"/>
          </p:nvPr>
        </p:nvSpPr>
        <p:spPr/>
        <p:txBody>
          <a:bodyPr/>
          <a:lstStyle/>
          <a:p>
            <a:fld id="{96A97DD0-5BE7-4856-A2A9-C42C6688E607}" type="slidenum">
              <a:rPr lang="en-US" smtClean="0"/>
              <a:pPr/>
              <a:t>38</a:t>
            </a:fld>
            <a:endParaRPr lang="en-US" dirty="0"/>
          </a:p>
        </p:txBody>
      </p:sp>
    </p:spTree>
    <p:extLst>
      <p:ext uri="{BB962C8B-B14F-4D97-AF65-F5344CB8AC3E}">
        <p14:creationId xmlns:p14="http://schemas.microsoft.com/office/powerpoint/2010/main" val="21626401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dissolve">
                                      <p:cBhvr>
                                        <p:cTn id="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Output Review</a:t>
            </a:r>
            <a:endParaRPr lang="en-US" dirty="0"/>
          </a:p>
        </p:txBody>
      </p:sp>
      <p:sp>
        <p:nvSpPr>
          <p:cNvPr id="4" name="Content Placeholder 3"/>
          <p:cNvSpPr>
            <a:spLocks noGrp="1"/>
          </p:cNvSpPr>
          <p:nvPr>
            <p:ph idx="4294967295"/>
          </p:nvPr>
        </p:nvSpPr>
        <p:spPr>
          <a:xfrm>
            <a:off x="524193" y="819150"/>
            <a:ext cx="8345487" cy="3486150"/>
          </a:xfrm>
        </p:spPr>
        <p:txBody>
          <a:bodyPr/>
          <a:lstStyle/>
          <a:p>
            <a:pPr marL="1785" indent="0">
              <a:buNone/>
            </a:pPr>
            <a:r>
              <a:rPr lang="mr-IN" sz="900" b="1" dirty="0"/>
              <a:t>&lt;?</a:t>
            </a:r>
            <a:r>
              <a:rPr lang="mr-IN" sz="900" b="1" dirty="0" err="1"/>
              <a:t>xml</a:t>
            </a:r>
            <a:r>
              <a:rPr lang="mr-IN" sz="900" b="1" dirty="0"/>
              <a:t> </a:t>
            </a:r>
            <a:r>
              <a:rPr lang="mr-IN" sz="900" b="1" dirty="0" err="1"/>
              <a:t>version</a:t>
            </a:r>
            <a:r>
              <a:rPr lang="mr-IN" sz="900" b="1" dirty="0"/>
              <a:t>="1.0" </a:t>
            </a:r>
            <a:r>
              <a:rPr lang="mr-IN" sz="900" b="1" dirty="0" smtClean="0"/>
              <a:t>?&gt;</a:t>
            </a:r>
            <a:endParaRPr lang="en-US" sz="900" b="1" dirty="0" smtClean="0"/>
          </a:p>
          <a:p>
            <a:pPr marL="1785" indent="0">
              <a:spcBef>
                <a:spcPts val="100"/>
              </a:spcBef>
              <a:buNone/>
            </a:pPr>
            <a:r>
              <a:rPr lang="en-US" sz="900" b="1" dirty="0"/>
              <a:t>&lt;</a:t>
            </a:r>
            <a:r>
              <a:rPr lang="en-US" sz="900" b="1" dirty="0" err="1"/>
              <a:t>rpc</a:t>
            </a:r>
            <a:r>
              <a:rPr lang="en-US" sz="900" b="1" dirty="0"/>
              <a:t>-reply message-id="urn:uuid:6e37f322-8537-4df3-ae4f-449a830a7ea1" </a:t>
            </a:r>
            <a:r>
              <a:rPr lang="en-US" sz="900" b="1" dirty="0" err="1"/>
              <a:t>xmlns</a:t>
            </a:r>
            <a:r>
              <a:rPr lang="en-US" sz="900" b="1" dirty="0"/>
              <a:t>="urn:ietf:params:xml:ns:netconf:base:1.0" </a:t>
            </a:r>
            <a:r>
              <a:rPr lang="en-US" sz="900" b="1" dirty="0" err="1"/>
              <a:t>xmlns:nc</a:t>
            </a:r>
            <a:r>
              <a:rPr lang="en-US" sz="900" b="1" dirty="0"/>
              <a:t>="urn:ietf:params:xml:ns:netconf:base:1.0"&gt;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data&gt;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native </a:t>
            </a:r>
            <a:r>
              <a:rPr lang="en-US" sz="900" b="1" dirty="0" err="1"/>
              <a:t>xmlns</a:t>
            </a:r>
            <a:r>
              <a:rPr lang="en-US" sz="900" b="1" dirty="0"/>
              <a:t>="http://</a:t>
            </a:r>
            <a:r>
              <a:rPr lang="en-US" sz="900" b="1" dirty="0" err="1"/>
              <a:t>cisco.com</a:t>
            </a:r>
            <a:r>
              <a:rPr lang="en-US" sz="900" b="1" dirty="0"/>
              <a:t>/ns/yang/Cisco-IOS-XE-native"&gt;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version&gt;16.5&lt;/version&gt;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hostname&gt;csr1000v&lt;/hostname&gt;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native&gt;</a:t>
            </a:r>
          </a:p>
          <a:p>
            <a:pPr marL="1785" indent="0">
              <a:spcBef>
                <a:spcPts val="100"/>
              </a:spcBef>
              <a:buNone/>
            </a:pPr>
            <a:endParaRPr lang="en-US" sz="900" b="1" dirty="0" smtClean="0"/>
          </a:p>
          <a:p>
            <a:pPr marL="1785" indent="0">
              <a:spcBef>
                <a:spcPts val="100"/>
              </a:spcBef>
              <a:buNone/>
            </a:pPr>
            <a:r>
              <a:rPr lang="en-US" sz="900" b="1" dirty="0" smtClean="0"/>
              <a:t>     &lt;/</a:t>
            </a:r>
            <a:r>
              <a:rPr lang="en-US" sz="900" b="1" dirty="0"/>
              <a:t>data&gt;</a:t>
            </a:r>
          </a:p>
          <a:p>
            <a:pPr marL="1785" indent="0">
              <a:spcBef>
                <a:spcPts val="100"/>
              </a:spcBef>
              <a:buNone/>
            </a:pPr>
            <a:endParaRPr lang="en-US" sz="900" b="1" dirty="0" smtClean="0"/>
          </a:p>
          <a:p>
            <a:pPr marL="1785" indent="0">
              <a:spcBef>
                <a:spcPts val="100"/>
              </a:spcBef>
              <a:buNone/>
            </a:pPr>
            <a:r>
              <a:rPr lang="en-US" sz="900" b="1" dirty="0" smtClean="0"/>
              <a:t>&lt;/</a:t>
            </a:r>
            <a:r>
              <a:rPr lang="en-US" sz="900" b="1" dirty="0" err="1"/>
              <a:t>rpc</a:t>
            </a:r>
            <a:r>
              <a:rPr lang="en-US" sz="900" b="1" dirty="0"/>
              <a:t>-reply&gt;</a:t>
            </a:r>
          </a:p>
        </p:txBody>
      </p:sp>
      <p:grpSp>
        <p:nvGrpSpPr>
          <p:cNvPr id="31" name="Group 30"/>
          <p:cNvGrpSpPr/>
          <p:nvPr/>
        </p:nvGrpSpPr>
        <p:grpSpPr>
          <a:xfrm>
            <a:off x="548458" y="734647"/>
            <a:ext cx="5719200" cy="307777"/>
            <a:chOff x="437766" y="502386"/>
            <a:chExt cx="5719200" cy="307777"/>
          </a:xfrm>
        </p:grpSpPr>
        <p:sp>
          <p:nvSpPr>
            <p:cNvPr id="5" name="Rectangle 4"/>
            <p:cNvSpPr/>
            <p:nvPr/>
          </p:nvSpPr>
          <p:spPr>
            <a:xfrm>
              <a:off x="437766" y="567946"/>
              <a:ext cx="2957135" cy="196146"/>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TextBox 5"/>
            <p:cNvSpPr txBox="1"/>
            <p:nvPr/>
          </p:nvSpPr>
          <p:spPr>
            <a:xfrm>
              <a:off x="3670831" y="502386"/>
              <a:ext cx="2486135" cy="307777"/>
            </a:xfrm>
            <a:prstGeom prst="rect">
              <a:avLst/>
            </a:prstGeom>
            <a:noFill/>
          </p:spPr>
          <p:txBody>
            <a:bodyPr wrap="square" rtlCol="0">
              <a:spAutoFit/>
            </a:bodyPr>
            <a:lstStyle/>
            <a:p>
              <a:r>
                <a:rPr lang="en-US" sz="1400" b="1" dirty="0" smtClean="0"/>
                <a:t>Identify output as XML</a:t>
              </a:r>
              <a:endParaRPr lang="en-US" sz="1400" b="1" dirty="0"/>
            </a:p>
          </p:txBody>
        </p:sp>
      </p:grpSp>
      <p:sp>
        <p:nvSpPr>
          <p:cNvPr id="22" name="Left Bracket 21"/>
          <p:cNvSpPr/>
          <p:nvPr/>
        </p:nvSpPr>
        <p:spPr>
          <a:xfrm>
            <a:off x="-684814" y="4813605"/>
            <a:ext cx="101249" cy="840486"/>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32" name="Group 31"/>
          <p:cNvGrpSpPr/>
          <p:nvPr/>
        </p:nvGrpSpPr>
        <p:grpSpPr>
          <a:xfrm>
            <a:off x="43751" y="1052167"/>
            <a:ext cx="459465" cy="2129184"/>
            <a:chOff x="50674" y="849483"/>
            <a:chExt cx="459465" cy="4240023"/>
          </a:xfrm>
        </p:grpSpPr>
        <p:sp>
          <p:nvSpPr>
            <p:cNvPr id="18" name="Left Bracket 17"/>
            <p:cNvSpPr/>
            <p:nvPr/>
          </p:nvSpPr>
          <p:spPr>
            <a:xfrm>
              <a:off x="322262" y="849484"/>
              <a:ext cx="187877" cy="4088276"/>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3" name="TextBox 22"/>
            <p:cNvSpPr txBox="1"/>
            <p:nvPr/>
          </p:nvSpPr>
          <p:spPr>
            <a:xfrm rot="16200000">
              <a:off x="-1915449" y="2815606"/>
              <a:ext cx="4240023" cy="307777"/>
            </a:xfrm>
            <a:prstGeom prst="rect">
              <a:avLst/>
            </a:prstGeom>
            <a:noFill/>
          </p:spPr>
          <p:txBody>
            <a:bodyPr wrap="square" rtlCol="0">
              <a:spAutoFit/>
            </a:bodyPr>
            <a:lstStyle/>
            <a:p>
              <a:pPr algn="ctr"/>
              <a:r>
                <a:rPr lang="en-US" sz="1400" b="1" dirty="0" err="1"/>
                <a:t>r</a:t>
              </a:r>
              <a:r>
                <a:rPr lang="en-US" sz="1400" b="1" dirty="0" err="1" smtClean="0"/>
                <a:t>pc</a:t>
              </a:r>
              <a:r>
                <a:rPr lang="en-US" sz="1400" b="1" dirty="0" smtClean="0"/>
                <a:t> message</a:t>
              </a:r>
              <a:endParaRPr lang="en-US" sz="1400" b="1" dirty="0"/>
            </a:p>
          </p:txBody>
        </p:sp>
      </p:grpSp>
      <p:grpSp>
        <p:nvGrpSpPr>
          <p:cNvPr id="33" name="Group 32"/>
          <p:cNvGrpSpPr/>
          <p:nvPr/>
        </p:nvGrpSpPr>
        <p:grpSpPr>
          <a:xfrm>
            <a:off x="272529" y="1420453"/>
            <a:ext cx="476218" cy="1456097"/>
            <a:chOff x="327308" y="1155888"/>
            <a:chExt cx="476218" cy="3607194"/>
          </a:xfrm>
        </p:grpSpPr>
        <p:sp>
          <p:nvSpPr>
            <p:cNvPr id="19" name="Left Bracket 18"/>
            <p:cNvSpPr/>
            <p:nvPr/>
          </p:nvSpPr>
          <p:spPr>
            <a:xfrm>
              <a:off x="591772" y="1155888"/>
              <a:ext cx="211754" cy="3607194"/>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4" name="TextBox 23"/>
            <p:cNvSpPr txBox="1"/>
            <p:nvPr/>
          </p:nvSpPr>
          <p:spPr>
            <a:xfrm rot="16200000">
              <a:off x="-1049498" y="2532694"/>
              <a:ext cx="3061389" cy="307777"/>
            </a:xfrm>
            <a:prstGeom prst="rect">
              <a:avLst/>
            </a:prstGeom>
            <a:noFill/>
          </p:spPr>
          <p:txBody>
            <a:bodyPr wrap="square" rtlCol="0">
              <a:spAutoFit/>
            </a:bodyPr>
            <a:lstStyle/>
            <a:p>
              <a:pPr algn="ctr"/>
              <a:r>
                <a:rPr lang="en-US" sz="1400" b="1" dirty="0"/>
                <a:t>d</a:t>
              </a:r>
              <a:r>
                <a:rPr lang="en-US" sz="1400" b="1" dirty="0" smtClean="0"/>
                <a:t>ata block</a:t>
              </a:r>
              <a:endParaRPr lang="en-US" sz="1400" b="1" dirty="0"/>
            </a:p>
          </p:txBody>
        </p:sp>
      </p:grpSp>
      <p:grpSp>
        <p:nvGrpSpPr>
          <p:cNvPr id="34" name="Group 33"/>
          <p:cNvGrpSpPr/>
          <p:nvPr/>
        </p:nvGrpSpPr>
        <p:grpSpPr>
          <a:xfrm rot="10800000">
            <a:off x="488952" y="1362353"/>
            <a:ext cx="419111" cy="1593182"/>
            <a:chOff x="700937" y="-3410279"/>
            <a:chExt cx="497470" cy="3627389"/>
          </a:xfrm>
        </p:grpSpPr>
        <p:sp>
          <p:nvSpPr>
            <p:cNvPr id="20" name="Left Bracket 19"/>
            <p:cNvSpPr/>
            <p:nvPr/>
          </p:nvSpPr>
          <p:spPr>
            <a:xfrm flipH="1">
              <a:off x="700937" y="-2621264"/>
              <a:ext cx="212594" cy="2024152"/>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5" name="TextBox 24"/>
            <p:cNvSpPr txBox="1"/>
            <p:nvPr/>
          </p:nvSpPr>
          <p:spPr>
            <a:xfrm rot="5400000">
              <a:off x="-769176" y="-1750473"/>
              <a:ext cx="3627389" cy="307777"/>
            </a:xfrm>
            <a:prstGeom prst="rect">
              <a:avLst/>
            </a:prstGeom>
            <a:noFill/>
          </p:spPr>
          <p:txBody>
            <a:bodyPr wrap="square" rtlCol="0">
              <a:spAutoFit/>
            </a:bodyPr>
            <a:lstStyle/>
            <a:p>
              <a:pPr algn="ctr"/>
              <a:r>
                <a:rPr lang="en-US" sz="1400" b="1" dirty="0" smtClean="0"/>
                <a:t>native container</a:t>
              </a:r>
              <a:endParaRPr lang="en-US" sz="1400" b="1" dirty="0"/>
            </a:p>
          </p:txBody>
        </p:sp>
      </p:grpSp>
      <p:grpSp>
        <p:nvGrpSpPr>
          <p:cNvPr id="37" name="Group 36"/>
          <p:cNvGrpSpPr/>
          <p:nvPr/>
        </p:nvGrpSpPr>
        <p:grpSpPr>
          <a:xfrm>
            <a:off x="1052426" y="1809750"/>
            <a:ext cx="3857219" cy="307777"/>
            <a:chOff x="-1108299" y="1208213"/>
            <a:chExt cx="3857219" cy="203732"/>
          </a:xfrm>
        </p:grpSpPr>
        <p:sp>
          <p:nvSpPr>
            <p:cNvPr id="27" name="Rectangle 26"/>
            <p:cNvSpPr/>
            <p:nvPr/>
          </p:nvSpPr>
          <p:spPr>
            <a:xfrm>
              <a:off x="-1108299" y="1252232"/>
              <a:ext cx="1530961" cy="15971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28" name="TextBox 27"/>
            <p:cNvSpPr txBox="1"/>
            <p:nvPr/>
          </p:nvSpPr>
          <p:spPr>
            <a:xfrm>
              <a:off x="582475" y="1208213"/>
              <a:ext cx="2166445" cy="203732"/>
            </a:xfrm>
            <a:prstGeom prst="rect">
              <a:avLst/>
            </a:prstGeom>
            <a:noFill/>
          </p:spPr>
          <p:txBody>
            <a:bodyPr wrap="square" rtlCol="0">
              <a:spAutoFit/>
            </a:bodyPr>
            <a:lstStyle/>
            <a:p>
              <a:r>
                <a:rPr lang="en-US" sz="1400" b="1" dirty="0" smtClean="0"/>
                <a:t>Leaf</a:t>
              </a:r>
              <a:endParaRPr lang="en-US" sz="1400" b="1" dirty="0"/>
            </a:p>
          </p:txBody>
        </p:sp>
      </p:grpSp>
      <p:grpSp>
        <p:nvGrpSpPr>
          <p:cNvPr id="35" name="Group 34"/>
          <p:cNvGrpSpPr/>
          <p:nvPr/>
        </p:nvGrpSpPr>
        <p:grpSpPr>
          <a:xfrm>
            <a:off x="903392" y="1555234"/>
            <a:ext cx="8964805" cy="307777"/>
            <a:chOff x="1779277" y="1171031"/>
            <a:chExt cx="7172190" cy="307777"/>
          </a:xfrm>
        </p:grpSpPr>
        <p:sp>
          <p:nvSpPr>
            <p:cNvPr id="29" name="Rectangle 28"/>
            <p:cNvSpPr/>
            <p:nvPr/>
          </p:nvSpPr>
          <p:spPr>
            <a:xfrm>
              <a:off x="1779277" y="1212590"/>
              <a:ext cx="2935028" cy="25700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30" name="TextBox 29"/>
            <p:cNvSpPr txBox="1"/>
            <p:nvPr/>
          </p:nvSpPr>
          <p:spPr>
            <a:xfrm>
              <a:off x="4897194" y="1171031"/>
              <a:ext cx="4054273" cy="307777"/>
            </a:xfrm>
            <a:prstGeom prst="rect">
              <a:avLst/>
            </a:prstGeom>
            <a:noFill/>
          </p:spPr>
          <p:txBody>
            <a:bodyPr wrap="square" rtlCol="0">
              <a:spAutoFit/>
            </a:bodyPr>
            <a:lstStyle/>
            <a:p>
              <a:r>
                <a:rPr lang="en-US" sz="1400" b="1" dirty="0" smtClean="0"/>
                <a:t>Namespace = Capability = Model</a:t>
              </a:r>
              <a:endParaRPr lang="en-US" sz="1400" b="1" dirty="0"/>
            </a:p>
          </p:txBody>
        </p:sp>
      </p:grpSp>
      <p:sp>
        <p:nvSpPr>
          <p:cNvPr id="2" name="Rectangle 1"/>
          <p:cNvSpPr/>
          <p:nvPr/>
        </p:nvSpPr>
        <p:spPr>
          <a:xfrm>
            <a:off x="272528" y="519843"/>
            <a:ext cx="1057149" cy="276999"/>
          </a:xfrm>
          <a:prstGeom prst="rect">
            <a:avLst/>
          </a:prstGeom>
        </p:spPr>
        <p:txBody>
          <a:bodyPr wrap="none">
            <a:spAutoFit/>
          </a:bodyPr>
          <a:lstStyle/>
          <a:p>
            <a:r>
              <a:rPr lang="en-US" sz="1200" b="1" smtClean="0"/>
              <a:t>XML Output</a:t>
            </a:r>
            <a:endParaRPr lang="en-US" sz="1200" b="1" dirty="0"/>
          </a:p>
        </p:txBody>
      </p:sp>
      <p:sp>
        <p:nvSpPr>
          <p:cNvPr id="38" name="Rectangle 37"/>
          <p:cNvSpPr/>
          <p:nvPr/>
        </p:nvSpPr>
        <p:spPr>
          <a:xfrm>
            <a:off x="315339" y="3647173"/>
            <a:ext cx="2307042" cy="830997"/>
          </a:xfrm>
          <a:prstGeom prst="rect">
            <a:avLst/>
          </a:prstGeom>
        </p:spPr>
        <p:txBody>
          <a:bodyPr wrap="none">
            <a:spAutoFit/>
          </a:bodyPr>
          <a:lstStyle/>
          <a:p>
            <a:r>
              <a:rPr lang="en-US" sz="1200" b="1" dirty="0" smtClean="0"/>
              <a:t>Print Output</a:t>
            </a:r>
            <a:endParaRPr lang="en-US" sz="1200" b="1" dirty="0"/>
          </a:p>
          <a:p>
            <a:r>
              <a:rPr lang="en-US" sz="1200" dirty="0" smtClean="0"/>
              <a:t>'Router </a:t>
            </a:r>
            <a:r>
              <a:rPr lang="en-US" sz="1200" dirty="0"/>
              <a:t>Hostname is: csr1000v'</a:t>
            </a:r>
          </a:p>
          <a:p>
            <a:r>
              <a:rPr lang="en-US" sz="1200" dirty="0"/>
              <a:t>'Router Version is: 16.5'</a:t>
            </a:r>
          </a:p>
          <a:p>
            <a:endParaRPr lang="en-US" sz="1200" b="1" dirty="0"/>
          </a:p>
        </p:txBody>
      </p:sp>
      <p:sp>
        <p:nvSpPr>
          <p:cNvPr id="8" name="Slide Number Placeholder 7"/>
          <p:cNvSpPr>
            <a:spLocks noGrp="1"/>
          </p:cNvSpPr>
          <p:nvPr>
            <p:ph type="sldNum" sz="quarter" idx="4"/>
          </p:nvPr>
        </p:nvSpPr>
        <p:spPr/>
        <p:txBody>
          <a:bodyPr/>
          <a:lstStyle/>
          <a:p>
            <a:fld id="{96A97DD0-5BE7-4856-A2A9-C42C6688E607}" type="slidenum">
              <a:rPr lang="en-US" smtClean="0"/>
              <a:pPr/>
              <a:t>39</a:t>
            </a:fld>
            <a:endParaRPr lang="en-US" dirty="0"/>
          </a:p>
        </p:txBody>
      </p:sp>
    </p:spTree>
    <p:extLst>
      <p:ext uri="{BB962C8B-B14F-4D97-AF65-F5344CB8AC3E}">
        <p14:creationId xmlns:p14="http://schemas.microsoft.com/office/powerpoint/2010/main" val="98643092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dissolve">
                                      <p:cBhvr>
                                        <p:cTn id="7" dur="500"/>
                                        <p:tgtEl>
                                          <p:spTgt spid="31"/>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dissolv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dissolve">
                                      <p:cBhvr>
                                        <p:cTn id="17" dur="500"/>
                                        <p:tgtEl>
                                          <p:spTgt spid="33"/>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4"/>
                                        </p:tgtEl>
                                        <p:attrNameLst>
                                          <p:attrName>style.visibility</p:attrName>
                                        </p:attrNameLst>
                                      </p:cBhvr>
                                      <p:to>
                                        <p:strVal val="visible"/>
                                      </p:to>
                                    </p:set>
                                    <p:animEffect transition="in" filter="dissolve">
                                      <p:cBhvr>
                                        <p:cTn id="22" dur="500"/>
                                        <p:tgtEl>
                                          <p:spTgt spid="34"/>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dissolve">
                                      <p:cBhvr>
                                        <p:cTn id="27" dur="500"/>
                                        <p:tgtEl>
                                          <p:spTgt spid="35"/>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22"/>
                                        </p:tgtEl>
                                        <p:attrNameLst>
                                          <p:attrName>style.visibility</p:attrName>
                                        </p:attrNameLst>
                                      </p:cBhvr>
                                      <p:to>
                                        <p:strVal val="visible"/>
                                      </p:to>
                                    </p:set>
                                    <p:animEffect transition="in" filter="dissolve">
                                      <p:cBhvr>
                                        <p:cTn id="30" dur="500"/>
                                        <p:tgtEl>
                                          <p:spTgt spid="22"/>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7"/>
                                        </p:tgtEl>
                                        <p:attrNameLst>
                                          <p:attrName>style.visibility</p:attrName>
                                        </p:attrNameLst>
                                      </p:cBhvr>
                                      <p:to>
                                        <p:strVal val="visible"/>
                                      </p:to>
                                    </p:set>
                                    <p:animEffect transition="in" filter="dissolve">
                                      <p:cBhvr>
                                        <p:cTn id="35" dur="500"/>
                                        <p:tgtEl>
                                          <p:spTgt spid="37"/>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grpId="0" nodeType="clickEffect">
                                  <p:stCondLst>
                                    <p:cond delay="0"/>
                                  </p:stCondLst>
                                  <p:childTnLst>
                                    <p:set>
                                      <p:cBhvr>
                                        <p:cTn id="39" dur="1" fill="hold">
                                          <p:stCondLst>
                                            <p:cond delay="0"/>
                                          </p:stCondLst>
                                        </p:cTn>
                                        <p:tgtEl>
                                          <p:spTgt spid="38"/>
                                        </p:tgtEl>
                                        <p:attrNameLst>
                                          <p:attrName>style.visibility</p:attrName>
                                        </p:attrNameLst>
                                      </p:cBhvr>
                                      <p:to>
                                        <p:strVal val="visible"/>
                                      </p:to>
                                    </p:set>
                                    <p:animEffect transition="in" filter="dissolve">
                                      <p:cBhvr>
                                        <p:cTn id="40"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38"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4"/>
          </p:nvPr>
        </p:nvSpPr>
        <p:spPr/>
        <p:txBody>
          <a:bodyPr/>
          <a:lstStyle/>
          <a:p>
            <a:fld id="{96A97DD0-5BE7-4856-A2A9-C42C6688E607}" type="slidenum">
              <a:rPr lang="uk-UA" smtClean="0"/>
              <a:pPr/>
              <a:t>40</a:t>
            </a:fld>
            <a:endParaRPr lang="uk-UA" dirty="0"/>
          </a:p>
        </p:txBody>
      </p:sp>
      <p:sp>
        <p:nvSpPr>
          <p:cNvPr id="3" name="제목 2"/>
          <p:cNvSpPr>
            <a:spLocks noGrp="1"/>
          </p:cNvSpPr>
          <p:nvPr>
            <p:ph type="title"/>
          </p:nvPr>
        </p:nvSpPr>
        <p:spPr>
          <a:xfrm>
            <a:off x="315468" y="0"/>
            <a:ext cx="8513064" cy="765432"/>
          </a:xfrm>
        </p:spPr>
        <p:txBody>
          <a:bodyPr anchor="ctr"/>
          <a:lstStyle/>
          <a:p>
            <a:r>
              <a:rPr kumimoji="1" lang="en-US" altLang="ko-KR" dirty="0" smtClean="0"/>
              <a:t>How to get NETCONF content (1/3) ?</a:t>
            </a:r>
            <a:endParaRPr kumimoji="1" lang="ko-KR" altLang="en-US" dirty="0"/>
          </a:p>
        </p:txBody>
      </p:sp>
      <p:pic>
        <p:nvPicPr>
          <p:cNvPr id="5" name="그림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5468" y="769261"/>
            <a:ext cx="8191176" cy="4069108"/>
          </a:xfrm>
          <a:prstGeom prst="rect">
            <a:avLst/>
          </a:prstGeom>
        </p:spPr>
      </p:pic>
      <p:sp>
        <p:nvSpPr>
          <p:cNvPr id="6" name="Rectangle 4"/>
          <p:cNvSpPr/>
          <p:nvPr/>
        </p:nvSpPr>
        <p:spPr>
          <a:xfrm>
            <a:off x="288505" y="765432"/>
            <a:ext cx="2957135" cy="21991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7" name="Rectangle 4"/>
          <p:cNvSpPr/>
          <p:nvPr/>
        </p:nvSpPr>
        <p:spPr>
          <a:xfrm>
            <a:off x="685800" y="2114550"/>
            <a:ext cx="3505200" cy="106680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텍스트 상자 7"/>
          <p:cNvSpPr txBox="1"/>
          <p:nvPr/>
        </p:nvSpPr>
        <p:spPr>
          <a:xfrm>
            <a:off x="4572000" y="1352550"/>
            <a:ext cx="2890535" cy="313932"/>
          </a:xfrm>
          <a:prstGeom prst="rect">
            <a:avLst/>
          </a:prstGeom>
          <a:noFill/>
        </p:spPr>
        <p:txBody>
          <a:bodyPr wrap="none" rtlCol="0">
            <a:spAutoFit/>
          </a:bodyPr>
          <a:lstStyle/>
          <a:p>
            <a:pPr>
              <a:lnSpc>
                <a:spcPct val="90000"/>
              </a:lnSpc>
              <a:spcBef>
                <a:spcPts val="600"/>
              </a:spcBef>
            </a:pPr>
            <a:r>
              <a:rPr kumimoji="1" lang="en-US" altLang="ko-KR" sz="1600" b="1" dirty="0" smtClean="0">
                <a:solidFill>
                  <a:srgbClr val="FFC000"/>
                </a:solidFill>
              </a:rPr>
              <a:t># CLI show-command | xml </a:t>
            </a:r>
            <a:endParaRPr kumimoji="1" lang="ko-KR" altLang="en-US" sz="1600" b="1" dirty="0" err="1" smtClean="0">
              <a:solidFill>
                <a:srgbClr val="FFC000"/>
              </a:solidFill>
            </a:endParaRPr>
          </a:p>
        </p:txBody>
      </p:sp>
    </p:spTree>
    <p:extLst>
      <p:ext uri="{BB962C8B-B14F-4D97-AF65-F5344CB8AC3E}">
        <p14:creationId xmlns:p14="http://schemas.microsoft.com/office/powerpoint/2010/main" val="234083591"/>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4"/>
          </p:nvPr>
        </p:nvSpPr>
        <p:spPr/>
        <p:txBody>
          <a:bodyPr/>
          <a:lstStyle/>
          <a:p>
            <a:fld id="{96A97DD0-5BE7-4856-A2A9-C42C6688E607}" type="slidenum">
              <a:rPr lang="uk-UA" smtClean="0"/>
              <a:pPr/>
              <a:t>41</a:t>
            </a:fld>
            <a:endParaRPr lang="uk-UA" dirty="0"/>
          </a:p>
        </p:txBody>
      </p:sp>
      <p:sp>
        <p:nvSpPr>
          <p:cNvPr id="3" name="제목 2"/>
          <p:cNvSpPr>
            <a:spLocks noGrp="1"/>
          </p:cNvSpPr>
          <p:nvPr>
            <p:ph type="title"/>
          </p:nvPr>
        </p:nvSpPr>
        <p:spPr>
          <a:xfrm>
            <a:off x="315468" y="0"/>
            <a:ext cx="8513064" cy="765432"/>
          </a:xfrm>
        </p:spPr>
        <p:txBody>
          <a:bodyPr anchor="ctr"/>
          <a:lstStyle/>
          <a:p>
            <a:r>
              <a:rPr kumimoji="1" lang="en-US" altLang="ko-KR" dirty="0" smtClean="0"/>
              <a:t>How to get NETCONF content (1/3)</a:t>
            </a:r>
            <a:endParaRPr kumimoji="1" lang="ko-KR" altLang="en-US" dirty="0"/>
          </a:p>
        </p:txBody>
      </p:sp>
      <p:pic>
        <p:nvPicPr>
          <p:cNvPr id="4" name="그림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823" y="740976"/>
            <a:ext cx="8306078" cy="1602174"/>
          </a:xfrm>
          <a:prstGeom prst="rect">
            <a:avLst/>
          </a:prstGeom>
        </p:spPr>
      </p:pic>
      <p:sp>
        <p:nvSpPr>
          <p:cNvPr id="7" name="Rectangle 4"/>
          <p:cNvSpPr/>
          <p:nvPr/>
        </p:nvSpPr>
        <p:spPr>
          <a:xfrm>
            <a:off x="418822" y="742950"/>
            <a:ext cx="4278267" cy="76807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텍스트 상자 7"/>
          <p:cNvSpPr txBox="1"/>
          <p:nvPr/>
        </p:nvSpPr>
        <p:spPr>
          <a:xfrm>
            <a:off x="4697090" y="1088005"/>
            <a:ext cx="4121641" cy="313932"/>
          </a:xfrm>
          <a:prstGeom prst="rect">
            <a:avLst/>
          </a:prstGeom>
          <a:noFill/>
        </p:spPr>
        <p:txBody>
          <a:bodyPr wrap="none" rtlCol="0">
            <a:spAutoFit/>
          </a:bodyPr>
          <a:lstStyle/>
          <a:p>
            <a:pPr>
              <a:lnSpc>
                <a:spcPct val="90000"/>
              </a:lnSpc>
              <a:spcBef>
                <a:spcPts val="600"/>
              </a:spcBef>
            </a:pPr>
            <a:r>
              <a:rPr kumimoji="1" lang="en-US" altLang="ko-KR" sz="1600" b="1" dirty="0" smtClean="0">
                <a:solidFill>
                  <a:srgbClr val="FFC000"/>
                </a:solidFill>
              </a:rPr>
              <a:t># prepare for configuration cli command</a:t>
            </a:r>
            <a:endParaRPr kumimoji="1" lang="ko-KR" altLang="en-US" sz="1600" b="1" dirty="0" err="1" smtClean="0">
              <a:solidFill>
                <a:srgbClr val="FFC000"/>
              </a:solidFill>
            </a:endParaRPr>
          </a:p>
        </p:txBody>
      </p:sp>
    </p:spTree>
    <p:extLst>
      <p:ext uri="{BB962C8B-B14F-4D97-AF65-F5344CB8AC3E}">
        <p14:creationId xmlns:p14="http://schemas.microsoft.com/office/powerpoint/2010/main" val="84174970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4"/>
          </p:nvPr>
        </p:nvSpPr>
        <p:spPr/>
        <p:txBody>
          <a:bodyPr/>
          <a:lstStyle/>
          <a:p>
            <a:fld id="{96A97DD0-5BE7-4856-A2A9-C42C6688E607}" type="slidenum">
              <a:rPr lang="uk-UA" smtClean="0"/>
              <a:pPr/>
              <a:t>42</a:t>
            </a:fld>
            <a:endParaRPr lang="uk-UA" dirty="0"/>
          </a:p>
        </p:txBody>
      </p:sp>
      <p:sp>
        <p:nvSpPr>
          <p:cNvPr id="3" name="제목 2"/>
          <p:cNvSpPr>
            <a:spLocks noGrp="1"/>
          </p:cNvSpPr>
          <p:nvPr>
            <p:ph type="title"/>
          </p:nvPr>
        </p:nvSpPr>
        <p:spPr>
          <a:xfrm>
            <a:off x="315468" y="0"/>
            <a:ext cx="8513064" cy="765432"/>
          </a:xfrm>
        </p:spPr>
        <p:txBody>
          <a:bodyPr anchor="ctr"/>
          <a:lstStyle/>
          <a:p>
            <a:r>
              <a:rPr kumimoji="1" lang="en-US" altLang="ko-KR" smtClean="0"/>
              <a:t>How to get NETCONF content (3/3) ?</a:t>
            </a:r>
            <a:endParaRPr kumimoji="1" lang="ko-KR" altLang="en-US" dirty="0"/>
          </a:p>
        </p:txBody>
      </p:sp>
      <p:pic>
        <p:nvPicPr>
          <p:cNvPr id="4" name="그림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 y="675947"/>
            <a:ext cx="6223000" cy="4329044"/>
          </a:xfrm>
          <a:prstGeom prst="rect">
            <a:avLst/>
          </a:prstGeom>
        </p:spPr>
      </p:pic>
      <p:sp>
        <p:nvSpPr>
          <p:cNvPr id="5" name="Rectangle 4"/>
          <p:cNvSpPr/>
          <p:nvPr/>
        </p:nvSpPr>
        <p:spPr>
          <a:xfrm>
            <a:off x="457200" y="830520"/>
            <a:ext cx="4278267" cy="75063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6" name="텍스트 상자 5"/>
          <p:cNvSpPr txBox="1"/>
          <p:nvPr/>
        </p:nvSpPr>
        <p:spPr>
          <a:xfrm>
            <a:off x="1371600" y="1191018"/>
            <a:ext cx="4589718" cy="313932"/>
          </a:xfrm>
          <a:prstGeom prst="rect">
            <a:avLst/>
          </a:prstGeom>
          <a:noFill/>
        </p:spPr>
        <p:txBody>
          <a:bodyPr wrap="none" rtlCol="0">
            <a:spAutoFit/>
          </a:bodyPr>
          <a:lstStyle/>
          <a:p>
            <a:pPr>
              <a:lnSpc>
                <a:spcPct val="90000"/>
              </a:lnSpc>
              <a:spcBef>
                <a:spcPts val="600"/>
              </a:spcBef>
            </a:pPr>
            <a:r>
              <a:rPr kumimoji="1" lang="en-US" altLang="ko-KR" sz="1600" b="1" dirty="0" smtClean="0">
                <a:solidFill>
                  <a:srgbClr val="FFC000"/>
                </a:solidFill>
              </a:rPr>
              <a:t># command for changing name of this switch</a:t>
            </a:r>
            <a:endParaRPr kumimoji="1" lang="ko-KR" altLang="en-US" sz="1600" b="1" dirty="0" err="1" smtClean="0">
              <a:solidFill>
                <a:srgbClr val="FFC000"/>
              </a:solidFill>
            </a:endParaRPr>
          </a:p>
        </p:txBody>
      </p:sp>
      <p:sp>
        <p:nvSpPr>
          <p:cNvPr id="7" name="Rectangle 4"/>
          <p:cNvSpPr/>
          <p:nvPr/>
        </p:nvSpPr>
        <p:spPr>
          <a:xfrm>
            <a:off x="457199" y="1547556"/>
            <a:ext cx="6223001" cy="3157794"/>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8" name="텍스트 상자 7"/>
          <p:cNvSpPr txBox="1"/>
          <p:nvPr/>
        </p:nvSpPr>
        <p:spPr>
          <a:xfrm>
            <a:off x="2277141" y="2749959"/>
            <a:ext cx="2238113" cy="313932"/>
          </a:xfrm>
          <a:prstGeom prst="rect">
            <a:avLst/>
          </a:prstGeom>
          <a:noFill/>
        </p:spPr>
        <p:txBody>
          <a:bodyPr wrap="none" rtlCol="0">
            <a:spAutoFit/>
          </a:bodyPr>
          <a:lstStyle/>
          <a:p>
            <a:pPr>
              <a:lnSpc>
                <a:spcPct val="90000"/>
              </a:lnSpc>
              <a:spcBef>
                <a:spcPts val="600"/>
              </a:spcBef>
            </a:pPr>
            <a:r>
              <a:rPr kumimoji="1" lang="en-US" altLang="ko-KR" sz="1600" b="1" dirty="0" smtClean="0">
                <a:solidFill>
                  <a:srgbClr val="FFC000"/>
                </a:solidFill>
              </a:rPr>
              <a:t># payload of </a:t>
            </a:r>
            <a:r>
              <a:rPr kumimoji="1" lang="en-US" altLang="ko-KR" sz="1600" b="1" dirty="0" err="1" smtClean="0">
                <a:solidFill>
                  <a:srgbClr val="FFC000"/>
                </a:solidFill>
              </a:rPr>
              <a:t>netconf</a:t>
            </a:r>
            <a:r>
              <a:rPr kumimoji="1" lang="en-US" altLang="ko-KR" sz="1600" b="1" dirty="0" smtClean="0">
                <a:solidFill>
                  <a:srgbClr val="FFC000"/>
                </a:solidFill>
              </a:rPr>
              <a:t> </a:t>
            </a:r>
            <a:endParaRPr kumimoji="1" lang="ko-KR" altLang="en-US" sz="1600" b="1" dirty="0" err="1" smtClean="0">
              <a:solidFill>
                <a:srgbClr val="FFC000"/>
              </a:solidFill>
            </a:endParaRPr>
          </a:p>
        </p:txBody>
      </p:sp>
    </p:spTree>
    <p:extLst>
      <p:ext uri="{BB962C8B-B14F-4D97-AF65-F5344CB8AC3E}">
        <p14:creationId xmlns:p14="http://schemas.microsoft.com/office/powerpoint/2010/main" val="1640900819"/>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NETCONF Review</a:t>
            </a:r>
            <a:endParaRPr lang="en-US" dirty="0"/>
          </a:p>
        </p:txBody>
      </p:sp>
      <p:pic>
        <p:nvPicPr>
          <p:cNvPr id="4" name="Content Placeholder 3"/>
          <p:cNvPicPr>
            <a:picLocks noGrp="1" noChangeAspect="1"/>
          </p:cNvPicPr>
          <p:nvPr>
            <p:ph idx="4294967295"/>
          </p:nvPr>
        </p:nvPicPr>
        <p:blipFill>
          <a:blip r:embed="rId3"/>
          <a:stretch>
            <a:fillRect/>
          </a:stretch>
        </p:blipFill>
        <p:spPr>
          <a:xfrm>
            <a:off x="533400" y="1560513"/>
            <a:ext cx="8280400" cy="2647950"/>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43</a:t>
            </a:fld>
            <a:endParaRPr lang="en-US" dirty="0"/>
          </a:p>
        </p:txBody>
      </p:sp>
    </p:spTree>
    <p:extLst>
      <p:ext uri="{BB962C8B-B14F-4D97-AF65-F5344CB8AC3E}">
        <p14:creationId xmlns:p14="http://schemas.microsoft.com/office/powerpoint/2010/main" val="1722110888"/>
      </p:ext>
    </p:extLst>
  </p:cSld>
  <p:clrMapOvr>
    <a:masterClrMapping/>
  </p:clrMapOvr>
  <p:transition>
    <p:fade/>
  </p:transition>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RESTCONF</a:t>
            </a:r>
            <a:endParaRPr lang="en-US" dirty="0"/>
          </a:p>
        </p:txBody>
      </p:sp>
      <p:sp>
        <p:nvSpPr>
          <p:cNvPr id="3" name="Slide Number Placeholder 2"/>
          <p:cNvSpPr>
            <a:spLocks noGrp="1"/>
          </p:cNvSpPr>
          <p:nvPr>
            <p:ph type="sldNum" sz="quarter" idx="4"/>
          </p:nvPr>
        </p:nvSpPr>
        <p:spPr/>
        <p:txBody>
          <a:bodyPr/>
          <a:lstStyle/>
          <a:p>
            <a:fld id="{96A97DD0-5BE7-4856-A2A9-C42C6688E607}" type="slidenum">
              <a:rPr lang="uk-UA" smtClean="0">
                <a:solidFill>
                  <a:srgbClr val="FFFFFF">
                    <a:alpha val="60000"/>
                  </a:srgbClr>
                </a:solidFill>
              </a:rPr>
              <a:pPr/>
              <a:t>44</a:t>
            </a:fld>
            <a:endParaRPr lang="uk-UA" dirty="0">
              <a:solidFill>
                <a:srgbClr val="FFFFFF">
                  <a:alpha val="60000"/>
                </a:srgbClr>
              </a:solidFill>
            </a:endParaRPr>
          </a:p>
        </p:txBody>
      </p:sp>
      <p:sp>
        <p:nvSpPr>
          <p:cNvPr id="4" name="Footer Placeholder 3"/>
          <p:cNvSpPr>
            <a:spLocks noGrp="1"/>
          </p:cNvSpPr>
          <p:nvPr>
            <p:ph type="ftr" sz="quarter" idx="4294967295"/>
          </p:nvPr>
        </p:nvSpPr>
        <p:spPr>
          <a:xfrm>
            <a:off x="5222533" y="4946904"/>
            <a:ext cx="716863" cy="154518"/>
          </a:xfrm>
          <a:prstGeom prst="rect">
            <a:avLst/>
          </a:prstGeom>
        </p:spPr>
        <p:txBody>
          <a:bodyPr/>
          <a:lstStyle/>
          <a:p>
            <a:pPr defTabSz="610744"/>
            <a:r>
              <a:rPr lang="en-US" smtClean="0">
                <a:ea typeface="ＭＳ Ｐゴシック" charset="0"/>
              </a:rPr>
              <a:t>DEVNET-1721</a:t>
            </a:r>
            <a:endParaRPr lang="en-US">
              <a:ea typeface="ＭＳ Ｐゴシック" charset="0"/>
            </a:endParaRPr>
          </a:p>
        </p:txBody>
      </p:sp>
    </p:spTree>
    <p:extLst>
      <p:ext uri="{BB962C8B-B14F-4D97-AF65-F5344CB8AC3E}">
        <p14:creationId xmlns:p14="http://schemas.microsoft.com/office/powerpoint/2010/main" val="385633240"/>
      </p:ext>
    </p:extLst>
  </p:cSld>
  <p:clrMapOvr>
    <a:masterClrMapping/>
  </p:clrMapOvr>
  <p:transition/>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RESTCONF Details</a:t>
            </a:r>
            <a:endParaRPr lang="en-US" dirty="0"/>
          </a:p>
        </p:txBody>
      </p:sp>
      <p:sp>
        <p:nvSpPr>
          <p:cNvPr id="3" name="Text Placeholder 4"/>
          <p:cNvSpPr txBox="1">
            <a:spLocks/>
          </p:cNvSpPr>
          <p:nvPr/>
        </p:nvSpPr>
        <p:spPr>
          <a:xfrm>
            <a:off x="468313" y="3916058"/>
            <a:ext cx="7791858" cy="349356"/>
          </a:xfrm>
          <a:prstGeom prst="rect">
            <a:avLst/>
          </a:prstGeom>
        </p:spPr>
        <p:txBody>
          <a:bodyPr/>
          <a:lst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r>
              <a:rPr lang="en-US" smtClean="0">
                <a:hlinkClick r:id="rId2"/>
              </a:rPr>
              <a:t>https://tools.ietf.org/html/rfc8040</a:t>
            </a:r>
            <a:r>
              <a:rPr lang="en-US" smtClean="0"/>
              <a:t> </a:t>
            </a:r>
            <a:endParaRPr lang="en-US"/>
          </a:p>
        </p:txBody>
      </p:sp>
      <p:sp>
        <p:nvSpPr>
          <p:cNvPr id="4" name="Title 3"/>
          <p:cNvSpPr txBox="1">
            <a:spLocks/>
          </p:cNvSpPr>
          <p:nvPr/>
        </p:nvSpPr>
        <p:spPr bwMode="auto">
          <a:xfrm>
            <a:off x="356616" y="1113885"/>
            <a:ext cx="4194625" cy="2278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lvl1pPr algn="l" defTabSz="684213" rtl="0" eaLnBrk="1" fontAlgn="base" hangingPunct="1">
              <a:lnSpc>
                <a:spcPct val="80000"/>
              </a:lnSpc>
              <a:spcBef>
                <a:spcPct val="0"/>
              </a:spcBef>
              <a:spcAft>
                <a:spcPct val="0"/>
              </a:spcAft>
              <a:defRPr lang="en-US" sz="3200" b="0" i="0" kern="1200">
                <a:solidFill>
                  <a:schemeClr val="tx2"/>
                </a:solidFill>
                <a:latin typeface="+mj-lt"/>
                <a:ea typeface="ＭＳ Ｐゴシック" charset="0"/>
                <a:cs typeface="Arial Regular" charset="0"/>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a:lstStyle>
          <a:p>
            <a:r>
              <a:rPr lang="en-US" sz="2400" dirty="0" smtClean="0">
                <a:solidFill>
                  <a:schemeClr val="accent1"/>
                </a:solidFill>
              </a:rPr>
              <a:t>“an HTTP-based protocol that provides a programmatic interface for accessing data defined in YANG</a:t>
            </a:r>
            <a:r>
              <a:rPr lang="mr-IN" sz="2400" dirty="0" smtClean="0">
                <a:solidFill>
                  <a:schemeClr val="accent1"/>
                </a:solidFill>
              </a:rPr>
              <a:t>…</a:t>
            </a:r>
            <a:r>
              <a:rPr lang="en-US" sz="2400" dirty="0" smtClean="0">
                <a:solidFill>
                  <a:schemeClr val="accent1"/>
                </a:solidFill>
              </a:rPr>
              <a:t>”</a:t>
            </a:r>
            <a:endParaRPr lang="en-US" sz="2400" dirty="0">
              <a:solidFill>
                <a:schemeClr val="accent1"/>
              </a:solidFill>
            </a:endParaRPr>
          </a:p>
        </p:txBody>
      </p:sp>
      <p:sp>
        <p:nvSpPr>
          <p:cNvPr id="5" name="TextBox 4"/>
          <p:cNvSpPr txBox="1"/>
          <p:nvPr/>
        </p:nvSpPr>
        <p:spPr>
          <a:xfrm>
            <a:off x="4953000" y="1687763"/>
            <a:ext cx="3604968" cy="1131079"/>
          </a:xfrm>
          <a:prstGeom prst="rect">
            <a:avLst/>
          </a:prstGeom>
          <a:noFill/>
        </p:spPr>
        <p:txBody>
          <a:bodyPr wrap="square" rtlCol="0">
            <a:spAutoFit/>
          </a:bodyPr>
          <a:lstStyle/>
          <a:p>
            <a:pPr marL="285750" indent="-285750">
              <a:buFont typeface="Arial" charset="0"/>
              <a:buChar char="•"/>
            </a:pPr>
            <a:r>
              <a:rPr lang="en-US" dirty="0">
                <a:hlinkClick r:id="rId2"/>
              </a:rPr>
              <a:t>RFC 8040</a:t>
            </a:r>
            <a:r>
              <a:rPr lang="en-US" dirty="0"/>
              <a:t> - January 2017</a:t>
            </a:r>
          </a:p>
          <a:p>
            <a:pPr marL="285750" indent="-285750">
              <a:buFont typeface="Arial" charset="0"/>
              <a:buChar char="•"/>
            </a:pPr>
            <a:r>
              <a:rPr lang="en-US" dirty="0"/>
              <a:t>Uses HTTP(S) for transport</a:t>
            </a:r>
          </a:p>
          <a:p>
            <a:pPr marL="285750" indent="-285750">
              <a:buFont typeface="Arial" charset="0"/>
              <a:buChar char="•"/>
            </a:pPr>
            <a:r>
              <a:rPr lang="en-US" dirty="0"/>
              <a:t>Tightly coupled to the YANG data model definitions </a:t>
            </a:r>
          </a:p>
          <a:p>
            <a:pPr marL="285750" indent="-285750">
              <a:buFont typeface="Arial" charset="0"/>
              <a:buChar char="•"/>
            </a:pPr>
            <a:r>
              <a:rPr lang="en-US" dirty="0"/>
              <a:t>Provides JSON or XML data </a:t>
            </a:r>
            <a:r>
              <a:rPr lang="en-US" dirty="0" smtClean="0"/>
              <a:t>formats</a:t>
            </a:r>
            <a:endParaRPr lang="en-US" dirty="0"/>
          </a:p>
        </p:txBody>
      </p:sp>
      <p:sp>
        <p:nvSpPr>
          <p:cNvPr id="7" name="Slide Number Placeholder 6"/>
          <p:cNvSpPr>
            <a:spLocks noGrp="1"/>
          </p:cNvSpPr>
          <p:nvPr>
            <p:ph type="sldNum" sz="quarter" idx="4"/>
          </p:nvPr>
        </p:nvSpPr>
        <p:spPr/>
        <p:txBody>
          <a:bodyPr/>
          <a:lstStyle/>
          <a:p>
            <a:fld id="{96A97DD0-5BE7-4856-A2A9-C42C6688E607}" type="slidenum">
              <a:rPr lang="en-US" smtClean="0"/>
              <a:pPr/>
              <a:t>45</a:t>
            </a:fld>
            <a:endParaRPr lang="en-US" dirty="0"/>
          </a:p>
        </p:txBody>
      </p:sp>
    </p:spTree>
    <p:extLst>
      <p:ext uri="{BB962C8B-B14F-4D97-AF65-F5344CB8AC3E}">
        <p14:creationId xmlns:p14="http://schemas.microsoft.com/office/powerpoint/2010/main" val="1085105496"/>
      </p:ext>
    </p:extLst>
  </p:cSld>
  <p:clrMapOvr>
    <a:masterClrMapping/>
  </p:clrMapOvr>
  <p:transition>
    <p:fade/>
  </p:transition>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What about NETCONF?</a:t>
            </a:r>
            <a:endParaRPr lang="en-US" dirty="0"/>
          </a:p>
        </p:txBody>
      </p:sp>
      <p:pic>
        <p:nvPicPr>
          <p:cNvPr id="4" name="Content Placeholder 3"/>
          <p:cNvPicPr>
            <a:picLocks noGrp="1" noChangeAspect="1"/>
          </p:cNvPicPr>
          <p:nvPr>
            <p:ph idx="4294967295"/>
          </p:nvPr>
        </p:nvPicPr>
        <p:blipFill>
          <a:blip r:embed="rId3"/>
          <a:stretch>
            <a:fillRect/>
          </a:stretch>
        </p:blipFill>
        <p:spPr>
          <a:xfrm>
            <a:off x="785685" y="1200150"/>
            <a:ext cx="7654925" cy="3073400"/>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46</a:t>
            </a:fld>
            <a:endParaRPr lang="en-US" dirty="0"/>
          </a:p>
        </p:txBody>
      </p:sp>
    </p:spTree>
    <p:extLst>
      <p:ext uri="{BB962C8B-B14F-4D97-AF65-F5344CB8AC3E}">
        <p14:creationId xmlns:p14="http://schemas.microsoft.com/office/powerpoint/2010/main" val="936940948"/>
      </p:ext>
    </p:extLst>
  </p:cSld>
  <p:clrMapOvr>
    <a:masterClrMapping/>
  </p:clrMapOvr>
  <p:transition>
    <p:fade/>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RESTCONF Protocol Stack &amp; Transport</a:t>
            </a:r>
            <a:endParaRPr lang="en-US" dirty="0"/>
          </a:p>
        </p:txBody>
      </p:sp>
      <p:pic>
        <p:nvPicPr>
          <p:cNvPr id="4" name="Content Placeholder 3"/>
          <p:cNvPicPr>
            <a:picLocks noGrp="1" noChangeAspect="1"/>
          </p:cNvPicPr>
          <p:nvPr>
            <p:ph idx="4294967295"/>
          </p:nvPr>
        </p:nvPicPr>
        <p:blipFill>
          <a:blip r:embed="rId3"/>
          <a:stretch>
            <a:fillRect/>
          </a:stretch>
        </p:blipFill>
        <p:spPr>
          <a:xfrm>
            <a:off x="682498" y="1123950"/>
            <a:ext cx="7861300" cy="3073400"/>
          </a:xfrm>
          <a:prstGeom prst="rect">
            <a:avLst/>
          </a:prstGeom>
        </p:spPr>
      </p:pic>
      <p:sp>
        <p:nvSpPr>
          <p:cNvPr id="5" name="Slide Number Placeholder 4"/>
          <p:cNvSpPr>
            <a:spLocks noGrp="1"/>
          </p:cNvSpPr>
          <p:nvPr>
            <p:ph type="sldNum" sz="quarter" idx="4"/>
          </p:nvPr>
        </p:nvSpPr>
        <p:spPr/>
        <p:txBody>
          <a:bodyPr/>
          <a:lstStyle/>
          <a:p>
            <a:fld id="{96A97DD0-5BE7-4856-A2A9-C42C6688E607}" type="slidenum">
              <a:rPr lang="en-US" smtClean="0"/>
              <a:pPr/>
              <a:t>47</a:t>
            </a:fld>
            <a:endParaRPr lang="en-US" dirty="0"/>
          </a:p>
        </p:txBody>
      </p:sp>
    </p:spTree>
    <p:extLst>
      <p:ext uri="{BB962C8B-B14F-4D97-AF65-F5344CB8AC3E}">
        <p14:creationId xmlns:p14="http://schemas.microsoft.com/office/powerpoint/2010/main" val="1977148119"/>
      </p:ext>
    </p:extLst>
  </p:cSld>
  <p:clrMapOvr>
    <a:masterClrMapping/>
  </p:clrMapOvr>
  <p:transition>
    <p:fade/>
  </p:transition>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Operations - HTTP CRUD</a:t>
            </a:r>
          </a:p>
        </p:txBody>
      </p:sp>
      <p:graphicFrame>
        <p:nvGraphicFramePr>
          <p:cNvPr id="3" name="Table 2"/>
          <p:cNvGraphicFramePr>
            <a:graphicFrameLocks noGrp="1"/>
          </p:cNvGraphicFramePr>
          <p:nvPr>
            <p:extLst>
              <p:ext uri="{D42A27DB-BD31-4B8C-83A1-F6EECF244321}">
                <p14:modId xmlns:p14="http://schemas.microsoft.com/office/powerpoint/2010/main" val="785923579"/>
              </p:ext>
            </p:extLst>
          </p:nvPr>
        </p:nvGraphicFramePr>
        <p:xfrm>
          <a:off x="457200" y="1352550"/>
          <a:ext cx="8267699" cy="2473960"/>
        </p:xfrm>
        <a:graphic>
          <a:graphicData uri="http://schemas.openxmlformats.org/drawingml/2006/table">
            <a:tbl>
              <a:tblPr firstRow="1" bandRow="1">
                <a:tableStyleId>{073A0DAA-6AF3-43AB-8588-CEC1D06C72B9}</a:tableStyleId>
              </a:tblPr>
              <a:tblGrid>
                <a:gridCol w="1467531">
                  <a:extLst>
                    <a:ext uri="{9D8B030D-6E8A-4147-A177-3AD203B41FA5}">
                      <a16:colId xmlns="" xmlns:a16="http://schemas.microsoft.com/office/drawing/2014/main" val="20000"/>
                    </a:ext>
                  </a:extLst>
                </a:gridCol>
                <a:gridCol w="6800168">
                  <a:extLst>
                    <a:ext uri="{9D8B030D-6E8A-4147-A177-3AD203B41FA5}">
                      <a16:colId xmlns="" xmlns:a16="http://schemas.microsoft.com/office/drawing/2014/main" val="20001"/>
                    </a:ext>
                  </a:extLst>
                </a:gridCol>
              </a:tblGrid>
              <a:tr h="370840">
                <a:tc>
                  <a:txBody>
                    <a:bodyPr/>
                    <a:lstStyle/>
                    <a:p>
                      <a:r>
                        <a:rPr lang="en-US" sz="1200" dirty="0" smtClean="0"/>
                        <a:t>RESTCONF</a:t>
                      </a:r>
                      <a:endParaRPr lang="en-US" sz="1200" dirty="0"/>
                    </a:p>
                  </a:txBody>
                  <a:tcPr/>
                </a:tc>
                <a:tc>
                  <a:txBody>
                    <a:bodyPr/>
                    <a:lstStyle/>
                    <a:p>
                      <a:r>
                        <a:rPr lang="en-US" sz="1200" dirty="0" smtClean="0"/>
                        <a:t>NETCONF</a:t>
                      </a:r>
                      <a:endParaRPr lang="en-US" sz="1200" dirty="0"/>
                    </a:p>
                  </a:txBody>
                  <a:tcPr/>
                </a:tc>
                <a:extLst>
                  <a:ext uri="{0D108BD9-81ED-4DB2-BD59-A6C34878D82A}">
                    <a16:rowId xmlns="" xmlns:a16="http://schemas.microsoft.com/office/drawing/2014/main" val="10000"/>
                  </a:ext>
                </a:extLst>
              </a:tr>
              <a:tr h="370840">
                <a:tc>
                  <a:txBody>
                    <a:bodyPr/>
                    <a:lstStyle/>
                    <a:p>
                      <a:r>
                        <a:rPr lang="en-US" sz="1600" b="1" dirty="0" smtClean="0"/>
                        <a:t>GET</a:t>
                      </a:r>
                      <a:endParaRPr lang="en-US" sz="1600" b="1" dirty="0"/>
                    </a:p>
                  </a:txBody>
                  <a:tcPr/>
                </a:tc>
                <a:tc>
                  <a:txBody>
                    <a:bodyPr/>
                    <a:lstStyle/>
                    <a:p>
                      <a:r>
                        <a:rPr lang="en-US" sz="1600" dirty="0" smtClean="0">
                          <a:latin typeface="Courier" charset="0"/>
                          <a:ea typeface="Courier" charset="0"/>
                          <a:cs typeface="Courier" charset="0"/>
                        </a:rPr>
                        <a:t>&lt;get&gt;</a:t>
                      </a:r>
                      <a:r>
                        <a:rPr lang="en-US" sz="2800" b="0" i="0" kern="1200" dirty="0" smtClean="0">
                          <a:solidFill>
                            <a:schemeClr val="dk1"/>
                          </a:solidFill>
                          <a:effectLst/>
                          <a:latin typeface="Courier" charset="0"/>
                          <a:ea typeface="Courier" charset="0"/>
                          <a:cs typeface="Courier" charset="0"/>
                        </a:rPr>
                        <a:t> , </a:t>
                      </a:r>
                      <a:r>
                        <a:rPr lang="en-US" sz="1600" dirty="0" smtClean="0">
                          <a:latin typeface="Courier" charset="0"/>
                          <a:ea typeface="Courier" charset="0"/>
                          <a:cs typeface="Courier" charset="0"/>
                        </a:rPr>
                        <a:t>&lt;get-</a:t>
                      </a:r>
                      <a:r>
                        <a:rPr lang="en-US" sz="1600" dirty="0" err="1" smtClean="0">
                          <a:latin typeface="Courier" charset="0"/>
                          <a:ea typeface="Courier" charset="0"/>
                          <a:cs typeface="Courier" charset="0"/>
                        </a:rPr>
                        <a:t>config</a:t>
                      </a:r>
                      <a:r>
                        <a:rPr lang="en-US" sz="1600" dirty="0" smtClean="0">
                          <a:latin typeface="Courier" charset="0"/>
                          <a:ea typeface="Courier" charset="0"/>
                          <a:cs typeface="Courier" charset="0"/>
                        </a:rPr>
                        <a:t>&gt;</a:t>
                      </a:r>
                      <a:endParaRPr lang="en-US" sz="1600" dirty="0">
                        <a:latin typeface="Courier" charset="0"/>
                        <a:ea typeface="Courier" charset="0"/>
                        <a:cs typeface="Courier" charset="0"/>
                      </a:endParaRPr>
                    </a:p>
                  </a:txBody>
                  <a:tcPr/>
                </a:tc>
                <a:extLst>
                  <a:ext uri="{0D108BD9-81ED-4DB2-BD59-A6C34878D82A}">
                    <a16:rowId xmlns="" xmlns:a16="http://schemas.microsoft.com/office/drawing/2014/main" val="10001"/>
                  </a:ext>
                </a:extLst>
              </a:tr>
              <a:tr h="370840">
                <a:tc>
                  <a:txBody>
                    <a:bodyPr/>
                    <a:lstStyle/>
                    <a:p>
                      <a:r>
                        <a:rPr lang="en-US" sz="1600" b="1" dirty="0" smtClean="0"/>
                        <a:t>POST</a:t>
                      </a:r>
                      <a:endParaRPr lang="en-US" sz="1600" b="1" dirty="0"/>
                    </a:p>
                  </a:txBody>
                  <a:tcPr/>
                </a:tc>
                <a:tc>
                  <a:txBody>
                    <a:bodyPr/>
                    <a:lstStyle/>
                    <a:p>
                      <a:r>
                        <a:rPr lang="en-US" sz="1600" dirty="0" smtClean="0">
                          <a:latin typeface="Courier" charset="0"/>
                          <a:ea typeface="Courier" charset="0"/>
                          <a:cs typeface="Courier" charset="0"/>
                        </a:rPr>
                        <a:t>&lt;edit-</a:t>
                      </a:r>
                      <a:r>
                        <a:rPr lang="en-US" sz="1600" dirty="0" err="1" smtClean="0">
                          <a:latin typeface="Courier" charset="0"/>
                          <a:ea typeface="Courier" charset="0"/>
                          <a:cs typeface="Courier" charset="0"/>
                        </a:rPr>
                        <a:t>config</a:t>
                      </a:r>
                      <a:r>
                        <a:rPr lang="en-US" sz="1600" dirty="0" smtClean="0">
                          <a:latin typeface="Courier" charset="0"/>
                          <a:ea typeface="Courier" charset="0"/>
                          <a:cs typeface="Courier" charset="0"/>
                        </a:rPr>
                        <a:t>&gt;</a:t>
                      </a:r>
                      <a:r>
                        <a:rPr lang="en-US" sz="2000" b="0" i="0" kern="1200" dirty="0" smtClean="0">
                          <a:solidFill>
                            <a:schemeClr val="dk1"/>
                          </a:solidFill>
                          <a:effectLst/>
                          <a:latin typeface="Courier" charset="0"/>
                          <a:ea typeface="Courier" charset="0"/>
                          <a:cs typeface="Courier" charset="0"/>
                        </a:rPr>
                        <a:t> (operation="create")</a:t>
                      </a:r>
                      <a:endParaRPr lang="en-US" sz="1200" dirty="0">
                        <a:latin typeface="Courier" charset="0"/>
                        <a:ea typeface="Courier" charset="0"/>
                        <a:cs typeface="Courier" charset="0"/>
                      </a:endParaRPr>
                    </a:p>
                  </a:txBody>
                  <a:tcPr/>
                </a:tc>
                <a:extLst>
                  <a:ext uri="{0D108BD9-81ED-4DB2-BD59-A6C34878D82A}">
                    <a16:rowId xmlns="" xmlns:a16="http://schemas.microsoft.com/office/drawing/2014/main" val="10002"/>
                  </a:ext>
                </a:extLst>
              </a:tr>
              <a:tr h="370840">
                <a:tc>
                  <a:txBody>
                    <a:bodyPr/>
                    <a:lstStyle/>
                    <a:p>
                      <a:r>
                        <a:rPr lang="en-US" sz="1600" b="1" dirty="0" smtClean="0"/>
                        <a:t>PUT</a:t>
                      </a:r>
                      <a:endParaRPr lang="en-US" sz="1600" b="1" dirty="0"/>
                    </a:p>
                  </a:txBody>
                  <a:tcPr/>
                </a:tc>
                <a:tc>
                  <a:txBody>
                    <a:bodyPr/>
                    <a:lstStyle/>
                    <a:p>
                      <a:r>
                        <a:rPr lang="en-US" sz="1600" dirty="0" smtClean="0">
                          <a:latin typeface="Courier" charset="0"/>
                          <a:ea typeface="Courier" charset="0"/>
                          <a:cs typeface="Courier" charset="0"/>
                        </a:rPr>
                        <a:t>&lt;edit-</a:t>
                      </a:r>
                      <a:r>
                        <a:rPr lang="en-US" sz="1600" dirty="0" err="1" smtClean="0">
                          <a:latin typeface="Courier" charset="0"/>
                          <a:ea typeface="Courier" charset="0"/>
                          <a:cs typeface="Courier" charset="0"/>
                        </a:rPr>
                        <a:t>config</a:t>
                      </a:r>
                      <a:r>
                        <a:rPr lang="en-US" sz="1600" dirty="0" smtClean="0">
                          <a:latin typeface="Courier" charset="0"/>
                          <a:ea typeface="Courier" charset="0"/>
                          <a:cs typeface="Courier" charset="0"/>
                        </a:rPr>
                        <a:t>&gt;</a:t>
                      </a:r>
                      <a:r>
                        <a:rPr lang="en-US" sz="2000" b="0" i="0" kern="1200" dirty="0" smtClean="0">
                          <a:solidFill>
                            <a:schemeClr val="dk1"/>
                          </a:solidFill>
                          <a:effectLst/>
                          <a:latin typeface="Courier" charset="0"/>
                          <a:ea typeface="Courier" charset="0"/>
                          <a:cs typeface="Courier" charset="0"/>
                        </a:rPr>
                        <a:t> (operation="create/replace")</a:t>
                      </a:r>
                      <a:endParaRPr lang="en-US" sz="1200" dirty="0">
                        <a:latin typeface="Courier" charset="0"/>
                        <a:ea typeface="Courier" charset="0"/>
                        <a:cs typeface="Courier" charset="0"/>
                      </a:endParaRPr>
                    </a:p>
                  </a:txBody>
                  <a:tcPr/>
                </a:tc>
                <a:extLst>
                  <a:ext uri="{0D108BD9-81ED-4DB2-BD59-A6C34878D82A}">
                    <a16:rowId xmlns="" xmlns:a16="http://schemas.microsoft.com/office/drawing/2014/main" val="10003"/>
                  </a:ext>
                </a:extLst>
              </a:tr>
              <a:tr h="370840">
                <a:tc>
                  <a:txBody>
                    <a:bodyPr/>
                    <a:lstStyle/>
                    <a:p>
                      <a:r>
                        <a:rPr lang="en-US" sz="1600" b="1" dirty="0" smtClean="0"/>
                        <a:t>PATCH</a:t>
                      </a:r>
                      <a:endParaRPr lang="en-US" sz="1600" b="1" dirty="0"/>
                    </a:p>
                  </a:txBody>
                  <a:tcPr/>
                </a:tc>
                <a:tc>
                  <a:txBody>
                    <a:bodyPr/>
                    <a:lstStyle/>
                    <a:p>
                      <a:r>
                        <a:rPr lang="en-US" sz="1600" dirty="0" smtClean="0">
                          <a:latin typeface="Courier" charset="0"/>
                          <a:ea typeface="Courier" charset="0"/>
                          <a:cs typeface="Courier" charset="0"/>
                        </a:rPr>
                        <a:t>&lt;edit-</a:t>
                      </a:r>
                      <a:r>
                        <a:rPr lang="en-US" sz="1600" dirty="0" err="1" smtClean="0">
                          <a:latin typeface="Courier" charset="0"/>
                          <a:ea typeface="Courier" charset="0"/>
                          <a:cs typeface="Courier" charset="0"/>
                        </a:rPr>
                        <a:t>config</a:t>
                      </a:r>
                      <a:r>
                        <a:rPr lang="en-US" sz="1600" dirty="0" smtClean="0">
                          <a:latin typeface="Courier" charset="0"/>
                          <a:ea typeface="Courier" charset="0"/>
                          <a:cs typeface="Courier" charset="0"/>
                        </a:rPr>
                        <a:t>&gt;</a:t>
                      </a:r>
                      <a:r>
                        <a:rPr lang="en-US" sz="2000" b="0" i="0" kern="1200" dirty="0" smtClean="0">
                          <a:solidFill>
                            <a:schemeClr val="dk1"/>
                          </a:solidFill>
                          <a:effectLst/>
                          <a:latin typeface="Courier" charset="0"/>
                          <a:ea typeface="Courier" charset="0"/>
                          <a:cs typeface="Courier" charset="0"/>
                        </a:rPr>
                        <a:t> (operation="merge")</a:t>
                      </a:r>
                      <a:endParaRPr lang="en-US" sz="1200" dirty="0">
                        <a:latin typeface="Courier" charset="0"/>
                        <a:ea typeface="Courier" charset="0"/>
                        <a:cs typeface="Courier" charset="0"/>
                      </a:endParaRPr>
                    </a:p>
                  </a:txBody>
                  <a:tcPr/>
                </a:tc>
                <a:extLst>
                  <a:ext uri="{0D108BD9-81ED-4DB2-BD59-A6C34878D82A}">
                    <a16:rowId xmlns="" xmlns:a16="http://schemas.microsoft.com/office/drawing/2014/main" val="10004"/>
                  </a:ext>
                </a:extLst>
              </a:tr>
              <a:tr h="370840">
                <a:tc>
                  <a:txBody>
                    <a:bodyPr/>
                    <a:lstStyle/>
                    <a:p>
                      <a:r>
                        <a:rPr lang="en-US" sz="1600" b="1" dirty="0" smtClean="0"/>
                        <a:t>DELETE</a:t>
                      </a:r>
                      <a:endParaRPr lang="en-US" sz="1600" b="1" dirty="0"/>
                    </a:p>
                  </a:txBody>
                  <a:tcPr/>
                </a:tc>
                <a:tc>
                  <a:txBody>
                    <a:bodyPr/>
                    <a:lstStyle/>
                    <a:p>
                      <a:r>
                        <a:rPr lang="en-US" sz="1600" dirty="0" smtClean="0">
                          <a:latin typeface="Courier" charset="0"/>
                          <a:ea typeface="Courier" charset="0"/>
                          <a:cs typeface="Courier" charset="0"/>
                        </a:rPr>
                        <a:t>&lt;edit-</a:t>
                      </a:r>
                      <a:r>
                        <a:rPr lang="en-US" sz="1600" dirty="0" err="1" smtClean="0">
                          <a:latin typeface="Courier" charset="0"/>
                          <a:ea typeface="Courier" charset="0"/>
                          <a:cs typeface="Courier" charset="0"/>
                        </a:rPr>
                        <a:t>config</a:t>
                      </a:r>
                      <a:r>
                        <a:rPr lang="en-US" sz="1600" dirty="0" smtClean="0">
                          <a:latin typeface="Courier" charset="0"/>
                          <a:ea typeface="Courier" charset="0"/>
                          <a:cs typeface="Courier" charset="0"/>
                        </a:rPr>
                        <a:t>&gt;</a:t>
                      </a:r>
                      <a:r>
                        <a:rPr lang="en-US" sz="2000" b="0" i="0" kern="1200" dirty="0" smtClean="0">
                          <a:solidFill>
                            <a:schemeClr val="dk1"/>
                          </a:solidFill>
                          <a:effectLst/>
                          <a:latin typeface="Courier" charset="0"/>
                          <a:ea typeface="Courier" charset="0"/>
                          <a:cs typeface="Courier" charset="0"/>
                        </a:rPr>
                        <a:t> (operation="delete")</a:t>
                      </a:r>
                      <a:endParaRPr lang="en-US" sz="1200" dirty="0">
                        <a:latin typeface="Courier" charset="0"/>
                        <a:ea typeface="Courier" charset="0"/>
                        <a:cs typeface="Courier" charset="0"/>
                      </a:endParaRPr>
                    </a:p>
                  </a:txBody>
                  <a:tcPr/>
                </a:tc>
                <a:extLst>
                  <a:ext uri="{0D108BD9-81ED-4DB2-BD59-A6C34878D82A}">
                    <a16:rowId xmlns="" xmlns:a16="http://schemas.microsoft.com/office/drawing/2014/main" val="10005"/>
                  </a:ext>
                </a:extLst>
              </a:tr>
            </a:tbl>
          </a:graphicData>
        </a:graphic>
      </p:graphicFrame>
      <p:sp>
        <p:nvSpPr>
          <p:cNvPr id="5" name="Slide Number Placeholder 4"/>
          <p:cNvSpPr>
            <a:spLocks noGrp="1"/>
          </p:cNvSpPr>
          <p:nvPr>
            <p:ph type="sldNum" sz="quarter" idx="4"/>
          </p:nvPr>
        </p:nvSpPr>
        <p:spPr/>
        <p:txBody>
          <a:bodyPr/>
          <a:lstStyle/>
          <a:p>
            <a:fld id="{96A97DD0-5BE7-4856-A2A9-C42C6688E607}" type="slidenum">
              <a:rPr lang="en-US" smtClean="0"/>
              <a:pPr/>
              <a:t>48</a:t>
            </a:fld>
            <a:endParaRPr lang="en-US" dirty="0"/>
          </a:p>
        </p:txBody>
      </p:sp>
    </p:spTree>
    <p:extLst>
      <p:ext uri="{BB962C8B-B14F-4D97-AF65-F5344CB8AC3E}">
        <p14:creationId xmlns:p14="http://schemas.microsoft.com/office/powerpoint/2010/main" val="869047201"/>
      </p:ext>
    </p:extLst>
  </p:cSld>
  <p:clrMapOvr>
    <a:masterClrMapping/>
  </p:clrMapOvr>
  <p:transition>
    <p:fade/>
  </p:transition>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Content - XML or </a:t>
            </a:r>
            <a:r>
              <a:rPr lang="en-US" dirty="0" smtClean="0"/>
              <a:t>JSON</a:t>
            </a:r>
            <a:endParaRPr lang="en-US" dirty="0"/>
          </a:p>
        </p:txBody>
      </p:sp>
      <p:sp>
        <p:nvSpPr>
          <p:cNvPr id="2" name="Text Placeholder 1"/>
          <p:cNvSpPr>
            <a:spLocks noGrp="1"/>
          </p:cNvSpPr>
          <p:nvPr>
            <p:ph type="body" sz="quarter" idx="4294967295"/>
          </p:nvPr>
        </p:nvSpPr>
        <p:spPr>
          <a:xfrm>
            <a:off x="356616" y="1123949"/>
            <a:ext cx="3900488" cy="3082925"/>
          </a:xfrm>
        </p:spPr>
        <p:txBody>
          <a:bodyPr/>
          <a:lstStyle/>
          <a:p>
            <a:pPr marL="57140" indent="0">
              <a:buNone/>
            </a:pPr>
            <a:r>
              <a:rPr lang="en-US" b="1" u="sng" dirty="0" smtClean="0"/>
              <a:t>HTTP Headers</a:t>
            </a:r>
          </a:p>
          <a:p>
            <a:r>
              <a:rPr lang="en-US" b="1" dirty="0" smtClean="0"/>
              <a:t>Content-Type</a:t>
            </a:r>
            <a:r>
              <a:rPr lang="en-US" dirty="0"/>
              <a:t>: Specify the type of data being sent from the client</a:t>
            </a:r>
          </a:p>
          <a:p>
            <a:r>
              <a:rPr lang="en-US" b="1" dirty="0"/>
              <a:t>Accept</a:t>
            </a:r>
            <a:r>
              <a:rPr lang="en-US" dirty="0"/>
              <a:t>: Specify the type of data being requested by the client</a:t>
            </a:r>
          </a:p>
          <a:p>
            <a:endParaRPr lang="en-US" dirty="0"/>
          </a:p>
        </p:txBody>
      </p:sp>
      <p:sp>
        <p:nvSpPr>
          <p:cNvPr id="3" name="Text Placeholder 2"/>
          <p:cNvSpPr>
            <a:spLocks noGrp="1"/>
          </p:cNvSpPr>
          <p:nvPr>
            <p:ph type="body" sz="quarter" idx="4294967295"/>
          </p:nvPr>
        </p:nvSpPr>
        <p:spPr>
          <a:xfrm>
            <a:off x="4650105" y="1123948"/>
            <a:ext cx="4219575" cy="3082925"/>
          </a:xfrm>
        </p:spPr>
        <p:txBody>
          <a:bodyPr/>
          <a:lstStyle/>
          <a:p>
            <a:pPr marL="57140" indent="0">
              <a:buNone/>
            </a:pPr>
            <a:r>
              <a:rPr lang="en-US" b="1" u="sng" dirty="0" smtClean="0"/>
              <a:t>RESTCONF MIME Types</a:t>
            </a:r>
          </a:p>
          <a:p>
            <a:r>
              <a:rPr lang="en-US" b="1" dirty="0" smtClean="0"/>
              <a:t>application/</a:t>
            </a:r>
            <a:r>
              <a:rPr lang="en-US" b="1" dirty="0" err="1" smtClean="0"/>
              <a:t>vnd.yang.data+json</a:t>
            </a:r>
            <a:endParaRPr lang="en-US" dirty="0"/>
          </a:p>
          <a:p>
            <a:r>
              <a:rPr lang="en-US" b="1" dirty="0" smtClean="0"/>
              <a:t>application/</a:t>
            </a:r>
            <a:r>
              <a:rPr lang="en-US" b="1" dirty="0" err="1" smtClean="0"/>
              <a:t>vnd.yang.data+xml</a:t>
            </a:r>
            <a:endParaRPr lang="en-US" dirty="0"/>
          </a:p>
        </p:txBody>
      </p:sp>
      <p:sp>
        <p:nvSpPr>
          <p:cNvPr id="6" name="Slide Number Placeholder 5"/>
          <p:cNvSpPr>
            <a:spLocks noGrp="1"/>
          </p:cNvSpPr>
          <p:nvPr>
            <p:ph type="sldNum" sz="quarter" idx="4"/>
          </p:nvPr>
        </p:nvSpPr>
        <p:spPr/>
        <p:txBody>
          <a:bodyPr/>
          <a:lstStyle/>
          <a:p>
            <a:fld id="{96A97DD0-5BE7-4856-A2A9-C42C6688E607}" type="slidenum">
              <a:rPr lang="en-US" smtClean="0"/>
              <a:pPr/>
              <a:t>49</a:t>
            </a:fld>
            <a:endParaRPr lang="en-US" dirty="0"/>
          </a:p>
        </p:txBody>
      </p:sp>
    </p:spTree>
    <p:extLst>
      <p:ext uri="{BB962C8B-B14F-4D97-AF65-F5344CB8AC3E}">
        <p14:creationId xmlns:p14="http://schemas.microsoft.com/office/powerpoint/2010/main" val="1313292787"/>
      </p:ext>
    </p:extLst>
  </p:cSld>
  <p:clrMapOvr>
    <a:masterClrMapping/>
  </p:clrMapOvr>
  <p:transition>
    <p:fade/>
  </p:transition>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Constructing RESTCONF </a:t>
            </a:r>
            <a:r>
              <a:rPr lang="en-US" dirty="0" smtClean="0"/>
              <a:t>URIs</a:t>
            </a:r>
            <a:endParaRPr lang="en-US" dirty="0"/>
          </a:p>
        </p:txBody>
      </p:sp>
      <p:sp>
        <p:nvSpPr>
          <p:cNvPr id="2" name="Content Placeholder 1"/>
          <p:cNvSpPr>
            <a:spLocks noGrp="1"/>
          </p:cNvSpPr>
          <p:nvPr>
            <p:ph idx="4294967295"/>
          </p:nvPr>
        </p:nvSpPr>
        <p:spPr>
          <a:xfrm>
            <a:off x="863600" y="1620838"/>
            <a:ext cx="8280400" cy="2651125"/>
          </a:xfrm>
        </p:spPr>
        <p:txBody>
          <a:bodyPr/>
          <a:lstStyle/>
          <a:p>
            <a:pPr marL="285750" indent="-285750" algn="l">
              <a:buFont typeface="Arial" charset="0"/>
              <a:buChar char="•"/>
            </a:pPr>
            <a:r>
              <a:rPr lang="en-US" b="1" dirty="0">
                <a:solidFill>
                  <a:schemeClr val="accent1"/>
                </a:solidFill>
              </a:rPr>
              <a:t>ADDRESS</a:t>
            </a:r>
            <a:r>
              <a:rPr lang="en-US" dirty="0"/>
              <a:t> - </a:t>
            </a:r>
            <a:r>
              <a:rPr lang="en-US" dirty="0" smtClean="0"/>
              <a:t>Of the </a:t>
            </a:r>
            <a:r>
              <a:rPr lang="en-US" dirty="0"/>
              <a:t>RESTCONF </a:t>
            </a:r>
            <a:r>
              <a:rPr lang="en-US" dirty="0" smtClean="0"/>
              <a:t>Agent</a:t>
            </a:r>
          </a:p>
          <a:p>
            <a:pPr marL="285750" indent="-285750" algn="l">
              <a:buFont typeface="Arial" charset="0"/>
              <a:buChar char="•"/>
            </a:pPr>
            <a:r>
              <a:rPr lang="en-US" b="1" dirty="0" smtClean="0">
                <a:solidFill>
                  <a:schemeClr val="accent6"/>
                </a:solidFill>
              </a:rPr>
              <a:t>ROOT</a:t>
            </a:r>
            <a:r>
              <a:rPr lang="en-US" dirty="0" smtClean="0"/>
              <a:t> - The main entry point for RESTCONF requests.</a:t>
            </a:r>
          </a:p>
          <a:p>
            <a:pPr marL="285750" indent="-285750" algn="l">
              <a:buFont typeface="Arial" charset="0"/>
              <a:buChar char="•"/>
            </a:pPr>
            <a:r>
              <a:rPr lang="en-US" b="1" dirty="0" smtClean="0">
                <a:solidFill>
                  <a:srgbClr val="FF0000"/>
                </a:solidFill>
              </a:rPr>
              <a:t>DATA </a:t>
            </a:r>
            <a:r>
              <a:rPr lang="en-US" b="1" dirty="0">
                <a:solidFill>
                  <a:srgbClr val="FF0000"/>
                </a:solidFill>
              </a:rPr>
              <a:t>STORE</a:t>
            </a:r>
            <a:r>
              <a:rPr lang="en-US" dirty="0"/>
              <a:t> - The data store being queried </a:t>
            </a:r>
          </a:p>
          <a:p>
            <a:pPr marL="285750" indent="-285750" algn="l">
              <a:buFont typeface="Arial" charset="0"/>
              <a:buChar char="•"/>
            </a:pPr>
            <a:r>
              <a:rPr lang="en-US" b="1" dirty="0"/>
              <a:t>[</a:t>
            </a:r>
            <a:r>
              <a:rPr lang="en-US" b="1" dirty="0">
                <a:solidFill>
                  <a:srgbClr val="FFC000"/>
                </a:solidFill>
              </a:rPr>
              <a:t>YANG MODULE</a:t>
            </a:r>
            <a:r>
              <a:rPr lang="en-US" b="1" dirty="0"/>
              <a:t>:]</a:t>
            </a:r>
            <a:r>
              <a:rPr lang="en-US" b="1" dirty="0">
                <a:solidFill>
                  <a:srgbClr val="FFC000"/>
                </a:solidFill>
              </a:rPr>
              <a:t>CONTAINER</a:t>
            </a:r>
            <a:r>
              <a:rPr lang="en-US" dirty="0"/>
              <a:t> - The base model container being used</a:t>
            </a:r>
          </a:p>
          <a:p>
            <a:pPr marL="285750" indent="-285750" algn="l">
              <a:buFont typeface="Arial" charset="0"/>
              <a:buChar char="•"/>
            </a:pPr>
            <a:r>
              <a:rPr lang="en-US" b="1" dirty="0" smtClean="0">
                <a:solidFill>
                  <a:srgbClr val="7030A0"/>
                </a:solidFill>
              </a:rPr>
              <a:t>LEAF</a:t>
            </a:r>
            <a:r>
              <a:rPr lang="en-US" dirty="0"/>
              <a:t> - An individual element from within the container</a:t>
            </a:r>
          </a:p>
          <a:p>
            <a:pPr marL="285750" indent="-285750" algn="l">
              <a:buFont typeface="Arial" charset="0"/>
              <a:buChar char="•"/>
            </a:pPr>
            <a:r>
              <a:rPr lang="en-US" b="1" dirty="0"/>
              <a:t>[?&lt;</a:t>
            </a:r>
            <a:r>
              <a:rPr lang="en-US" b="1" dirty="0">
                <a:solidFill>
                  <a:srgbClr val="C00000"/>
                </a:solidFill>
              </a:rPr>
              <a:t>OPTIONS</a:t>
            </a:r>
            <a:r>
              <a:rPr lang="en-US" b="1" dirty="0"/>
              <a:t>&gt;]</a:t>
            </a:r>
            <a:r>
              <a:rPr lang="en-US" dirty="0"/>
              <a:t> - </a:t>
            </a:r>
            <a:r>
              <a:rPr lang="en-US" dirty="0" smtClean="0"/>
              <a:t>optional parameters </a:t>
            </a:r>
            <a:r>
              <a:rPr lang="en-US" dirty="0"/>
              <a:t>that impact returned results</a:t>
            </a:r>
            <a:r>
              <a:rPr lang="en-US" dirty="0" smtClean="0"/>
              <a:t>.</a:t>
            </a:r>
            <a:endParaRPr lang="en-US" dirty="0"/>
          </a:p>
        </p:txBody>
      </p:sp>
      <p:sp>
        <p:nvSpPr>
          <p:cNvPr id="4" name="Rectangle 3"/>
          <p:cNvSpPr/>
          <p:nvPr/>
        </p:nvSpPr>
        <p:spPr>
          <a:xfrm>
            <a:off x="1" y="1073150"/>
            <a:ext cx="9144000" cy="307777"/>
          </a:xfrm>
          <a:prstGeom prst="rect">
            <a:avLst/>
          </a:prstGeom>
        </p:spPr>
        <p:txBody>
          <a:bodyPr wrap="square">
            <a:spAutoFit/>
          </a:bodyPr>
          <a:lstStyle/>
          <a:p>
            <a:pPr algn="ctr"/>
            <a:r>
              <a:rPr lang="en-US" sz="1400" b="1" dirty="0">
                <a:latin typeface="Courier" charset="0"/>
                <a:ea typeface="Courier" charset="0"/>
                <a:cs typeface="Courier" charset="0"/>
              </a:rPr>
              <a:t>https://&lt;</a:t>
            </a:r>
            <a:r>
              <a:rPr lang="en-US" sz="1400" b="1" dirty="0">
                <a:solidFill>
                  <a:schemeClr val="accent1"/>
                </a:solidFill>
                <a:latin typeface="Courier" charset="0"/>
                <a:ea typeface="Courier" charset="0"/>
                <a:cs typeface="Courier" charset="0"/>
              </a:rPr>
              <a:t>ADDRESS</a:t>
            </a:r>
            <a:r>
              <a:rPr lang="en-US" sz="1400" b="1" dirty="0">
                <a:latin typeface="Courier" charset="0"/>
                <a:ea typeface="Courier" charset="0"/>
                <a:cs typeface="Courier" charset="0"/>
              </a:rPr>
              <a:t>&gt;/&lt;</a:t>
            </a:r>
            <a:r>
              <a:rPr lang="en-US" sz="1400" b="1" dirty="0">
                <a:solidFill>
                  <a:schemeClr val="accent6"/>
                </a:solidFill>
                <a:latin typeface="Courier" charset="0"/>
                <a:ea typeface="Courier" charset="0"/>
                <a:cs typeface="Courier" charset="0"/>
              </a:rPr>
              <a:t>ROOT</a:t>
            </a:r>
            <a:r>
              <a:rPr lang="en-US" sz="1400" b="1" dirty="0">
                <a:latin typeface="Courier" charset="0"/>
                <a:ea typeface="Courier" charset="0"/>
                <a:cs typeface="Courier" charset="0"/>
              </a:rPr>
              <a:t>&gt;/&lt;</a:t>
            </a:r>
            <a:r>
              <a:rPr lang="en-US" sz="1400" b="1" dirty="0">
                <a:solidFill>
                  <a:srgbClr val="FF0000"/>
                </a:solidFill>
                <a:latin typeface="Courier" charset="0"/>
                <a:ea typeface="Courier" charset="0"/>
                <a:cs typeface="Courier" charset="0"/>
              </a:rPr>
              <a:t>DATA STORE</a:t>
            </a:r>
            <a:r>
              <a:rPr lang="en-US" sz="1400" b="1" dirty="0">
                <a:latin typeface="Courier" charset="0"/>
                <a:ea typeface="Courier" charset="0"/>
                <a:cs typeface="Courier" charset="0"/>
              </a:rPr>
              <a:t>&gt;/&lt;[</a:t>
            </a:r>
            <a:r>
              <a:rPr lang="en-US" sz="1400" b="1" dirty="0">
                <a:solidFill>
                  <a:srgbClr val="FFC000"/>
                </a:solidFill>
                <a:latin typeface="Courier" charset="0"/>
                <a:ea typeface="Courier" charset="0"/>
                <a:cs typeface="Courier" charset="0"/>
              </a:rPr>
              <a:t>YANG MODULE</a:t>
            </a:r>
            <a:r>
              <a:rPr lang="en-US" sz="1400" b="1" dirty="0">
                <a:latin typeface="Courier" charset="0"/>
                <a:ea typeface="Courier" charset="0"/>
                <a:cs typeface="Courier" charset="0"/>
              </a:rPr>
              <a:t>:]</a:t>
            </a:r>
            <a:r>
              <a:rPr lang="en-US" sz="1400" b="1" dirty="0">
                <a:solidFill>
                  <a:srgbClr val="FFC000"/>
                </a:solidFill>
                <a:latin typeface="Courier" charset="0"/>
                <a:ea typeface="Courier" charset="0"/>
                <a:cs typeface="Courier" charset="0"/>
              </a:rPr>
              <a:t>CONTAINER</a:t>
            </a:r>
            <a:r>
              <a:rPr lang="en-US" sz="1400" b="1" dirty="0">
                <a:latin typeface="Courier" charset="0"/>
                <a:ea typeface="Courier" charset="0"/>
                <a:cs typeface="Courier" charset="0"/>
              </a:rPr>
              <a:t>&gt;/&lt;</a:t>
            </a:r>
            <a:r>
              <a:rPr lang="en-US" sz="1400" b="1" dirty="0">
                <a:solidFill>
                  <a:srgbClr val="7030A0"/>
                </a:solidFill>
                <a:latin typeface="Courier" charset="0"/>
                <a:ea typeface="Courier" charset="0"/>
                <a:cs typeface="Courier" charset="0"/>
              </a:rPr>
              <a:t>LEAF</a:t>
            </a:r>
            <a:r>
              <a:rPr lang="en-US" sz="1400" b="1" dirty="0">
                <a:latin typeface="Courier" charset="0"/>
                <a:ea typeface="Courier" charset="0"/>
                <a:cs typeface="Courier" charset="0"/>
              </a:rPr>
              <a:t>&gt;[?&lt;</a:t>
            </a:r>
            <a:r>
              <a:rPr lang="en-US" sz="1400" b="1" dirty="0">
                <a:solidFill>
                  <a:srgbClr val="C00000"/>
                </a:solidFill>
                <a:latin typeface="Courier" charset="0"/>
                <a:ea typeface="Courier" charset="0"/>
                <a:cs typeface="Courier" charset="0"/>
              </a:rPr>
              <a:t>OPTIONS</a:t>
            </a:r>
            <a:r>
              <a:rPr lang="en-US" sz="1400" b="1" dirty="0">
                <a:latin typeface="Courier" charset="0"/>
                <a:ea typeface="Courier" charset="0"/>
                <a:cs typeface="Courier" charset="0"/>
              </a:rPr>
              <a:t>&gt;]</a:t>
            </a:r>
          </a:p>
        </p:txBody>
      </p:sp>
      <p:sp>
        <p:nvSpPr>
          <p:cNvPr id="6" name="Slide Number Placeholder 5"/>
          <p:cNvSpPr>
            <a:spLocks noGrp="1"/>
          </p:cNvSpPr>
          <p:nvPr>
            <p:ph type="sldNum" sz="quarter" idx="4"/>
          </p:nvPr>
        </p:nvSpPr>
        <p:spPr/>
        <p:txBody>
          <a:bodyPr/>
          <a:lstStyle/>
          <a:p>
            <a:fld id="{96A97DD0-5BE7-4856-A2A9-C42C6688E607}" type="slidenum">
              <a:rPr lang="en-US" smtClean="0"/>
              <a:pPr/>
              <a:t>50</a:t>
            </a:fld>
            <a:endParaRPr lang="en-US" dirty="0"/>
          </a:p>
        </p:txBody>
      </p:sp>
    </p:spTree>
    <p:extLst>
      <p:ext uri="{BB962C8B-B14F-4D97-AF65-F5344CB8AC3E}">
        <p14:creationId xmlns:p14="http://schemas.microsoft.com/office/powerpoint/2010/main" val="829689647"/>
      </p:ext>
    </p:extLst>
  </p:cSld>
  <p:clrMapOvr>
    <a:masterClrMapping/>
  </p:clrMapOvr>
  <p:transition>
    <p:fade/>
  </p:transition>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URL Creation Review</a:t>
            </a:r>
            <a:endParaRPr lang="en-US" dirty="0"/>
          </a:p>
        </p:txBody>
      </p:sp>
      <p:sp>
        <p:nvSpPr>
          <p:cNvPr id="4" name="Content Placeholder 3"/>
          <p:cNvSpPr>
            <a:spLocks noGrp="1"/>
          </p:cNvSpPr>
          <p:nvPr>
            <p:ph idx="4294967295"/>
          </p:nvPr>
        </p:nvSpPr>
        <p:spPr>
          <a:xfrm>
            <a:off x="98425" y="1564400"/>
            <a:ext cx="9020175" cy="3033225"/>
          </a:xfrm>
        </p:spPr>
        <p:txBody>
          <a:bodyPr/>
          <a:lstStyle/>
          <a:p>
            <a:pPr marL="1785" indent="0" algn="l">
              <a:spcBef>
                <a:spcPts val="25"/>
              </a:spcBef>
              <a:buNone/>
            </a:pPr>
            <a:r>
              <a:rPr lang="en-US" sz="1400" dirty="0" smtClean="0">
                <a:latin typeface="Courier" charset="0"/>
                <a:ea typeface="Courier" charset="0"/>
                <a:cs typeface="Courier" charset="0"/>
              </a:rPr>
              <a:t>http</a:t>
            </a:r>
            <a:r>
              <a:rPr lang="en-US" sz="1400" smtClean="0">
                <a:latin typeface="Courier" charset="0"/>
                <a:ea typeface="Courier" charset="0"/>
                <a:cs typeface="Courier" charset="0"/>
              </a:rPr>
              <a:t>://</a:t>
            </a:r>
            <a:r>
              <a:rPr lang="en-US" sz="1400" b="1" smtClean="0">
                <a:solidFill>
                  <a:schemeClr val="accent1"/>
                </a:solidFill>
                <a:latin typeface="Courier" charset="0"/>
                <a:ea typeface="Courier" charset="0"/>
                <a:cs typeface="Courier" charset="0"/>
              </a:rPr>
              <a:t>192.168.27.218:8008</a:t>
            </a:r>
            <a:r>
              <a:rPr lang="en-US" sz="1400" smtClean="0">
                <a:latin typeface="Courier" charset="0"/>
                <a:ea typeface="Courier" charset="0"/>
                <a:cs typeface="Courier" charset="0"/>
              </a:rPr>
              <a:t>/</a:t>
            </a:r>
            <a:r>
              <a:rPr lang="en-US" sz="1400" b="1" dirty="0" err="1" smtClean="0">
                <a:solidFill>
                  <a:schemeClr val="accent6"/>
                </a:solidFill>
                <a:latin typeface="Courier" charset="0"/>
                <a:ea typeface="Courier" charset="0"/>
                <a:cs typeface="Courier" charset="0"/>
              </a:rPr>
              <a:t>api</a:t>
            </a:r>
            <a:r>
              <a:rPr lang="en-US" sz="1400" dirty="0" smtClean="0">
                <a:latin typeface="Courier" charset="0"/>
                <a:ea typeface="Courier" charset="0"/>
                <a:cs typeface="Courier" charset="0"/>
              </a:rPr>
              <a:t>/</a:t>
            </a:r>
            <a:r>
              <a:rPr lang="en-US" sz="1400" b="1" dirty="0" smtClean="0">
                <a:solidFill>
                  <a:srgbClr val="FF0000"/>
                </a:solidFill>
                <a:latin typeface="Courier" charset="0"/>
                <a:ea typeface="Courier" charset="0"/>
                <a:cs typeface="Courier" charset="0"/>
              </a:rPr>
              <a:t>running</a:t>
            </a:r>
            <a:r>
              <a:rPr lang="en-US" sz="1400" dirty="0" smtClean="0">
                <a:latin typeface="Courier" charset="0"/>
                <a:ea typeface="Courier" charset="0"/>
                <a:cs typeface="Courier" charset="0"/>
              </a:rPr>
              <a:t>/</a:t>
            </a:r>
            <a:r>
              <a:rPr lang="en-US" sz="1400" b="1" dirty="0" smtClean="0">
                <a:solidFill>
                  <a:srgbClr val="FFC000"/>
                </a:solidFill>
                <a:latin typeface="Courier" charset="0"/>
                <a:ea typeface="Courier" charset="0"/>
                <a:cs typeface="Courier" charset="0"/>
              </a:rPr>
              <a:t>interfaces</a:t>
            </a:r>
            <a:r>
              <a:rPr lang="en-US" sz="1400" dirty="0" smtClean="0">
                <a:solidFill>
                  <a:schemeClr val="tx1"/>
                </a:solidFill>
                <a:latin typeface="Courier" charset="0"/>
                <a:ea typeface="Courier" charset="0"/>
                <a:cs typeface="Courier" charset="0"/>
              </a:rPr>
              <a:t>/</a:t>
            </a:r>
            <a:r>
              <a:rPr lang="en-US" sz="1400" b="1" dirty="0" smtClean="0">
                <a:solidFill>
                  <a:srgbClr val="7030A0"/>
                </a:solidFill>
                <a:latin typeface="Courier" charset="0"/>
                <a:ea typeface="Courier" charset="0"/>
                <a:cs typeface="Courier" charset="0"/>
              </a:rPr>
              <a:t>interface</a:t>
            </a:r>
            <a:r>
              <a:rPr lang="en-US" sz="1400" dirty="0" smtClean="0">
                <a:solidFill>
                  <a:schemeClr val="tx1"/>
                </a:solidFill>
                <a:latin typeface="Courier" charset="0"/>
                <a:ea typeface="Courier" charset="0"/>
                <a:cs typeface="Courier" charset="0"/>
              </a:rPr>
              <a:t>/</a:t>
            </a:r>
            <a:r>
              <a:rPr lang="en-US" sz="1400" b="1" dirty="0" smtClean="0">
                <a:solidFill>
                  <a:srgbClr val="7030A0"/>
                </a:solidFill>
                <a:latin typeface="Courier" charset="0"/>
                <a:ea typeface="Courier" charset="0"/>
                <a:cs typeface="Courier" charset="0"/>
              </a:rPr>
              <a:t>GigabitEthernet2</a:t>
            </a:r>
            <a:r>
              <a:rPr lang="en-US" sz="1400" dirty="0" smtClean="0">
                <a:solidFill>
                  <a:schemeClr val="tx1"/>
                </a:solidFill>
                <a:latin typeface="Courier" charset="0"/>
                <a:ea typeface="Courier" charset="0"/>
                <a:cs typeface="Courier" charset="0"/>
              </a:rPr>
              <a:t>?</a:t>
            </a:r>
            <a:r>
              <a:rPr lang="en-US" sz="1400" b="1" dirty="0" smtClean="0">
                <a:solidFill>
                  <a:srgbClr val="AB0810"/>
                </a:solidFill>
                <a:latin typeface="Courier" charset="0"/>
                <a:ea typeface="Courier" charset="0"/>
                <a:cs typeface="Courier" charset="0"/>
              </a:rPr>
              <a:t>deep</a:t>
            </a:r>
            <a:endParaRPr lang="en-US" sz="1400" b="1" dirty="0">
              <a:solidFill>
                <a:srgbClr val="AB0810"/>
              </a:solidFill>
              <a:latin typeface="Courier" charset="0"/>
              <a:ea typeface="Courier" charset="0"/>
              <a:cs typeface="Courier" charset="0"/>
            </a:endParaRPr>
          </a:p>
          <a:p>
            <a:pPr marL="1785" indent="0" algn="l">
              <a:spcBef>
                <a:spcPts val="25"/>
              </a:spcBef>
              <a:buNone/>
            </a:pPr>
            <a:endParaRPr lang="en-US" sz="1400" dirty="0">
              <a:latin typeface="Courier" charset="0"/>
              <a:ea typeface="Courier" charset="0"/>
              <a:cs typeface="Courier" charset="0"/>
            </a:endParaRPr>
          </a:p>
          <a:p>
            <a:pPr marL="1785" indent="0" algn="l">
              <a:spcBef>
                <a:spcPts val="25"/>
              </a:spcBef>
              <a:buNone/>
            </a:pPr>
            <a:r>
              <a:rPr lang="mr-IN" sz="1400" dirty="0" err="1" smtClean="0">
                <a:latin typeface="Courier" charset="0"/>
                <a:ea typeface="Courier" charset="0"/>
                <a:cs typeface="Courier" charset="0"/>
              </a:rPr>
              <a:t>module</a:t>
            </a:r>
            <a:r>
              <a:rPr lang="mr-IN" sz="1400" dirty="0">
                <a:latin typeface="Courier" charset="0"/>
                <a:ea typeface="Courier" charset="0"/>
                <a:cs typeface="Courier" charset="0"/>
              </a:rPr>
              <a:t>: </a:t>
            </a:r>
            <a:r>
              <a:rPr lang="mr-IN" sz="1400" dirty="0" err="1">
                <a:latin typeface="Courier" charset="0"/>
                <a:ea typeface="Courier" charset="0"/>
                <a:cs typeface="Courier" charset="0"/>
              </a:rPr>
              <a:t>ietf-interfaces</a:t>
            </a:r>
            <a:endParaRPr lang="mr-IN" sz="1400" dirty="0">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b="1" dirty="0" err="1">
                <a:solidFill>
                  <a:srgbClr val="FFC000"/>
                </a:solidFill>
                <a:latin typeface="Courier" charset="0"/>
                <a:ea typeface="Courier" charset="0"/>
                <a:cs typeface="Courier" charset="0"/>
              </a:rPr>
              <a:t>interfaces</a:t>
            </a:r>
            <a:endParaRPr lang="mr-IN" sz="1400" b="1" dirty="0">
              <a:solidFill>
                <a:srgbClr val="FFC000"/>
              </a:solidFill>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b="1" dirty="0" err="1">
                <a:solidFill>
                  <a:srgbClr val="7030A0"/>
                </a:solidFill>
                <a:latin typeface="Courier" charset="0"/>
                <a:ea typeface="Courier" charset="0"/>
                <a:cs typeface="Courier" charset="0"/>
              </a:rPr>
              <a:t>interface</a:t>
            </a:r>
            <a:r>
              <a:rPr lang="mr-IN" sz="1400" dirty="0">
                <a:latin typeface="Courier" charset="0"/>
                <a:ea typeface="Courier" charset="0"/>
                <a:cs typeface="Courier" charset="0"/>
              </a:rPr>
              <a:t>* [</a:t>
            </a:r>
            <a:r>
              <a:rPr lang="mr-IN" sz="1400" b="1" dirty="0" err="1">
                <a:solidFill>
                  <a:srgbClr val="7030A0"/>
                </a:solidFill>
                <a:latin typeface="Courier" charset="0"/>
                <a:ea typeface="Courier" charset="0"/>
                <a:cs typeface="Courier" charset="0"/>
              </a:rPr>
              <a:t>name</a:t>
            </a:r>
            <a:r>
              <a:rPr lang="mr-IN" sz="1400" dirty="0">
                <a:latin typeface="Courier" charset="0"/>
                <a:ea typeface="Courier" charset="0"/>
                <a:cs typeface="Courier" charset="0"/>
              </a:rPr>
              <a:t>]</a:t>
            </a: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dirty="0" err="1">
                <a:latin typeface="Courier" charset="0"/>
                <a:ea typeface="Courier" charset="0"/>
                <a:cs typeface="Courier" charset="0"/>
              </a:rPr>
              <a:t>name</a:t>
            </a:r>
            <a:r>
              <a:rPr lang="mr-IN" sz="1400" dirty="0">
                <a:latin typeface="Courier" charset="0"/>
                <a:ea typeface="Courier" charset="0"/>
                <a:cs typeface="Courier" charset="0"/>
              </a:rPr>
              <a:t>                        </a:t>
            </a:r>
            <a:r>
              <a:rPr lang="mr-IN" sz="1400" dirty="0" err="1">
                <a:latin typeface="Courier" charset="0"/>
                <a:ea typeface="Courier" charset="0"/>
                <a:cs typeface="Courier" charset="0"/>
              </a:rPr>
              <a:t>string</a:t>
            </a:r>
            <a:endParaRPr lang="mr-IN" sz="1400" dirty="0">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dirty="0" err="1">
                <a:latin typeface="Courier" charset="0"/>
                <a:ea typeface="Courier" charset="0"/>
                <a:cs typeface="Courier" charset="0"/>
              </a:rPr>
              <a:t>description</a:t>
            </a:r>
            <a:r>
              <a:rPr lang="mr-IN" sz="1400" dirty="0">
                <a:latin typeface="Courier" charset="0"/>
                <a:ea typeface="Courier" charset="0"/>
                <a:cs typeface="Courier" charset="0"/>
              </a:rPr>
              <a:t>?                </a:t>
            </a:r>
            <a:r>
              <a:rPr lang="mr-IN" sz="1400" dirty="0" err="1">
                <a:latin typeface="Courier" charset="0"/>
                <a:ea typeface="Courier" charset="0"/>
                <a:cs typeface="Courier" charset="0"/>
              </a:rPr>
              <a:t>string</a:t>
            </a:r>
            <a:endParaRPr lang="mr-IN" sz="1400" dirty="0">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dirty="0" err="1">
                <a:latin typeface="Courier" charset="0"/>
                <a:ea typeface="Courier" charset="0"/>
                <a:cs typeface="Courier" charset="0"/>
              </a:rPr>
              <a:t>type</a:t>
            </a:r>
            <a:r>
              <a:rPr lang="mr-IN" sz="1400" dirty="0">
                <a:latin typeface="Courier" charset="0"/>
                <a:ea typeface="Courier" charset="0"/>
                <a:cs typeface="Courier" charset="0"/>
              </a:rPr>
              <a:t>                        </a:t>
            </a:r>
            <a:r>
              <a:rPr lang="mr-IN" sz="1400" dirty="0" err="1">
                <a:latin typeface="Courier" charset="0"/>
                <a:ea typeface="Courier" charset="0"/>
                <a:cs typeface="Courier" charset="0"/>
              </a:rPr>
              <a:t>identityref</a:t>
            </a:r>
            <a:endParaRPr lang="mr-IN" sz="1400" dirty="0">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dirty="0" err="1">
                <a:latin typeface="Courier" charset="0"/>
                <a:ea typeface="Courier" charset="0"/>
                <a:cs typeface="Courier" charset="0"/>
              </a:rPr>
              <a:t>enabled</a:t>
            </a:r>
            <a:r>
              <a:rPr lang="mr-IN" sz="1400" dirty="0">
                <a:latin typeface="Courier" charset="0"/>
                <a:ea typeface="Courier" charset="0"/>
                <a:cs typeface="Courier" charset="0"/>
              </a:rPr>
              <a:t>?                    </a:t>
            </a:r>
            <a:r>
              <a:rPr lang="mr-IN" sz="1400" dirty="0" err="1">
                <a:latin typeface="Courier" charset="0"/>
                <a:ea typeface="Courier" charset="0"/>
                <a:cs typeface="Courier" charset="0"/>
              </a:rPr>
              <a:t>boolean</a:t>
            </a:r>
            <a:endParaRPr lang="mr-IN" sz="1400" dirty="0">
              <a:latin typeface="Courier" charset="0"/>
              <a:ea typeface="Courier" charset="0"/>
              <a:cs typeface="Courier" charset="0"/>
            </a:endParaRPr>
          </a:p>
          <a:p>
            <a:pPr marL="1785" indent="0" algn="l">
              <a:spcBef>
                <a:spcPts val="25"/>
              </a:spcBef>
              <a:buNone/>
            </a:pPr>
            <a:r>
              <a:rPr lang="mr-IN" sz="1400" dirty="0">
                <a:latin typeface="Courier" charset="0"/>
                <a:ea typeface="Courier" charset="0"/>
                <a:cs typeface="Courier" charset="0"/>
              </a:rPr>
              <a:t>   |     +--</a:t>
            </a:r>
            <a:r>
              <a:rPr lang="mr-IN" sz="1400" dirty="0" err="1">
                <a:latin typeface="Courier" charset="0"/>
                <a:ea typeface="Courier" charset="0"/>
                <a:cs typeface="Courier" charset="0"/>
              </a:rPr>
              <a:t>rw</a:t>
            </a:r>
            <a:r>
              <a:rPr lang="mr-IN" sz="1400" dirty="0">
                <a:latin typeface="Courier" charset="0"/>
                <a:ea typeface="Courier" charset="0"/>
                <a:cs typeface="Courier" charset="0"/>
              </a:rPr>
              <a:t> </a:t>
            </a:r>
            <a:r>
              <a:rPr lang="mr-IN" sz="1400" dirty="0" err="1">
                <a:latin typeface="Courier" charset="0"/>
                <a:ea typeface="Courier" charset="0"/>
                <a:cs typeface="Courier" charset="0"/>
              </a:rPr>
              <a:t>link-up-down-trap-enable</a:t>
            </a:r>
            <a:r>
              <a:rPr lang="mr-IN" sz="1400" dirty="0">
                <a:latin typeface="Courier" charset="0"/>
                <a:ea typeface="Courier" charset="0"/>
                <a:cs typeface="Courier" charset="0"/>
              </a:rPr>
              <a:t>?   </a:t>
            </a:r>
            <a:r>
              <a:rPr lang="mr-IN" sz="1400" dirty="0" err="1">
                <a:latin typeface="Courier" charset="0"/>
                <a:ea typeface="Courier" charset="0"/>
                <a:cs typeface="Courier" charset="0"/>
              </a:rPr>
              <a:t>enumeration</a:t>
            </a:r>
            <a:r>
              <a:rPr lang="mr-IN" sz="1400" dirty="0">
                <a:latin typeface="Courier" charset="0"/>
                <a:ea typeface="Courier" charset="0"/>
                <a:cs typeface="Courier" charset="0"/>
              </a:rPr>
              <a:t> {</a:t>
            </a:r>
            <a:r>
              <a:rPr lang="mr-IN" sz="1400" dirty="0" err="1">
                <a:latin typeface="Courier" charset="0"/>
                <a:ea typeface="Courier" charset="0"/>
                <a:cs typeface="Courier" charset="0"/>
              </a:rPr>
              <a:t>if-mib</a:t>
            </a:r>
            <a:r>
              <a:rPr lang="mr-IN" sz="1400" dirty="0">
                <a:latin typeface="Courier" charset="0"/>
                <a:ea typeface="Courier" charset="0"/>
                <a:cs typeface="Courier" charset="0"/>
              </a:rPr>
              <a:t>}?</a:t>
            </a:r>
            <a:endParaRPr lang="en-US" sz="1400" dirty="0">
              <a:latin typeface="Courier" charset="0"/>
              <a:ea typeface="Courier" charset="0"/>
              <a:cs typeface="Courier" charset="0"/>
            </a:endParaRPr>
          </a:p>
        </p:txBody>
      </p:sp>
      <p:sp>
        <p:nvSpPr>
          <p:cNvPr id="9" name="TextBox 8"/>
          <p:cNvSpPr txBox="1"/>
          <p:nvPr/>
        </p:nvSpPr>
        <p:spPr>
          <a:xfrm>
            <a:off x="6167598" y="4486083"/>
            <a:ext cx="2922595" cy="276999"/>
          </a:xfrm>
          <a:prstGeom prst="rect">
            <a:avLst/>
          </a:prstGeom>
          <a:noFill/>
        </p:spPr>
        <p:txBody>
          <a:bodyPr wrap="none" rtlCol="0">
            <a:spAutoFit/>
          </a:bodyPr>
          <a:lstStyle/>
          <a:p>
            <a:pPr algn="r"/>
            <a:r>
              <a:rPr lang="en-US" sz="1200" i="1" dirty="0" smtClean="0"/>
              <a:t>Example edited for simplicity </a:t>
            </a:r>
            <a:r>
              <a:rPr lang="en-US" sz="1200" i="1" smtClean="0"/>
              <a:t>and brevity</a:t>
            </a:r>
            <a:endParaRPr lang="en-US" sz="1200" i="1"/>
          </a:p>
        </p:txBody>
      </p:sp>
      <p:sp>
        <p:nvSpPr>
          <p:cNvPr id="11" name="Rectangle 10"/>
          <p:cNvSpPr/>
          <p:nvPr/>
        </p:nvSpPr>
        <p:spPr>
          <a:xfrm>
            <a:off x="123825" y="1055155"/>
            <a:ext cx="9144000" cy="430887"/>
          </a:xfrm>
          <a:prstGeom prst="rect">
            <a:avLst/>
          </a:prstGeom>
        </p:spPr>
        <p:txBody>
          <a:bodyPr wrap="square">
            <a:spAutoFit/>
          </a:bodyPr>
          <a:lstStyle/>
          <a:p>
            <a:r>
              <a:rPr lang="en-US" sz="1100" b="1" dirty="0" smtClean="0">
                <a:latin typeface="Courier" charset="0"/>
                <a:ea typeface="Courier" charset="0"/>
                <a:cs typeface="Courier" charset="0"/>
              </a:rPr>
              <a:t>Key:</a:t>
            </a:r>
          </a:p>
          <a:p>
            <a:r>
              <a:rPr lang="en-US" sz="1100" b="1" dirty="0" smtClean="0">
                <a:latin typeface="Courier" charset="0"/>
                <a:ea typeface="Courier" charset="0"/>
                <a:cs typeface="Courier" charset="0"/>
              </a:rPr>
              <a:t>https</a:t>
            </a:r>
            <a:r>
              <a:rPr lang="en-US" sz="1100" b="1" dirty="0">
                <a:latin typeface="Courier" charset="0"/>
                <a:ea typeface="Courier" charset="0"/>
                <a:cs typeface="Courier" charset="0"/>
              </a:rPr>
              <a:t>://&lt;</a:t>
            </a:r>
            <a:r>
              <a:rPr lang="en-US" sz="1100" b="1" dirty="0">
                <a:solidFill>
                  <a:schemeClr val="accent1"/>
                </a:solidFill>
                <a:latin typeface="Courier" charset="0"/>
                <a:ea typeface="Courier" charset="0"/>
                <a:cs typeface="Courier" charset="0"/>
              </a:rPr>
              <a:t>ADDRESS</a:t>
            </a:r>
            <a:r>
              <a:rPr lang="en-US" sz="1100" b="1" dirty="0">
                <a:latin typeface="Courier" charset="0"/>
                <a:ea typeface="Courier" charset="0"/>
                <a:cs typeface="Courier" charset="0"/>
              </a:rPr>
              <a:t>&gt;/&lt;</a:t>
            </a:r>
            <a:r>
              <a:rPr lang="en-US" sz="1100" b="1" dirty="0">
                <a:solidFill>
                  <a:schemeClr val="accent6"/>
                </a:solidFill>
                <a:latin typeface="Courier" charset="0"/>
                <a:ea typeface="Courier" charset="0"/>
                <a:cs typeface="Courier" charset="0"/>
              </a:rPr>
              <a:t>ROOT</a:t>
            </a:r>
            <a:r>
              <a:rPr lang="en-US" sz="1100" b="1" dirty="0">
                <a:latin typeface="Courier" charset="0"/>
                <a:ea typeface="Courier" charset="0"/>
                <a:cs typeface="Courier" charset="0"/>
              </a:rPr>
              <a:t>&gt;/&lt;</a:t>
            </a:r>
            <a:r>
              <a:rPr lang="en-US" sz="1100" b="1" dirty="0">
                <a:solidFill>
                  <a:srgbClr val="FF0000"/>
                </a:solidFill>
                <a:latin typeface="Courier" charset="0"/>
                <a:ea typeface="Courier" charset="0"/>
                <a:cs typeface="Courier" charset="0"/>
              </a:rPr>
              <a:t>DATA STORE</a:t>
            </a:r>
            <a:r>
              <a:rPr lang="en-US" sz="1100" b="1" dirty="0">
                <a:latin typeface="Courier" charset="0"/>
                <a:ea typeface="Courier" charset="0"/>
                <a:cs typeface="Courier" charset="0"/>
              </a:rPr>
              <a:t>&gt;/&lt;[</a:t>
            </a:r>
            <a:r>
              <a:rPr lang="en-US" sz="1100" b="1" dirty="0">
                <a:solidFill>
                  <a:srgbClr val="FFC000"/>
                </a:solidFill>
                <a:latin typeface="Courier" charset="0"/>
                <a:ea typeface="Courier" charset="0"/>
                <a:cs typeface="Courier" charset="0"/>
              </a:rPr>
              <a:t>YANG MODULE</a:t>
            </a:r>
            <a:r>
              <a:rPr lang="en-US" sz="1100" b="1" dirty="0">
                <a:latin typeface="Courier" charset="0"/>
                <a:ea typeface="Courier" charset="0"/>
                <a:cs typeface="Courier" charset="0"/>
              </a:rPr>
              <a:t>:]</a:t>
            </a:r>
            <a:r>
              <a:rPr lang="en-US" sz="1100" b="1" dirty="0">
                <a:solidFill>
                  <a:srgbClr val="FFC000"/>
                </a:solidFill>
                <a:latin typeface="Courier" charset="0"/>
                <a:ea typeface="Courier" charset="0"/>
                <a:cs typeface="Courier" charset="0"/>
              </a:rPr>
              <a:t>CONTAINER</a:t>
            </a:r>
            <a:r>
              <a:rPr lang="en-US" sz="1100" b="1" dirty="0">
                <a:latin typeface="Courier" charset="0"/>
                <a:ea typeface="Courier" charset="0"/>
                <a:cs typeface="Courier" charset="0"/>
              </a:rPr>
              <a:t>&gt;/&lt;</a:t>
            </a:r>
            <a:r>
              <a:rPr lang="en-US" sz="1100" b="1" dirty="0">
                <a:solidFill>
                  <a:srgbClr val="7030A0"/>
                </a:solidFill>
                <a:latin typeface="Courier" charset="0"/>
                <a:ea typeface="Courier" charset="0"/>
                <a:cs typeface="Courier" charset="0"/>
              </a:rPr>
              <a:t>LEAF</a:t>
            </a:r>
            <a:r>
              <a:rPr lang="en-US" sz="1100" b="1" dirty="0">
                <a:latin typeface="Courier" charset="0"/>
                <a:ea typeface="Courier" charset="0"/>
                <a:cs typeface="Courier" charset="0"/>
              </a:rPr>
              <a:t>&gt;[?&lt;</a:t>
            </a:r>
            <a:r>
              <a:rPr lang="en-US" sz="1100" b="1" dirty="0">
                <a:solidFill>
                  <a:srgbClr val="C00000"/>
                </a:solidFill>
                <a:latin typeface="Courier" charset="0"/>
                <a:ea typeface="Courier" charset="0"/>
                <a:cs typeface="Courier" charset="0"/>
              </a:rPr>
              <a:t>OPTIONS</a:t>
            </a:r>
            <a:r>
              <a:rPr lang="en-US" sz="1100" b="1" dirty="0">
                <a:latin typeface="Courier" charset="0"/>
                <a:ea typeface="Courier" charset="0"/>
                <a:cs typeface="Courier" charset="0"/>
              </a:rPr>
              <a:t>&gt;]</a:t>
            </a:r>
          </a:p>
        </p:txBody>
      </p:sp>
      <p:cxnSp>
        <p:nvCxnSpPr>
          <p:cNvPr id="12" name="Straight Arrow Connector 11"/>
          <p:cNvCxnSpPr/>
          <p:nvPr/>
        </p:nvCxnSpPr>
        <p:spPr>
          <a:xfrm flipV="1">
            <a:off x="2209800" y="1809751"/>
            <a:ext cx="2500796" cy="486254"/>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p:cNvCxnSpPr/>
          <p:nvPr/>
        </p:nvCxnSpPr>
        <p:spPr>
          <a:xfrm flipV="1">
            <a:off x="2514600" y="1809751"/>
            <a:ext cx="3173344" cy="564546"/>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flipV="1">
            <a:off x="3276600" y="1809751"/>
            <a:ext cx="4038600" cy="685799"/>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sp>
        <p:nvSpPr>
          <p:cNvPr id="5" name="Slide Number Placeholder 4"/>
          <p:cNvSpPr>
            <a:spLocks noGrp="1"/>
          </p:cNvSpPr>
          <p:nvPr>
            <p:ph type="sldNum" sz="quarter" idx="4"/>
          </p:nvPr>
        </p:nvSpPr>
        <p:spPr/>
        <p:txBody>
          <a:bodyPr/>
          <a:lstStyle/>
          <a:p>
            <a:fld id="{96A97DD0-5BE7-4856-A2A9-C42C6688E607}" type="slidenum">
              <a:rPr lang="en-US" smtClean="0"/>
              <a:pPr/>
              <a:t>51</a:t>
            </a:fld>
            <a:endParaRPr lang="en-US" dirty="0"/>
          </a:p>
        </p:txBody>
      </p:sp>
    </p:spTree>
    <p:extLst>
      <p:ext uri="{BB962C8B-B14F-4D97-AF65-F5344CB8AC3E}">
        <p14:creationId xmlns:p14="http://schemas.microsoft.com/office/powerpoint/2010/main" val="9302552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dissolve">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dissolve">
                                      <p:cBhvr>
                                        <p:cTn id="12" dur="500"/>
                                        <p:tgtEl>
                                          <p:spTgt spid="18"/>
                                        </p:tgtEl>
                                      </p:cBhvr>
                                    </p:animEffect>
                                  </p:childTnLst>
                                </p:cTn>
                              </p:par>
                              <p:par>
                                <p:cTn id="13" presetID="9" presetClass="entr" presetSubtype="0" fill="hold" nodeType="withEffect">
                                  <p:stCondLst>
                                    <p:cond delay="0"/>
                                  </p:stCondLst>
                                  <p:childTnLst>
                                    <p:set>
                                      <p:cBhvr>
                                        <p:cTn id="14" dur="1" fill="hold">
                                          <p:stCondLst>
                                            <p:cond delay="0"/>
                                          </p:stCondLst>
                                        </p:cTn>
                                        <p:tgtEl>
                                          <p:spTgt spid="23"/>
                                        </p:tgtEl>
                                        <p:attrNameLst>
                                          <p:attrName>style.visibility</p:attrName>
                                        </p:attrNameLst>
                                      </p:cBhvr>
                                      <p:to>
                                        <p:strVal val="visible"/>
                                      </p:to>
                                    </p:set>
                                    <p:animEffect transition="in" filter="dissolve">
                                      <p:cBhvr>
                                        <p:cTn id="15"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a:t>
            </a:r>
            <a:r>
              <a:rPr lang="en-US" dirty="0" smtClean="0"/>
              <a:t>url command Review</a:t>
            </a:r>
            <a:endParaRPr lang="en-US" dirty="0"/>
          </a:p>
        </p:txBody>
      </p:sp>
      <p:sp>
        <p:nvSpPr>
          <p:cNvPr id="4" name="Content Placeholder 3"/>
          <p:cNvSpPr>
            <a:spLocks noGrp="1"/>
          </p:cNvSpPr>
          <p:nvPr>
            <p:ph idx="4294967295"/>
          </p:nvPr>
        </p:nvSpPr>
        <p:spPr>
          <a:xfrm>
            <a:off x="340699" y="1033865"/>
            <a:ext cx="8345488" cy="3228975"/>
          </a:xfrm>
        </p:spPr>
        <p:txBody>
          <a:bodyPr/>
          <a:lstStyle/>
          <a:p>
            <a:pPr marL="1785" indent="0" algn="l">
              <a:spcBef>
                <a:spcPts val="100"/>
              </a:spcBef>
              <a:buNone/>
            </a:pPr>
            <a:r>
              <a:rPr lang="en-US" sz="1200" dirty="0">
                <a:latin typeface="Courier" charset="0"/>
                <a:ea typeface="Courier" charset="0"/>
                <a:cs typeface="Courier" charset="0"/>
              </a:rPr>
              <a:t>$ curl -u admin:C1sco12345 \</a:t>
            </a:r>
          </a:p>
          <a:p>
            <a:pPr marL="1785" indent="0" algn="l">
              <a:spcBef>
                <a:spcPts val="100"/>
              </a:spcBef>
              <a:buNone/>
            </a:pPr>
            <a:r>
              <a:rPr lang="en-US" sz="1200" dirty="0">
                <a:latin typeface="Courier" charset="0"/>
                <a:ea typeface="Courier" charset="0"/>
                <a:cs typeface="Courier" charset="0"/>
              </a:rPr>
              <a:t>    -H "Accept: application/</a:t>
            </a:r>
            <a:r>
              <a:rPr lang="en-US" sz="1200" dirty="0" err="1">
                <a:latin typeface="Courier" charset="0"/>
                <a:ea typeface="Courier" charset="0"/>
                <a:cs typeface="Courier" charset="0"/>
              </a:rPr>
              <a:t>vnd.yang.data+json</a:t>
            </a:r>
            <a:r>
              <a:rPr lang="en-US" sz="1200" dirty="0">
                <a:latin typeface="Courier" charset="0"/>
                <a:ea typeface="Courier" charset="0"/>
                <a:cs typeface="Courier" charset="0"/>
              </a:rPr>
              <a:t>" \</a:t>
            </a:r>
          </a:p>
          <a:p>
            <a:pPr marL="1785" indent="0" algn="l">
              <a:spcBef>
                <a:spcPts val="100"/>
              </a:spcBef>
              <a:buNone/>
            </a:pPr>
            <a:r>
              <a:rPr lang="en-US" sz="1200" dirty="0">
                <a:latin typeface="Courier" charset="0"/>
                <a:ea typeface="Courier" charset="0"/>
                <a:cs typeface="Courier" charset="0"/>
              </a:rPr>
              <a:t>    http://</a:t>
            </a:r>
            <a:r>
              <a:rPr lang="en-US" sz="1200" dirty="0" smtClean="0">
                <a:latin typeface="Courier" charset="0"/>
                <a:ea typeface="Courier" charset="0"/>
                <a:cs typeface="Courier" charset="0"/>
              </a:rPr>
              <a:t>198.18.133.218:8008/api/running/interfaces/interface/GigabitEthernet2?deep</a:t>
            </a:r>
          </a:p>
          <a:p>
            <a:pPr marL="1785" indent="0" algn="l">
              <a:spcBef>
                <a:spcPts val="100"/>
              </a:spcBef>
              <a:buNone/>
            </a:pPr>
            <a:endParaRPr lang="en-US" sz="1200" dirty="0">
              <a:latin typeface="Courier" charset="0"/>
              <a:ea typeface="Courier" charset="0"/>
              <a:cs typeface="Courier" charset="0"/>
            </a:endParaRPr>
          </a:p>
          <a:p>
            <a:pPr algn="l">
              <a:spcBef>
                <a:spcPts val="100"/>
              </a:spcBef>
            </a:pPr>
            <a:endParaRPr lang="en-US" sz="1200" dirty="0">
              <a:latin typeface="Courier" charset="0"/>
              <a:ea typeface="Courier" charset="0"/>
              <a:cs typeface="Courier" charset="0"/>
            </a:endParaRPr>
          </a:p>
        </p:txBody>
      </p:sp>
      <p:grpSp>
        <p:nvGrpSpPr>
          <p:cNvPr id="31" name="Group 30"/>
          <p:cNvGrpSpPr/>
          <p:nvPr/>
        </p:nvGrpSpPr>
        <p:grpSpPr>
          <a:xfrm>
            <a:off x="793288" y="1381186"/>
            <a:ext cx="8288438" cy="307777"/>
            <a:chOff x="437766" y="533746"/>
            <a:chExt cx="8288438" cy="307777"/>
          </a:xfrm>
        </p:grpSpPr>
        <p:sp>
          <p:nvSpPr>
            <p:cNvPr id="5" name="Rectangle 4"/>
            <p:cNvSpPr/>
            <p:nvPr/>
          </p:nvSpPr>
          <p:spPr>
            <a:xfrm>
              <a:off x="437766" y="567945"/>
              <a:ext cx="7602990" cy="19962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00"/>
                </a:spcBef>
              </a:pPr>
              <a:endParaRPr lang="en-US" dirty="0" smtClean="0"/>
            </a:p>
          </p:txBody>
        </p:sp>
        <p:sp>
          <p:nvSpPr>
            <p:cNvPr id="6" name="TextBox 5"/>
            <p:cNvSpPr txBox="1"/>
            <p:nvPr/>
          </p:nvSpPr>
          <p:spPr>
            <a:xfrm>
              <a:off x="8048420" y="533746"/>
              <a:ext cx="677784" cy="307777"/>
            </a:xfrm>
            <a:prstGeom prst="rect">
              <a:avLst/>
            </a:prstGeom>
            <a:noFill/>
          </p:spPr>
          <p:txBody>
            <a:bodyPr wrap="square" rtlCol="0">
              <a:spAutoFit/>
            </a:bodyPr>
            <a:lstStyle/>
            <a:p>
              <a:pPr>
                <a:spcBef>
                  <a:spcPts val="100"/>
                </a:spcBef>
              </a:pPr>
              <a:r>
                <a:rPr lang="en-US" sz="1400" b="1" smtClean="0"/>
                <a:t>URL</a:t>
              </a:r>
              <a:endParaRPr lang="en-US" sz="1400" b="1" dirty="0"/>
            </a:p>
          </p:txBody>
        </p:sp>
      </p:grpSp>
      <p:sp>
        <p:nvSpPr>
          <p:cNvPr id="9" name="TextBox 8"/>
          <p:cNvSpPr txBox="1"/>
          <p:nvPr/>
        </p:nvSpPr>
        <p:spPr>
          <a:xfrm>
            <a:off x="6167598" y="4486083"/>
            <a:ext cx="2922595" cy="276999"/>
          </a:xfrm>
          <a:prstGeom prst="rect">
            <a:avLst/>
          </a:prstGeom>
          <a:noFill/>
        </p:spPr>
        <p:txBody>
          <a:bodyPr wrap="none" rtlCol="0">
            <a:spAutoFit/>
          </a:bodyPr>
          <a:lstStyle/>
          <a:p>
            <a:pPr algn="r">
              <a:spcBef>
                <a:spcPts val="100"/>
              </a:spcBef>
            </a:pPr>
            <a:r>
              <a:rPr lang="en-US" sz="1200" i="1" dirty="0" smtClean="0"/>
              <a:t>Example edited for simplicity </a:t>
            </a:r>
            <a:r>
              <a:rPr lang="en-US" sz="1200" i="1" smtClean="0"/>
              <a:t>and brevity</a:t>
            </a:r>
            <a:endParaRPr lang="en-US" sz="1200" i="1"/>
          </a:p>
        </p:txBody>
      </p:sp>
      <p:grpSp>
        <p:nvGrpSpPr>
          <p:cNvPr id="37" name="Group 36"/>
          <p:cNvGrpSpPr/>
          <p:nvPr/>
        </p:nvGrpSpPr>
        <p:grpSpPr>
          <a:xfrm>
            <a:off x="990600" y="1005922"/>
            <a:ext cx="4542002" cy="307777"/>
            <a:chOff x="1578542" y="1503326"/>
            <a:chExt cx="4465802" cy="307777"/>
          </a:xfrm>
        </p:grpSpPr>
        <p:sp>
          <p:nvSpPr>
            <p:cNvPr id="27" name="Rectangle 26"/>
            <p:cNvSpPr/>
            <p:nvPr/>
          </p:nvSpPr>
          <p:spPr>
            <a:xfrm>
              <a:off x="1578542" y="1563354"/>
              <a:ext cx="1979667" cy="16268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00"/>
                </a:spcBef>
              </a:pPr>
              <a:endParaRPr lang="en-US" dirty="0" smtClean="0"/>
            </a:p>
          </p:txBody>
        </p:sp>
        <p:sp>
          <p:nvSpPr>
            <p:cNvPr id="28" name="TextBox 27"/>
            <p:cNvSpPr txBox="1"/>
            <p:nvPr/>
          </p:nvSpPr>
          <p:spPr>
            <a:xfrm>
              <a:off x="3558209" y="1503326"/>
              <a:ext cx="2486135" cy="307777"/>
            </a:xfrm>
            <a:prstGeom prst="rect">
              <a:avLst/>
            </a:prstGeom>
            <a:noFill/>
          </p:spPr>
          <p:txBody>
            <a:bodyPr wrap="square" rtlCol="0">
              <a:spAutoFit/>
            </a:bodyPr>
            <a:lstStyle/>
            <a:p>
              <a:pPr>
                <a:spcBef>
                  <a:spcPts val="100"/>
                </a:spcBef>
              </a:pPr>
              <a:r>
                <a:rPr lang="en-US" sz="1400" b="1" smtClean="0"/>
                <a:t>Authentication</a:t>
              </a:r>
              <a:endParaRPr lang="en-US" sz="1400" b="1" dirty="0"/>
            </a:p>
          </p:txBody>
        </p:sp>
      </p:grpSp>
      <p:grpSp>
        <p:nvGrpSpPr>
          <p:cNvPr id="35" name="Group 34"/>
          <p:cNvGrpSpPr/>
          <p:nvPr/>
        </p:nvGrpSpPr>
        <p:grpSpPr>
          <a:xfrm>
            <a:off x="793288" y="1164215"/>
            <a:ext cx="7473073" cy="307777"/>
            <a:chOff x="1864106" y="1165004"/>
            <a:chExt cx="7473073" cy="307777"/>
          </a:xfrm>
        </p:grpSpPr>
        <p:sp>
          <p:nvSpPr>
            <p:cNvPr id="29" name="Rectangle 28"/>
            <p:cNvSpPr/>
            <p:nvPr/>
          </p:nvSpPr>
          <p:spPr>
            <a:xfrm>
              <a:off x="1864106" y="1240308"/>
              <a:ext cx="4187423" cy="172709"/>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100"/>
                </a:spcBef>
              </a:pPr>
              <a:endParaRPr lang="en-US" dirty="0" smtClean="0"/>
            </a:p>
          </p:txBody>
        </p:sp>
        <p:sp>
          <p:nvSpPr>
            <p:cNvPr id="30" name="TextBox 29"/>
            <p:cNvSpPr txBox="1"/>
            <p:nvPr/>
          </p:nvSpPr>
          <p:spPr>
            <a:xfrm>
              <a:off x="6051529" y="1165004"/>
              <a:ext cx="3285650" cy="307777"/>
            </a:xfrm>
            <a:prstGeom prst="rect">
              <a:avLst/>
            </a:prstGeom>
            <a:noFill/>
          </p:spPr>
          <p:txBody>
            <a:bodyPr wrap="square" rtlCol="0">
              <a:spAutoFit/>
            </a:bodyPr>
            <a:lstStyle/>
            <a:p>
              <a:pPr>
                <a:spcBef>
                  <a:spcPts val="100"/>
                </a:spcBef>
              </a:pPr>
              <a:r>
                <a:rPr lang="en-US" sz="1400" b="1" smtClean="0"/>
                <a:t>Header to specify JSON</a:t>
              </a:r>
              <a:endParaRPr lang="en-US" sz="1400" b="1" dirty="0"/>
            </a:p>
          </p:txBody>
        </p:sp>
      </p:grpSp>
      <p:sp>
        <p:nvSpPr>
          <p:cNvPr id="7" name="Slide Number Placeholder 6"/>
          <p:cNvSpPr>
            <a:spLocks noGrp="1"/>
          </p:cNvSpPr>
          <p:nvPr>
            <p:ph type="sldNum" sz="quarter" idx="4"/>
          </p:nvPr>
        </p:nvSpPr>
        <p:spPr/>
        <p:txBody>
          <a:bodyPr/>
          <a:lstStyle/>
          <a:p>
            <a:fld id="{96A97DD0-5BE7-4856-A2A9-C42C6688E607}" type="slidenum">
              <a:rPr lang="en-US" smtClean="0"/>
              <a:pPr/>
              <a:t>52</a:t>
            </a:fld>
            <a:endParaRPr lang="en-US" dirty="0"/>
          </a:p>
        </p:txBody>
      </p:sp>
    </p:spTree>
    <p:extLst>
      <p:ext uri="{BB962C8B-B14F-4D97-AF65-F5344CB8AC3E}">
        <p14:creationId xmlns:p14="http://schemas.microsoft.com/office/powerpoint/2010/main" val="3042294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dissolve">
                                      <p:cBhvr>
                                        <p:cTn id="7" dur="500"/>
                                        <p:tgtEl>
                                          <p:spTgt spid="37"/>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5"/>
                                        </p:tgtEl>
                                        <p:attrNameLst>
                                          <p:attrName>style.visibility</p:attrName>
                                        </p:attrNameLst>
                                      </p:cBhvr>
                                      <p:to>
                                        <p:strVal val="visible"/>
                                      </p:to>
                                    </p:set>
                                    <p:animEffect transition="in" filter="dissolve">
                                      <p:cBhvr>
                                        <p:cTn id="12" dur="500"/>
                                        <p:tgtEl>
                                          <p:spTgt spid="35"/>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dissolve">
                                      <p:cBhvr>
                                        <p:cTn id="1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spcBef>
                <a:spcPts val="250"/>
              </a:spcBef>
            </a:pPr>
            <a:r>
              <a:rPr lang="en-US" dirty="0"/>
              <a:t>c</a:t>
            </a:r>
            <a:r>
              <a:rPr lang="en-US" dirty="0" smtClean="0"/>
              <a:t>url output Review</a:t>
            </a:r>
            <a:endParaRPr lang="en-US" dirty="0"/>
          </a:p>
        </p:txBody>
      </p:sp>
      <p:sp>
        <p:nvSpPr>
          <p:cNvPr id="4" name="Content Placeholder 3"/>
          <p:cNvSpPr>
            <a:spLocks noGrp="1"/>
          </p:cNvSpPr>
          <p:nvPr>
            <p:ph idx="4294967295"/>
          </p:nvPr>
        </p:nvSpPr>
        <p:spPr>
          <a:xfrm>
            <a:off x="798513" y="527050"/>
            <a:ext cx="8345487" cy="3527425"/>
          </a:xfrm>
        </p:spPr>
        <p:txBody>
          <a:bodyPr/>
          <a:lstStyle/>
          <a:p>
            <a:pPr marL="1785" indent="0" algn="l">
              <a:spcBef>
                <a:spcPts val="250"/>
              </a:spcBef>
              <a:buNone/>
            </a:pPr>
            <a:r>
              <a:rPr lang="mr-IN" sz="1000" b="1" dirty="0">
                <a:latin typeface="Courier" charset="0"/>
                <a:ea typeface="Courier" charset="0"/>
                <a:cs typeface="Courier" charset="0"/>
              </a:rPr>
              <a:t>{</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ietf-interfaces:interface</a:t>
            </a: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name</a:t>
            </a:r>
            <a:r>
              <a:rPr lang="mr-IN" sz="1000" b="1" dirty="0">
                <a:latin typeface="Courier" charset="0"/>
                <a:ea typeface="Courier" charset="0"/>
                <a:cs typeface="Courier" charset="0"/>
              </a:rPr>
              <a:t>": "GigabitEthernet1",</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type</a:t>
            </a:r>
            <a:r>
              <a:rPr lang="mr-IN" sz="1000" b="1" dirty="0">
                <a:latin typeface="Courier" charset="0"/>
                <a:ea typeface="Courier" charset="0"/>
                <a:cs typeface="Courier" charset="0"/>
              </a:rPr>
              <a:t>": "</a:t>
            </a:r>
            <a:r>
              <a:rPr lang="mr-IN" sz="1000" b="1" dirty="0" err="1">
                <a:latin typeface="Courier" charset="0"/>
                <a:ea typeface="Courier" charset="0"/>
                <a:cs typeface="Courier" charset="0"/>
              </a:rPr>
              <a:t>ianaift:ethernetCsmacd</a:t>
            </a:r>
            <a:r>
              <a:rPr lang="mr-IN" sz="1000" b="1" dirty="0">
                <a:latin typeface="Courier" charset="0"/>
                <a:ea typeface="Courier" charset="0"/>
                <a:cs typeface="Courier" charset="0"/>
              </a:rPr>
              <a:t>",</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enabled</a:t>
            </a:r>
            <a:r>
              <a:rPr lang="mr-IN" sz="1000" b="1" dirty="0">
                <a:latin typeface="Courier" charset="0"/>
                <a:ea typeface="Courier" charset="0"/>
                <a:cs typeface="Courier" charset="0"/>
              </a:rPr>
              <a:t>": </a:t>
            </a:r>
            <a:r>
              <a:rPr lang="mr-IN" sz="1000" b="1" dirty="0" err="1">
                <a:latin typeface="Courier" charset="0"/>
                <a:ea typeface="Courier" charset="0"/>
                <a:cs typeface="Courier" charset="0"/>
              </a:rPr>
              <a:t>true</a:t>
            </a:r>
            <a:r>
              <a:rPr lang="mr-IN" sz="1000" b="1" dirty="0">
                <a:latin typeface="Courier" charset="0"/>
                <a:ea typeface="Courier" charset="0"/>
                <a:cs typeface="Courier" charset="0"/>
              </a:rPr>
              <a:t>,</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cisco-ethernet:ethernet</a:t>
            </a: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cisco-pw:pw-neighbor</a:t>
            </a: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load-balance</a:t>
            </a: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"ietf-ip:ipv4": {</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address</a:t>
            </a: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ip</a:t>
            </a:r>
            <a:r>
              <a:rPr lang="mr-IN" sz="1000" b="1" dirty="0">
                <a:latin typeface="Courier" charset="0"/>
                <a:ea typeface="Courier" charset="0"/>
                <a:cs typeface="Courier" charset="0"/>
              </a:rPr>
              <a:t>": "198.18.133.212",</a:t>
            </a:r>
          </a:p>
          <a:p>
            <a:pPr marL="1785" indent="0" algn="l">
              <a:spcBef>
                <a:spcPts val="250"/>
              </a:spcBef>
              <a:buNone/>
            </a:pPr>
            <a:r>
              <a:rPr lang="mr-IN" sz="1000" b="1" dirty="0">
                <a:latin typeface="Courier" charset="0"/>
                <a:ea typeface="Courier" charset="0"/>
                <a:cs typeface="Courier" charset="0"/>
              </a:rPr>
              <a:t>          "</a:t>
            </a:r>
            <a:r>
              <a:rPr lang="mr-IN" sz="1000" b="1" dirty="0" err="1">
                <a:latin typeface="Courier" charset="0"/>
                <a:ea typeface="Courier" charset="0"/>
                <a:cs typeface="Courier" charset="0"/>
              </a:rPr>
              <a:t>netmask</a:t>
            </a:r>
            <a:r>
              <a:rPr lang="mr-IN" sz="1000" b="1" dirty="0">
                <a:latin typeface="Courier" charset="0"/>
                <a:ea typeface="Courier" charset="0"/>
                <a:cs typeface="Courier" charset="0"/>
              </a:rPr>
              <a:t>": "255.255.192.0"</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"ietf-ip:ipv6": {</a:t>
            </a:r>
          </a:p>
          <a:p>
            <a:pPr marL="1785" indent="0" algn="l">
              <a:spcBef>
                <a:spcPts val="250"/>
              </a:spcBef>
              <a:buNone/>
            </a:pPr>
            <a:r>
              <a:rPr lang="mr-IN" sz="1000" b="1" dirty="0">
                <a:latin typeface="Courier" charset="0"/>
                <a:ea typeface="Courier" charset="0"/>
                <a:cs typeface="Courier" charset="0"/>
              </a:rPr>
              <a:t>      "ietf-ipv6-unicast-routing:ipv6-router-advertisements":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  }</a:t>
            </a:r>
          </a:p>
          <a:p>
            <a:pPr marL="1785" indent="0" algn="l">
              <a:spcBef>
                <a:spcPts val="250"/>
              </a:spcBef>
              <a:buNone/>
            </a:pPr>
            <a:r>
              <a:rPr lang="mr-IN" sz="1000" b="1" dirty="0">
                <a:latin typeface="Courier" charset="0"/>
                <a:ea typeface="Courier" charset="0"/>
                <a:cs typeface="Courier" charset="0"/>
              </a:rPr>
              <a:t>}</a:t>
            </a:r>
            <a:endParaRPr lang="en-US" sz="1000" b="1" dirty="0">
              <a:latin typeface="Courier" charset="0"/>
              <a:ea typeface="Courier" charset="0"/>
              <a:cs typeface="Courier" charset="0"/>
            </a:endParaRPr>
          </a:p>
        </p:txBody>
      </p:sp>
      <p:sp>
        <p:nvSpPr>
          <p:cNvPr id="9" name="TextBox 8"/>
          <p:cNvSpPr txBox="1"/>
          <p:nvPr/>
        </p:nvSpPr>
        <p:spPr>
          <a:xfrm>
            <a:off x="6167598" y="4486083"/>
            <a:ext cx="2922595" cy="276999"/>
          </a:xfrm>
          <a:prstGeom prst="rect">
            <a:avLst/>
          </a:prstGeom>
          <a:noFill/>
        </p:spPr>
        <p:txBody>
          <a:bodyPr wrap="none" rtlCol="0">
            <a:spAutoFit/>
          </a:bodyPr>
          <a:lstStyle/>
          <a:p>
            <a:pPr algn="r">
              <a:spcBef>
                <a:spcPts val="250"/>
              </a:spcBef>
            </a:pPr>
            <a:r>
              <a:rPr lang="en-US" sz="1200" i="1" dirty="0" smtClean="0"/>
              <a:t>Example edited for simplicity </a:t>
            </a:r>
            <a:r>
              <a:rPr lang="en-US" sz="1200" i="1" smtClean="0"/>
              <a:t>and brevity</a:t>
            </a:r>
            <a:endParaRPr lang="en-US" sz="1200" i="1"/>
          </a:p>
        </p:txBody>
      </p:sp>
      <p:grpSp>
        <p:nvGrpSpPr>
          <p:cNvPr id="37" name="Group 36"/>
          <p:cNvGrpSpPr/>
          <p:nvPr/>
        </p:nvGrpSpPr>
        <p:grpSpPr>
          <a:xfrm>
            <a:off x="1020422" y="666750"/>
            <a:ext cx="4540794" cy="307777"/>
            <a:chOff x="1503550" y="1503326"/>
            <a:chExt cx="4540794" cy="307777"/>
          </a:xfrm>
        </p:grpSpPr>
        <p:sp>
          <p:nvSpPr>
            <p:cNvPr id="27" name="Rectangle 26"/>
            <p:cNvSpPr/>
            <p:nvPr/>
          </p:nvSpPr>
          <p:spPr>
            <a:xfrm>
              <a:off x="1503550" y="1507556"/>
              <a:ext cx="2179978" cy="252331"/>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spcBef>
                  <a:spcPts val="250"/>
                </a:spcBef>
              </a:pPr>
              <a:endParaRPr lang="en-US" dirty="0" smtClean="0"/>
            </a:p>
          </p:txBody>
        </p:sp>
        <p:sp>
          <p:nvSpPr>
            <p:cNvPr id="28" name="TextBox 27"/>
            <p:cNvSpPr txBox="1"/>
            <p:nvPr/>
          </p:nvSpPr>
          <p:spPr>
            <a:xfrm>
              <a:off x="4000106" y="1503326"/>
              <a:ext cx="2044238" cy="307777"/>
            </a:xfrm>
            <a:prstGeom prst="rect">
              <a:avLst/>
            </a:prstGeom>
            <a:noFill/>
          </p:spPr>
          <p:txBody>
            <a:bodyPr wrap="square" rtlCol="0">
              <a:spAutoFit/>
            </a:bodyPr>
            <a:lstStyle/>
            <a:p>
              <a:pPr>
                <a:spcBef>
                  <a:spcPts val="250"/>
                </a:spcBef>
              </a:pPr>
              <a:r>
                <a:rPr lang="en-US" sz="1400" b="1" dirty="0" smtClean="0"/>
                <a:t>Leaf</a:t>
              </a:r>
              <a:endParaRPr lang="en-US" sz="1400" b="1" dirty="0"/>
            </a:p>
          </p:txBody>
        </p:sp>
      </p:grpSp>
      <p:grpSp>
        <p:nvGrpSpPr>
          <p:cNvPr id="15" name="Group 14"/>
          <p:cNvGrpSpPr/>
          <p:nvPr/>
        </p:nvGrpSpPr>
        <p:grpSpPr>
          <a:xfrm>
            <a:off x="440608" y="797146"/>
            <a:ext cx="415541" cy="4087843"/>
            <a:chOff x="550573" y="1301377"/>
            <a:chExt cx="415541" cy="3774211"/>
          </a:xfrm>
        </p:grpSpPr>
        <p:sp>
          <p:nvSpPr>
            <p:cNvPr id="16" name="Left Bracket 15"/>
            <p:cNvSpPr/>
            <p:nvPr/>
          </p:nvSpPr>
          <p:spPr>
            <a:xfrm>
              <a:off x="783022" y="1301377"/>
              <a:ext cx="183092" cy="3774211"/>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spcBef>
                  <a:spcPts val="250"/>
                </a:spcBef>
              </a:pPr>
              <a:endParaRPr lang="en-US"/>
            </a:p>
          </p:txBody>
        </p:sp>
        <p:sp>
          <p:nvSpPr>
            <p:cNvPr id="17" name="TextBox 16"/>
            <p:cNvSpPr txBox="1"/>
            <p:nvPr/>
          </p:nvSpPr>
          <p:spPr>
            <a:xfrm rot="16200000">
              <a:off x="-538606" y="2847774"/>
              <a:ext cx="2486135" cy="307777"/>
            </a:xfrm>
            <a:prstGeom prst="rect">
              <a:avLst/>
            </a:prstGeom>
            <a:noFill/>
          </p:spPr>
          <p:txBody>
            <a:bodyPr wrap="square" rtlCol="0">
              <a:spAutoFit/>
            </a:bodyPr>
            <a:lstStyle/>
            <a:p>
              <a:pPr algn="ctr">
                <a:spcBef>
                  <a:spcPts val="250"/>
                </a:spcBef>
              </a:pPr>
              <a:r>
                <a:rPr lang="en-US" sz="1400" b="1" dirty="0" smtClean="0"/>
                <a:t>interface</a:t>
              </a:r>
              <a:endParaRPr lang="en-US" sz="1400" b="1" dirty="0"/>
            </a:p>
          </p:txBody>
        </p:sp>
      </p:grpSp>
      <p:grpSp>
        <p:nvGrpSpPr>
          <p:cNvPr id="18" name="Group 17"/>
          <p:cNvGrpSpPr/>
          <p:nvPr/>
        </p:nvGrpSpPr>
        <p:grpSpPr>
          <a:xfrm>
            <a:off x="712645" y="2582909"/>
            <a:ext cx="357993" cy="1284241"/>
            <a:chOff x="550575" y="2652942"/>
            <a:chExt cx="357993" cy="1166523"/>
          </a:xfrm>
        </p:grpSpPr>
        <p:sp>
          <p:nvSpPr>
            <p:cNvPr id="19" name="Left Bracket 18"/>
            <p:cNvSpPr/>
            <p:nvPr/>
          </p:nvSpPr>
          <p:spPr>
            <a:xfrm>
              <a:off x="792961" y="2652942"/>
              <a:ext cx="115607" cy="1140117"/>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spcBef>
                  <a:spcPts val="250"/>
                </a:spcBef>
              </a:pPr>
              <a:endParaRPr lang="en-US"/>
            </a:p>
          </p:txBody>
        </p:sp>
        <p:sp>
          <p:nvSpPr>
            <p:cNvPr id="20" name="TextBox 19"/>
            <p:cNvSpPr txBox="1"/>
            <p:nvPr/>
          </p:nvSpPr>
          <p:spPr>
            <a:xfrm rot="16200000">
              <a:off x="134405" y="3095517"/>
              <a:ext cx="1140118" cy="307777"/>
            </a:xfrm>
            <a:prstGeom prst="rect">
              <a:avLst/>
            </a:prstGeom>
            <a:noFill/>
          </p:spPr>
          <p:txBody>
            <a:bodyPr wrap="square" rtlCol="0">
              <a:spAutoFit/>
            </a:bodyPr>
            <a:lstStyle/>
            <a:p>
              <a:pPr algn="ctr">
                <a:spcBef>
                  <a:spcPts val="250"/>
                </a:spcBef>
              </a:pPr>
              <a:r>
                <a:rPr lang="en-US" sz="1400" b="1"/>
                <a:t>i</a:t>
              </a:r>
              <a:r>
                <a:rPr lang="en-US" sz="1400" b="1" smtClean="0"/>
                <a:t>pv4</a:t>
              </a:r>
              <a:endParaRPr lang="en-US" sz="1400" b="1" dirty="0"/>
            </a:p>
          </p:txBody>
        </p:sp>
      </p:grpSp>
      <p:grpSp>
        <p:nvGrpSpPr>
          <p:cNvPr id="21" name="Group 20"/>
          <p:cNvGrpSpPr/>
          <p:nvPr/>
        </p:nvGrpSpPr>
        <p:grpSpPr>
          <a:xfrm>
            <a:off x="913785" y="2598687"/>
            <a:ext cx="337781" cy="1039863"/>
            <a:chOff x="550575" y="2652942"/>
            <a:chExt cx="337781" cy="858435"/>
          </a:xfrm>
        </p:grpSpPr>
        <p:sp>
          <p:nvSpPr>
            <p:cNvPr id="22" name="Left Bracket 21"/>
            <p:cNvSpPr/>
            <p:nvPr/>
          </p:nvSpPr>
          <p:spPr>
            <a:xfrm>
              <a:off x="792962" y="2652942"/>
              <a:ext cx="95394" cy="858435"/>
            </a:xfrm>
            <a:prstGeom prst="leftBracket">
              <a:avLst/>
            </a:prstGeom>
            <a:ln w="28575"/>
          </p:spPr>
          <p:style>
            <a:lnRef idx="1">
              <a:schemeClr val="accent1"/>
            </a:lnRef>
            <a:fillRef idx="0">
              <a:schemeClr val="accent1"/>
            </a:fillRef>
            <a:effectRef idx="0">
              <a:schemeClr val="accent1"/>
            </a:effectRef>
            <a:fontRef idx="minor">
              <a:schemeClr val="tx1"/>
            </a:fontRef>
          </p:style>
          <p:txBody>
            <a:bodyPr rtlCol="0" anchor="ctr"/>
            <a:lstStyle/>
            <a:p>
              <a:pPr algn="ctr">
                <a:spcBef>
                  <a:spcPts val="250"/>
                </a:spcBef>
              </a:pPr>
              <a:endParaRPr lang="en-US"/>
            </a:p>
          </p:txBody>
        </p:sp>
        <p:sp>
          <p:nvSpPr>
            <p:cNvPr id="23" name="TextBox 22"/>
            <p:cNvSpPr txBox="1"/>
            <p:nvPr/>
          </p:nvSpPr>
          <p:spPr>
            <a:xfrm rot="16200000">
              <a:off x="414393" y="2898452"/>
              <a:ext cx="580141" cy="307777"/>
            </a:xfrm>
            <a:prstGeom prst="rect">
              <a:avLst/>
            </a:prstGeom>
            <a:noFill/>
          </p:spPr>
          <p:txBody>
            <a:bodyPr wrap="square" rtlCol="0">
              <a:spAutoFit/>
            </a:bodyPr>
            <a:lstStyle/>
            <a:p>
              <a:pPr algn="ctr">
                <a:spcBef>
                  <a:spcPts val="250"/>
                </a:spcBef>
              </a:pPr>
              <a:r>
                <a:rPr lang="en-US" sz="1400" b="1" dirty="0" smtClean="0"/>
                <a:t>list</a:t>
              </a:r>
              <a:endParaRPr lang="en-US" sz="1400" b="1" dirty="0"/>
            </a:p>
          </p:txBody>
        </p:sp>
      </p:grpSp>
      <p:sp>
        <p:nvSpPr>
          <p:cNvPr id="5" name="Slide Number Placeholder 4"/>
          <p:cNvSpPr>
            <a:spLocks noGrp="1"/>
          </p:cNvSpPr>
          <p:nvPr>
            <p:ph type="sldNum" sz="quarter" idx="4"/>
          </p:nvPr>
        </p:nvSpPr>
        <p:spPr/>
        <p:txBody>
          <a:bodyPr/>
          <a:lstStyle/>
          <a:p>
            <a:fld id="{96A97DD0-5BE7-4856-A2A9-C42C6688E607}" type="slidenum">
              <a:rPr lang="en-US" smtClean="0"/>
              <a:pPr/>
              <a:t>53</a:t>
            </a:fld>
            <a:endParaRPr lang="en-US" dirty="0"/>
          </a:p>
        </p:txBody>
      </p:sp>
    </p:spTree>
    <p:extLst>
      <p:ext uri="{BB962C8B-B14F-4D97-AF65-F5344CB8AC3E}">
        <p14:creationId xmlns:p14="http://schemas.microsoft.com/office/powerpoint/2010/main" val="4348111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dissolve">
                                      <p:cBhvr>
                                        <p:cTn id="7" dur="50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7"/>
                                        </p:tgtEl>
                                        <p:attrNameLst>
                                          <p:attrName>style.visibility</p:attrName>
                                        </p:attrNameLst>
                                      </p:cBhvr>
                                      <p:to>
                                        <p:strVal val="visible"/>
                                      </p:to>
                                    </p:set>
                                    <p:animEffect transition="in" filter="dissolve">
                                      <p:cBhvr>
                                        <p:cTn id="12" dur="500"/>
                                        <p:tgtEl>
                                          <p:spTgt spid="37"/>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dissolve">
                                      <p:cBhvr>
                                        <p:cTn id="17" dur="500"/>
                                        <p:tgtEl>
                                          <p:spTgt spid="18"/>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21"/>
                                        </p:tgtEl>
                                        <p:attrNameLst>
                                          <p:attrName>style.visibility</p:attrName>
                                        </p:attrNameLst>
                                      </p:cBhvr>
                                      <p:to>
                                        <p:strVal val="visible"/>
                                      </p:to>
                                    </p:set>
                                    <p:animEffect transition="in" filter="dissolve">
                                      <p:cBhvr>
                                        <p:cTn id="22"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Postman Client Review</a:t>
            </a:r>
            <a:endParaRPr lang="en-US" dirty="0"/>
          </a:p>
        </p:txBody>
      </p:sp>
      <p:pic>
        <p:nvPicPr>
          <p:cNvPr id="4" name="Content Placeholder 3"/>
          <p:cNvPicPr>
            <a:picLocks noGrp="1" noChangeAspect="1"/>
          </p:cNvPicPr>
          <p:nvPr>
            <p:ph idx="4294967295"/>
          </p:nvPr>
        </p:nvPicPr>
        <p:blipFill>
          <a:blip r:embed="rId3" cstate="print">
            <a:extLst>
              <a:ext uri="{28A0092B-C50C-407E-A947-70E740481C1C}">
                <a14:useLocalDpi xmlns:a14="http://schemas.microsoft.com/office/drawing/2010/main" val="0"/>
              </a:ext>
            </a:extLst>
          </a:blip>
          <a:stretch>
            <a:fillRect/>
          </a:stretch>
        </p:blipFill>
        <p:spPr>
          <a:xfrm>
            <a:off x="1477989" y="711214"/>
            <a:ext cx="6767512" cy="3971925"/>
          </a:xfrm>
          <a:prstGeom prst="rect">
            <a:avLst/>
          </a:prstGeom>
        </p:spPr>
      </p:pic>
      <p:grpSp>
        <p:nvGrpSpPr>
          <p:cNvPr id="19" name="Group 18"/>
          <p:cNvGrpSpPr/>
          <p:nvPr/>
        </p:nvGrpSpPr>
        <p:grpSpPr>
          <a:xfrm>
            <a:off x="405893" y="732234"/>
            <a:ext cx="1848677" cy="307777"/>
            <a:chOff x="89453" y="750465"/>
            <a:chExt cx="1848677" cy="307777"/>
          </a:xfrm>
        </p:grpSpPr>
        <p:sp>
          <p:nvSpPr>
            <p:cNvPr id="5" name="TextBox 4"/>
            <p:cNvSpPr txBox="1"/>
            <p:nvPr/>
          </p:nvSpPr>
          <p:spPr>
            <a:xfrm>
              <a:off x="89453" y="750465"/>
              <a:ext cx="1133060" cy="307777"/>
            </a:xfrm>
            <a:prstGeom prst="rect">
              <a:avLst/>
            </a:prstGeom>
            <a:noFill/>
          </p:spPr>
          <p:txBody>
            <a:bodyPr wrap="square" rtlCol="0">
              <a:spAutoFit/>
            </a:bodyPr>
            <a:lstStyle/>
            <a:p>
              <a:r>
                <a:rPr lang="en-US" sz="1400" b="1" dirty="0" smtClean="0"/>
                <a:t>METHODS</a:t>
              </a:r>
              <a:endParaRPr lang="en-US" sz="1400" b="1" dirty="0"/>
            </a:p>
          </p:txBody>
        </p:sp>
        <p:sp>
          <p:nvSpPr>
            <p:cNvPr id="7" name="Rectangle 6"/>
            <p:cNvSpPr/>
            <p:nvPr/>
          </p:nvSpPr>
          <p:spPr>
            <a:xfrm>
              <a:off x="1202635" y="774701"/>
              <a:ext cx="735495" cy="24469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sp>
        <p:nvSpPr>
          <p:cNvPr id="10" name="Rectangle 9"/>
          <p:cNvSpPr/>
          <p:nvPr/>
        </p:nvSpPr>
        <p:spPr>
          <a:xfrm>
            <a:off x="2206107" y="1061030"/>
            <a:ext cx="526774" cy="154332"/>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grpSp>
        <p:nvGrpSpPr>
          <p:cNvPr id="18" name="Group 17"/>
          <p:cNvGrpSpPr/>
          <p:nvPr/>
        </p:nvGrpSpPr>
        <p:grpSpPr>
          <a:xfrm>
            <a:off x="2248039" y="732234"/>
            <a:ext cx="3951026" cy="307777"/>
            <a:chOff x="1976418" y="752812"/>
            <a:chExt cx="3951026" cy="307777"/>
          </a:xfrm>
        </p:grpSpPr>
        <p:sp>
          <p:nvSpPr>
            <p:cNvPr id="8" name="Rectangle 7"/>
            <p:cNvSpPr/>
            <p:nvPr/>
          </p:nvSpPr>
          <p:spPr>
            <a:xfrm>
              <a:off x="1976418" y="774701"/>
              <a:ext cx="2834121" cy="244690"/>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3" name="TextBox 12"/>
            <p:cNvSpPr txBox="1"/>
            <p:nvPr/>
          </p:nvSpPr>
          <p:spPr>
            <a:xfrm>
              <a:off x="4794384" y="752812"/>
              <a:ext cx="1133060" cy="307777"/>
            </a:xfrm>
            <a:prstGeom prst="rect">
              <a:avLst/>
            </a:prstGeom>
            <a:noFill/>
          </p:spPr>
          <p:txBody>
            <a:bodyPr wrap="square" rtlCol="0">
              <a:spAutoFit/>
            </a:bodyPr>
            <a:lstStyle/>
            <a:p>
              <a:r>
                <a:rPr lang="en-US" sz="1400" b="1" dirty="0" smtClean="0"/>
                <a:t>URL</a:t>
              </a:r>
              <a:endParaRPr lang="en-US" sz="1400" b="1" dirty="0"/>
            </a:p>
          </p:txBody>
        </p:sp>
      </p:grpSp>
      <p:grpSp>
        <p:nvGrpSpPr>
          <p:cNvPr id="20" name="Group 19"/>
          <p:cNvGrpSpPr/>
          <p:nvPr/>
        </p:nvGrpSpPr>
        <p:grpSpPr>
          <a:xfrm>
            <a:off x="1751389" y="1340318"/>
            <a:ext cx="6395642" cy="1212573"/>
            <a:chOff x="1456271" y="1341783"/>
            <a:chExt cx="6395642" cy="1212573"/>
          </a:xfrm>
        </p:grpSpPr>
        <p:sp>
          <p:nvSpPr>
            <p:cNvPr id="9" name="Rectangle 8"/>
            <p:cNvSpPr/>
            <p:nvPr/>
          </p:nvSpPr>
          <p:spPr>
            <a:xfrm>
              <a:off x="2804679" y="1341783"/>
              <a:ext cx="5047234" cy="1212573"/>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4" name="TextBox 13"/>
            <p:cNvSpPr txBox="1"/>
            <p:nvPr/>
          </p:nvSpPr>
          <p:spPr>
            <a:xfrm>
              <a:off x="1456271" y="1513646"/>
              <a:ext cx="1480930" cy="307777"/>
            </a:xfrm>
            <a:prstGeom prst="rect">
              <a:avLst/>
            </a:prstGeom>
            <a:noFill/>
          </p:spPr>
          <p:txBody>
            <a:bodyPr wrap="square" rtlCol="0">
              <a:spAutoFit/>
            </a:bodyPr>
            <a:lstStyle/>
            <a:p>
              <a:r>
                <a:rPr lang="en-US" sz="1400" b="1" smtClean="0"/>
                <a:t>Authentication</a:t>
              </a:r>
              <a:endParaRPr lang="en-US" sz="1400" b="1" dirty="0"/>
            </a:p>
          </p:txBody>
        </p:sp>
      </p:grpSp>
      <p:grpSp>
        <p:nvGrpSpPr>
          <p:cNvPr id="21" name="Group 20"/>
          <p:cNvGrpSpPr/>
          <p:nvPr/>
        </p:nvGrpSpPr>
        <p:grpSpPr>
          <a:xfrm>
            <a:off x="1519075" y="3173134"/>
            <a:ext cx="4451295" cy="1510005"/>
            <a:chOff x="1476149" y="3173134"/>
            <a:chExt cx="4451295" cy="1510005"/>
          </a:xfrm>
        </p:grpSpPr>
        <p:sp>
          <p:nvSpPr>
            <p:cNvPr id="11" name="Rectangle 10"/>
            <p:cNvSpPr/>
            <p:nvPr/>
          </p:nvSpPr>
          <p:spPr>
            <a:xfrm>
              <a:off x="1476149" y="3173134"/>
              <a:ext cx="3056094" cy="1510005"/>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5" name="TextBox 14"/>
            <p:cNvSpPr txBox="1"/>
            <p:nvPr/>
          </p:nvSpPr>
          <p:spPr>
            <a:xfrm>
              <a:off x="4532243" y="4221474"/>
              <a:ext cx="1395201" cy="307777"/>
            </a:xfrm>
            <a:prstGeom prst="rect">
              <a:avLst/>
            </a:prstGeom>
            <a:noFill/>
          </p:spPr>
          <p:txBody>
            <a:bodyPr wrap="square" rtlCol="0">
              <a:spAutoFit/>
            </a:bodyPr>
            <a:lstStyle/>
            <a:p>
              <a:r>
                <a:rPr lang="en-US" sz="1400" b="1" smtClean="0"/>
                <a:t>Returned Data</a:t>
              </a:r>
              <a:endParaRPr lang="en-US" sz="1400" b="1" dirty="0"/>
            </a:p>
          </p:txBody>
        </p:sp>
      </p:grpSp>
      <p:grpSp>
        <p:nvGrpSpPr>
          <p:cNvPr id="22" name="Group 21"/>
          <p:cNvGrpSpPr/>
          <p:nvPr/>
        </p:nvGrpSpPr>
        <p:grpSpPr>
          <a:xfrm>
            <a:off x="5334000" y="2618240"/>
            <a:ext cx="2295938" cy="307777"/>
            <a:chOff x="5088835" y="2628605"/>
            <a:chExt cx="2295938" cy="307777"/>
          </a:xfrm>
        </p:grpSpPr>
        <p:sp>
          <p:nvSpPr>
            <p:cNvPr id="12" name="Rectangle 11"/>
            <p:cNvSpPr/>
            <p:nvPr/>
          </p:nvSpPr>
          <p:spPr>
            <a:xfrm>
              <a:off x="6801678" y="2667560"/>
              <a:ext cx="583095" cy="209188"/>
            </a:xfrm>
            <a:prstGeom prst="rect">
              <a:avLst/>
            </a:prstGeom>
            <a:noFill/>
            <a:ln>
              <a:solidFill>
                <a:schemeClr val="accent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smtClean="0"/>
            </a:p>
          </p:txBody>
        </p:sp>
        <p:sp>
          <p:nvSpPr>
            <p:cNvPr id="16" name="TextBox 15"/>
            <p:cNvSpPr txBox="1"/>
            <p:nvPr/>
          </p:nvSpPr>
          <p:spPr>
            <a:xfrm>
              <a:off x="5088835" y="2628605"/>
              <a:ext cx="1778114" cy="307777"/>
            </a:xfrm>
            <a:prstGeom prst="rect">
              <a:avLst/>
            </a:prstGeom>
            <a:noFill/>
          </p:spPr>
          <p:txBody>
            <a:bodyPr wrap="square" rtlCol="0">
              <a:spAutoFit/>
            </a:bodyPr>
            <a:lstStyle/>
            <a:p>
              <a:r>
                <a:rPr lang="en-US" sz="1400" b="1" smtClean="0"/>
                <a:t>HTTP Status Code</a:t>
              </a:r>
              <a:endParaRPr lang="en-US" sz="1400" b="1" dirty="0"/>
            </a:p>
          </p:txBody>
        </p:sp>
      </p:grpSp>
      <p:sp>
        <p:nvSpPr>
          <p:cNvPr id="17" name="TextBox 16"/>
          <p:cNvSpPr txBox="1"/>
          <p:nvPr/>
        </p:nvSpPr>
        <p:spPr>
          <a:xfrm>
            <a:off x="1744858" y="1321633"/>
            <a:ext cx="1358347" cy="307777"/>
          </a:xfrm>
          <a:prstGeom prst="rect">
            <a:avLst/>
          </a:prstGeom>
          <a:noFill/>
        </p:spPr>
        <p:txBody>
          <a:bodyPr wrap="square" rtlCol="0">
            <a:spAutoFit/>
          </a:bodyPr>
          <a:lstStyle/>
          <a:p>
            <a:r>
              <a:rPr lang="en-US" sz="1400" b="1" dirty="0" smtClean="0"/>
              <a:t>Set Headers</a:t>
            </a:r>
            <a:endParaRPr lang="en-US" sz="1400" b="1" dirty="0"/>
          </a:p>
        </p:txBody>
      </p:sp>
      <p:sp>
        <p:nvSpPr>
          <p:cNvPr id="6" name="Slide Number Placeholder 5"/>
          <p:cNvSpPr>
            <a:spLocks noGrp="1"/>
          </p:cNvSpPr>
          <p:nvPr>
            <p:ph type="sldNum" sz="quarter" idx="4"/>
          </p:nvPr>
        </p:nvSpPr>
        <p:spPr/>
        <p:txBody>
          <a:bodyPr/>
          <a:lstStyle/>
          <a:p>
            <a:fld id="{96A97DD0-5BE7-4856-A2A9-C42C6688E607}" type="slidenum">
              <a:rPr lang="en-US" smtClean="0"/>
              <a:pPr/>
              <a:t>54</a:t>
            </a:fld>
            <a:endParaRPr lang="en-US" dirty="0"/>
          </a:p>
        </p:txBody>
      </p:sp>
    </p:spTree>
    <p:extLst>
      <p:ext uri="{BB962C8B-B14F-4D97-AF65-F5344CB8AC3E}">
        <p14:creationId xmlns:p14="http://schemas.microsoft.com/office/powerpoint/2010/main" val="19038580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dissolve">
                                      <p:cBhvr>
                                        <p:cTn id="7" dur="500"/>
                                        <p:tgtEl>
                                          <p:spTgt spid="18"/>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19"/>
                                        </p:tgtEl>
                                        <p:attrNameLst>
                                          <p:attrName>style.visibility</p:attrName>
                                        </p:attrNameLst>
                                      </p:cBhvr>
                                      <p:to>
                                        <p:strVal val="visible"/>
                                      </p:to>
                                    </p:set>
                                    <p:animEffect transition="in" filter="dissolve">
                                      <p:cBhvr>
                                        <p:cTn id="12" dur="500"/>
                                        <p:tgtEl>
                                          <p:spTgt spid="19"/>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dissolve">
                                      <p:cBhvr>
                                        <p:cTn id="17" dur="500"/>
                                        <p:tgtEl>
                                          <p:spTgt spid="17"/>
                                        </p:tgtEl>
                                      </p:cBhvr>
                                    </p:animEffect>
                                  </p:childTnLst>
                                </p:cTn>
                              </p:par>
                              <p:par>
                                <p:cTn id="18" presetID="9" presetClass="entr" presetSubtype="0" fill="hold" grpId="0" nodeType="with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dissolve">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dissolve">
                                      <p:cBhvr>
                                        <p:cTn id="25" dur="5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21"/>
                                        </p:tgtEl>
                                        <p:attrNameLst>
                                          <p:attrName>style.visibility</p:attrName>
                                        </p:attrNameLst>
                                      </p:cBhvr>
                                      <p:to>
                                        <p:strVal val="visible"/>
                                      </p:to>
                                    </p:set>
                                    <p:animEffect transition="in" filter="dissolve">
                                      <p:cBhvr>
                                        <p:cTn id="30" dur="500"/>
                                        <p:tgtEl>
                                          <p:spTgt spid="21"/>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22"/>
                                        </p:tgtEl>
                                        <p:attrNameLst>
                                          <p:attrName>style.visibility</p:attrName>
                                        </p:attrNameLst>
                                      </p:cBhvr>
                                      <p:to>
                                        <p:strVal val="visible"/>
                                      </p:to>
                                    </p:set>
                                    <p:animEffect transition="in" filter="dissolve">
                                      <p:cBhvr>
                                        <p:cTn id="35"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7"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kumimoji="1" lang="en-US" altLang="ko-KR" dirty="0" smtClean="0"/>
              <a:t>Useful Information </a:t>
            </a:r>
            <a:endParaRPr kumimoji="1" lang="ko-KR" altLang="en-US" dirty="0"/>
          </a:p>
        </p:txBody>
      </p:sp>
      <p:sp>
        <p:nvSpPr>
          <p:cNvPr id="3" name="슬라이드 번호 개체 틀 2"/>
          <p:cNvSpPr>
            <a:spLocks noGrp="1"/>
          </p:cNvSpPr>
          <p:nvPr>
            <p:ph type="sldNum" sz="quarter" idx="4"/>
          </p:nvPr>
        </p:nvSpPr>
        <p:spPr/>
        <p:txBody>
          <a:bodyPr/>
          <a:lstStyle/>
          <a:p>
            <a:fld id="{96A97DD0-5BE7-4856-A2A9-C42C6688E607}" type="slidenum">
              <a:rPr lang="uk-UA" smtClean="0">
                <a:solidFill>
                  <a:srgbClr val="FFFFFF">
                    <a:alpha val="60000"/>
                  </a:srgbClr>
                </a:solidFill>
              </a:rPr>
              <a:pPr/>
              <a:t>55</a:t>
            </a:fld>
            <a:endParaRPr lang="uk-UA" dirty="0">
              <a:solidFill>
                <a:srgbClr val="FFFFFF">
                  <a:alpha val="60000"/>
                </a:srgbClr>
              </a:solidFill>
            </a:endParaRPr>
          </a:p>
        </p:txBody>
      </p:sp>
    </p:spTree>
    <p:extLst>
      <p:ext uri="{BB962C8B-B14F-4D97-AF65-F5344CB8AC3E}">
        <p14:creationId xmlns:p14="http://schemas.microsoft.com/office/powerpoint/2010/main" val="1428433480"/>
      </p:ext>
    </p:extLst>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352925" y="53718"/>
            <a:ext cx="8513064" cy="765432"/>
          </a:xfrm>
        </p:spPr>
        <p:txBody>
          <a:bodyPr anchor="ctr"/>
          <a:lstStyle/>
          <a:p>
            <a:r>
              <a:rPr kumimoji="1" lang="en-US" altLang="ko-KR" dirty="0" smtClean="0"/>
              <a:t>Where to get information </a:t>
            </a:r>
            <a:endParaRPr kumimoji="1" lang="ko-KR" altLang="en-US" dirty="0"/>
          </a:p>
        </p:txBody>
      </p:sp>
      <p:sp>
        <p:nvSpPr>
          <p:cNvPr id="3" name="내용 개체 틀 2"/>
          <p:cNvSpPr>
            <a:spLocks noGrp="1"/>
          </p:cNvSpPr>
          <p:nvPr>
            <p:ph sz="quarter" idx="11"/>
          </p:nvPr>
        </p:nvSpPr>
        <p:spPr>
          <a:xfrm>
            <a:off x="352925" y="742951"/>
            <a:ext cx="8513064" cy="3733800"/>
          </a:xfrm>
        </p:spPr>
        <p:txBody>
          <a:bodyPr/>
          <a:lstStyle/>
          <a:p>
            <a:r>
              <a:rPr kumimoji="1" lang="en-US" altLang="ko-KR" dirty="0" smtClean="0"/>
              <a:t>Cisco </a:t>
            </a:r>
            <a:r>
              <a:rPr kumimoji="1" lang="en-US" altLang="ko-KR" dirty="0" err="1" smtClean="0"/>
              <a:t>DevNet</a:t>
            </a:r>
            <a:r>
              <a:rPr kumimoji="1" lang="en-US" altLang="ko-KR" dirty="0" smtClean="0"/>
              <a:t> </a:t>
            </a:r>
          </a:p>
          <a:p>
            <a:pPr lvl="1"/>
            <a:r>
              <a:rPr kumimoji="1" lang="en-US" altLang="ko-KR" dirty="0" smtClean="0">
                <a:hlinkClick r:id="rId2"/>
              </a:rPr>
              <a:t>https://developer.cisco.com</a:t>
            </a:r>
            <a:endParaRPr kumimoji="1" lang="en-US" altLang="ko-KR" dirty="0" smtClean="0"/>
          </a:p>
          <a:p>
            <a:r>
              <a:rPr kumimoji="1" lang="en-US" altLang="ko-KR" dirty="0" smtClean="0"/>
              <a:t>Open NXOS SDK </a:t>
            </a:r>
          </a:p>
          <a:p>
            <a:pPr lvl="1"/>
            <a:r>
              <a:rPr lang="en-US" altLang="ko-KR" dirty="0">
                <a:hlinkClick r:id="rId3"/>
              </a:rPr>
              <a:t>https://</a:t>
            </a:r>
            <a:r>
              <a:rPr lang="en-US" altLang="ko-KR" dirty="0" smtClean="0">
                <a:hlinkClick r:id="rId3"/>
              </a:rPr>
              <a:t>github.com/CiscoDevNet/NX-SDK</a:t>
            </a:r>
            <a:endParaRPr lang="en-US" altLang="ko-KR" dirty="0" smtClean="0"/>
          </a:p>
          <a:p>
            <a:r>
              <a:rPr lang="en-US" altLang="ko-KR" dirty="0" smtClean="0"/>
              <a:t>Open NXOS Sandbox</a:t>
            </a:r>
          </a:p>
          <a:p>
            <a:pPr lvl="1"/>
            <a:r>
              <a:rPr lang="en-US" altLang="ko-KR" dirty="0"/>
              <a:t> </a:t>
            </a:r>
            <a:r>
              <a:rPr lang="en-US" altLang="ko-KR" dirty="0">
                <a:hlinkClick r:id="rId4"/>
              </a:rPr>
              <a:t>https://</a:t>
            </a:r>
            <a:r>
              <a:rPr lang="en-US" altLang="ko-KR" dirty="0" smtClean="0">
                <a:hlinkClick r:id="rId4"/>
              </a:rPr>
              <a:t>devnetsandbox.cisco.com</a:t>
            </a:r>
            <a:endParaRPr lang="en-US" altLang="ko-KR" dirty="0" smtClean="0"/>
          </a:p>
          <a:p>
            <a:r>
              <a:rPr lang="en-US" altLang="ko-KR" dirty="0" smtClean="0"/>
              <a:t>NX-</a:t>
            </a:r>
            <a:r>
              <a:rPr lang="en-US" altLang="ko-KR" dirty="0" err="1" smtClean="0"/>
              <a:t>OSv</a:t>
            </a:r>
            <a:r>
              <a:rPr lang="en-US" altLang="ko-KR" dirty="0" smtClean="0"/>
              <a:t> 9000 Guide</a:t>
            </a:r>
          </a:p>
          <a:p>
            <a:pPr lvl="1"/>
            <a:r>
              <a:rPr lang="en-US" altLang="ko-KR" dirty="0">
                <a:hlinkClick r:id="rId5"/>
              </a:rPr>
              <a:t>https://</a:t>
            </a:r>
            <a:r>
              <a:rPr lang="en-US" altLang="ko-KR" dirty="0" smtClean="0">
                <a:hlinkClick r:id="rId5"/>
              </a:rPr>
              <a:t>www.cisco.com/c/en/us/td/docs/switches/datacenter/nexus9000/sw/7-x/nx-osv/configuration/guide/b_NX-OSv_9000/b_NX-OSv_chapter_01.html</a:t>
            </a:r>
            <a:r>
              <a:rPr lang="en-US" altLang="ko-KR" dirty="0" smtClean="0"/>
              <a:t> </a:t>
            </a:r>
          </a:p>
          <a:p>
            <a:r>
              <a:rPr lang="en-US" altLang="ko-KR" dirty="0" smtClean="0"/>
              <a:t>NX-API Developer Sandbox</a:t>
            </a:r>
          </a:p>
          <a:p>
            <a:pPr lvl="1"/>
            <a:r>
              <a:rPr lang="en-US" altLang="ko-KR" dirty="0" smtClean="0">
                <a:hlinkClick r:id="rId6"/>
              </a:rPr>
              <a:t>https://open-nxos-ip/</a:t>
            </a:r>
            <a:r>
              <a:rPr lang="en-US" altLang="ko-KR" dirty="0" smtClean="0"/>
              <a:t> </a:t>
            </a:r>
          </a:p>
        </p:txBody>
      </p:sp>
      <p:sp>
        <p:nvSpPr>
          <p:cNvPr id="4" name="슬라이드 번호 개체 틀 3"/>
          <p:cNvSpPr>
            <a:spLocks noGrp="1"/>
          </p:cNvSpPr>
          <p:nvPr>
            <p:ph type="sldNum" sz="quarter" idx="4"/>
          </p:nvPr>
        </p:nvSpPr>
        <p:spPr/>
        <p:txBody>
          <a:bodyPr/>
          <a:lstStyle/>
          <a:p>
            <a:fld id="{96A97DD0-5BE7-4856-A2A9-C42C6688E607}" type="slidenum">
              <a:rPr lang="uk-UA" smtClean="0"/>
              <a:pPr/>
              <a:t>56</a:t>
            </a:fld>
            <a:endParaRPr lang="uk-UA" dirty="0"/>
          </a:p>
        </p:txBody>
      </p:sp>
      <p:pic>
        <p:nvPicPr>
          <p:cNvPr id="5" name="Picture 5"/>
          <p:cNvPicPr>
            <a:picLocks noChangeAspect="1"/>
          </p:cNvPicPr>
          <p:nvPr/>
        </p:nvPicPr>
        <p:blipFill>
          <a:blip r:embed="rId7"/>
          <a:stretch>
            <a:fillRect/>
          </a:stretch>
        </p:blipFill>
        <p:spPr>
          <a:xfrm>
            <a:off x="4801989" y="334713"/>
            <a:ext cx="4064000" cy="2624505"/>
          </a:xfrm>
          <a:prstGeom prst="rect">
            <a:avLst/>
          </a:prstGeom>
        </p:spPr>
      </p:pic>
    </p:spTree>
    <p:extLst>
      <p:ext uri="{BB962C8B-B14F-4D97-AF65-F5344CB8AC3E}">
        <p14:creationId xmlns:p14="http://schemas.microsoft.com/office/powerpoint/2010/main" val="2039303977"/>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4"/>
          </p:nvPr>
        </p:nvSpPr>
        <p:spPr/>
        <p:txBody>
          <a:bodyPr/>
          <a:lstStyle/>
          <a:p>
            <a:fld id="{96A97DD0-5BE7-4856-A2A9-C42C6688E607}" type="slidenum">
              <a:rPr lang="en-US" smtClean="0"/>
              <a:pPr/>
              <a:t>57</a:t>
            </a:fld>
            <a:endParaRPr lang="en-US" dirty="0"/>
          </a:p>
        </p:txBody>
      </p:sp>
    </p:spTree>
    <p:extLst>
      <p:ext uri="{BB962C8B-B14F-4D97-AF65-F5344CB8AC3E}">
        <p14:creationId xmlns:p14="http://schemas.microsoft.com/office/powerpoint/2010/main" val="3581126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par>
    </p:tnLst>
  </p:timing>
</p:sld>
</file>

<file path=ppt/theme/theme1.xml><?xml version="1.0" encoding="utf-8"?>
<a:theme xmlns:a="http://schemas.openxmlformats.org/drawingml/2006/main" name="Cisco Live 2017">
  <a:themeElements>
    <a:clrScheme name="Custom 103">
      <a:dk1>
        <a:srgbClr val="39393B"/>
      </a:dk1>
      <a:lt1>
        <a:srgbClr val="FFFFFF"/>
      </a:lt1>
      <a:dk2>
        <a:srgbClr val="9E9EA2"/>
      </a:dk2>
      <a:lt2>
        <a:srgbClr val="58595B"/>
      </a:lt2>
      <a:accent1>
        <a:srgbClr val="00BCEB"/>
      </a:accent1>
      <a:accent2>
        <a:srgbClr val="FBAB18"/>
      </a:accent2>
      <a:accent3>
        <a:srgbClr val="6EBE4A"/>
      </a:accent3>
      <a:accent4>
        <a:srgbClr val="F04C37"/>
      </a:accent4>
      <a:accent5>
        <a:srgbClr val="0B6B75"/>
      </a:accent5>
      <a:accent6>
        <a:srgbClr val="005073"/>
      </a:accent6>
      <a:hlink>
        <a:srgbClr val="049BD3"/>
      </a:hlink>
      <a:folHlink>
        <a:srgbClr val="01449E"/>
      </a:folHlink>
    </a:clrScheme>
    <a:fontScheme name="Bullets-graphic element">
      <a:majorFont>
        <a:latin typeface="Arial"/>
        <a:ea typeface="Apple LiGothic Medium"/>
        <a:cs typeface="Apple LiGothic Medium"/>
      </a:majorFont>
      <a:minorFont>
        <a:latin typeface="Arial"/>
        <a:ea typeface="Apple LiGothic Medium"/>
        <a:cs typeface="Apple LiGothic Medium"/>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w="12700" cap="flat">
          <a:noFill/>
          <a:miter lim="800000"/>
          <a:headEnd type="none" w="med" len="med"/>
          <a:tailEnd type="none" w="med" len="med"/>
        </a:ln>
      </a:spPr>
      <a:bodyPr lIns="91440" tIns="45720" rIns="91440" bIns="45720" rtlCol="0" anchor="ctr"/>
      <a:lstStyle>
        <a:defPPr algn="ctr" defTabSz="514350">
          <a:defRPr sz="1400" dirty="0" err="1" smtClean="0">
            <a:solidFill>
              <a:schemeClr val="bg1"/>
            </a:solidFill>
            <a:ea typeface="Arial" pitchFamily="-107" charset="0"/>
            <a:cs typeface="Arial" pitchFamily="-107" charset="0"/>
            <a:sym typeface="Arial" pitchFamily="-107" charset="0"/>
          </a:defRPr>
        </a:defPPr>
      </a:lstStyle>
    </a:spDef>
    <a:lnDef>
      <a:spPr bwMode="auto">
        <a:solidFill>
          <a:srgbClr val="0183B7"/>
        </a:solidFill>
        <a:ln w="9525" cap="flat" cmpd="sng" algn="ctr">
          <a:solidFill>
            <a:schemeClr val="accent1"/>
          </a:solidFill>
          <a:prstDash val="solid"/>
          <a:round/>
          <a:headEnd type="none" w="med" len="med"/>
          <a:tailEnd type="none" w="med" len="med"/>
        </a:ln>
        <a:effectLst/>
      </a:spPr>
      <a:bodyPr/>
      <a:lstStyle/>
    </a:lnDef>
    <a:txDef>
      <a:spPr>
        <a:noFill/>
      </a:spPr>
      <a:bodyPr wrap="square" rtlCol="0">
        <a:spAutoFit/>
      </a:bodyPr>
      <a:lstStyle>
        <a:defPPr>
          <a:lnSpc>
            <a:spcPct val="90000"/>
          </a:lnSpc>
          <a:spcBef>
            <a:spcPts val="600"/>
          </a:spcBef>
          <a:defRPr dirty="0" err="1" smtClean="0"/>
        </a:defPPr>
      </a:lstStyle>
    </a:txDef>
  </a:objectDefaults>
  <a:extraClrSchemeLst>
    <a:extraClrScheme>
      <a:clrScheme name="Bullets-graphic element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CiscoLive-Breakout-Template_032115_rev.potx" id="{6B06430E-E73C-442A-A3CB-D0AD286589C5}" vid="{A443AF0A-0432-4441-8649-76C9F41B8DB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5957</TotalTime>
  <Words>3079</Words>
  <Application>Microsoft Macintosh PowerPoint</Application>
  <PresentationFormat>화면 슬라이드 쇼(16:9)</PresentationFormat>
  <Paragraphs>813</Paragraphs>
  <Slides>57</Slides>
  <Notes>38</Notes>
  <HiddenSlides>0</HiddenSlides>
  <MMClips>0</MMClips>
  <ScaleCrop>false</ScaleCrop>
  <HeadingPairs>
    <vt:vector size="6" baseType="variant">
      <vt:variant>
        <vt:lpstr>사용한 글꼴</vt:lpstr>
      </vt:variant>
      <vt:variant>
        <vt:i4>17</vt:i4>
      </vt:variant>
      <vt:variant>
        <vt:lpstr>테마</vt:lpstr>
      </vt:variant>
      <vt:variant>
        <vt:i4>1</vt:i4>
      </vt:variant>
      <vt:variant>
        <vt:lpstr>슬라이드 제목</vt:lpstr>
      </vt:variant>
      <vt:variant>
        <vt:i4>57</vt:i4>
      </vt:variant>
    </vt:vector>
  </HeadingPairs>
  <TitlesOfParts>
    <vt:vector size="75" baseType="lpstr">
      <vt:lpstr>맑은 고딕</vt:lpstr>
      <vt:lpstr>Apple LiGothic Medium</vt:lpstr>
      <vt:lpstr>Arial</vt:lpstr>
      <vt:lpstr>Arial Regular</vt:lpstr>
      <vt:lpstr>Arial Unicode MS</vt:lpstr>
      <vt:lpstr>Calibri</vt:lpstr>
      <vt:lpstr>Ciscolight</vt:lpstr>
      <vt:lpstr>CiscoSans</vt:lpstr>
      <vt:lpstr>CiscoSans ExtraLight</vt:lpstr>
      <vt:lpstr>CiscoSans Thin</vt:lpstr>
      <vt:lpstr>Courier</vt:lpstr>
      <vt:lpstr>Courier New</vt:lpstr>
      <vt:lpstr>Mangal</vt:lpstr>
      <vt:lpstr>ＭＳ 明朝</vt:lpstr>
      <vt:lpstr>MS PGothic</vt:lpstr>
      <vt:lpstr>ＭＳ Ｐゴシック</vt:lpstr>
      <vt:lpstr>Times New Roman</vt:lpstr>
      <vt:lpstr>Cisco Live 2017</vt:lpstr>
      <vt:lpstr>Linux on  Network Switch  and Management</vt:lpstr>
      <vt:lpstr>Agenda</vt:lpstr>
      <vt:lpstr>Linux on Network Switch</vt:lpstr>
      <vt:lpstr>Open NX-OS Linux </vt:lpstr>
      <vt:lpstr>Benefit from Linux Kernel Stack </vt:lpstr>
      <vt:lpstr>Architecture of Open NXOS</vt:lpstr>
      <vt:lpstr>Native Bash-Shell</vt:lpstr>
      <vt:lpstr>VRF and Linux Namespace (1/2)</vt:lpstr>
      <vt:lpstr>VRF and Linux Namespace (2/2)</vt:lpstr>
      <vt:lpstr>Guest Shell</vt:lpstr>
      <vt:lpstr>Richly Populated Repositories for 3rd Party Apps</vt:lpstr>
      <vt:lpstr>Install 3rd party package via YUM </vt:lpstr>
      <vt:lpstr>Linux Networking Is Possible From the Guest Shell</vt:lpstr>
      <vt:lpstr>Use dohost utility </vt:lpstr>
      <vt:lpstr>The Guest Shell is Secure</vt:lpstr>
      <vt:lpstr>PowerPoint 프레젠테이션</vt:lpstr>
      <vt:lpstr>Guest Shell Use Cases</vt:lpstr>
      <vt:lpstr>Introduction to Standard Device Interfaces</vt:lpstr>
      <vt:lpstr>The Network is No Longer Isolated</vt:lpstr>
      <vt:lpstr>What about SNMP?  </vt:lpstr>
      <vt:lpstr>RFC 3535:  What is Needed?  </vt:lpstr>
      <vt:lpstr>NETCONF / YANG (RESTCONF &amp; gRPC)</vt:lpstr>
      <vt:lpstr>Introduction to YANG Data Models</vt:lpstr>
      <vt:lpstr>Three Meanings of “YANG”</vt:lpstr>
      <vt:lpstr>Where do Models Come From? </vt:lpstr>
      <vt:lpstr>pyang Output Review</vt:lpstr>
      <vt:lpstr>XML Output Review</vt:lpstr>
      <vt:lpstr>Introduction to NETCONF</vt:lpstr>
      <vt:lpstr>Introducing the NETCONF Protocol</vt:lpstr>
      <vt:lpstr>NETCONF Protocol Stack</vt:lpstr>
      <vt:lpstr>Operations - NETCONF Actions</vt:lpstr>
      <vt:lpstr>NETCONF Data Stores</vt:lpstr>
      <vt:lpstr>Code Review – Part 1</vt:lpstr>
      <vt:lpstr>Code Review – Part 2</vt:lpstr>
      <vt:lpstr>Code Review – Part 3</vt:lpstr>
      <vt:lpstr>Code Review – Part 3b (Read in Filter from File)</vt:lpstr>
      <vt:lpstr>Code Review – Part 4</vt:lpstr>
      <vt:lpstr>Code Review – Part 5</vt:lpstr>
      <vt:lpstr>Output Review</vt:lpstr>
      <vt:lpstr>How to get NETCONF content (1/3) ?</vt:lpstr>
      <vt:lpstr>How to get NETCONF content (1/3)</vt:lpstr>
      <vt:lpstr>How to get NETCONF content (3/3) ?</vt:lpstr>
      <vt:lpstr>NETCONF Review</vt:lpstr>
      <vt:lpstr>Introduction to RESTCONF</vt:lpstr>
      <vt:lpstr>RESTCONF Details</vt:lpstr>
      <vt:lpstr>What about NETCONF?</vt:lpstr>
      <vt:lpstr>RESTCONF Protocol Stack &amp; Transport</vt:lpstr>
      <vt:lpstr>Operations - HTTP CRUD</vt:lpstr>
      <vt:lpstr>Content - XML or JSON</vt:lpstr>
      <vt:lpstr>Constructing RESTCONF URIs</vt:lpstr>
      <vt:lpstr>URL Creation Review</vt:lpstr>
      <vt:lpstr>curl command Review</vt:lpstr>
      <vt:lpstr>curl output Review</vt:lpstr>
      <vt:lpstr>Postman Client Review</vt:lpstr>
      <vt:lpstr>Useful Information </vt:lpstr>
      <vt:lpstr>Where to get information </vt:lpstr>
      <vt:lpstr>PowerPoint 프레젠테이션</vt:lpstr>
    </vt:vector>
  </TitlesOfParts>
  <LinksUpToDate>false</LinksUpToDate>
  <SharedDoc>false</SharedDoc>
  <HyperlinksChanged>false</HyperlinksChanged>
  <AppVersion>15.0039</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Decca Design</dc:creator>
  <cp:lastModifiedBy>김형수</cp:lastModifiedBy>
  <cp:revision>191</cp:revision>
  <dcterms:created xsi:type="dcterms:W3CDTF">2016-01-31T19:15:57Z</dcterms:created>
  <dcterms:modified xsi:type="dcterms:W3CDTF">2017-11-20T08:09:23Z</dcterms:modified>
</cp:coreProperties>
</file>